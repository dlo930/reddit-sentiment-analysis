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57" r:id="rId3"/>
    <p:sldId id="260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Objects="1">
      <p:cViewPr>
        <p:scale>
          <a:sx n="112" d="100"/>
          <a:sy n="112" d="100"/>
        </p:scale>
        <p:origin x="-55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A2E759-EE81-4F88-8C1D-D8560D01BB53}" type="datetimeFigureOut">
              <a:rPr lang="en-US" smtClean="0"/>
              <a:pPr/>
              <a:t>2/12/2019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AC39A-9E25-47A5-851B-07DA835D4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C39A-9E25-47A5-851B-07DA835D421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C39A-9E25-47A5-851B-07DA835D421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this Question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binsearch</a:t>
            </a:r>
            <a:r>
              <a:rPr lang="en-US" dirty="0" smtClean="0"/>
              <a:t>-first</a:t>
            </a:r>
            <a:endParaRPr lang="en-US" dirty="0"/>
          </a:p>
        </p:txBody>
      </p:sp>
      <p:sp>
        <p:nvSpPr>
          <p:cNvPr id="41" name="Rectangle 7"/>
          <p:cNvSpPr>
            <a:spLocks/>
          </p:cNvSpPr>
          <p:nvPr/>
        </p:nvSpPr>
        <p:spPr bwMode="auto">
          <a:xfrm>
            <a:off x="1371600" y="3276600"/>
            <a:ext cx="4476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b="0" dirty="0" smtClean="0"/>
              <a:t>A:</a:t>
            </a:r>
            <a:endParaRPr lang="en-US" sz="2800" b="0" dirty="0"/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1879601" y="2971800"/>
          <a:ext cx="5511799" cy="8229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549399"/>
                <a:gridCol w="1676400"/>
                <a:gridCol w="1981200"/>
                <a:gridCol w="304800"/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2057400" y="4050268"/>
            <a:ext cx="1205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smtClean="0">
                <a:solidFill>
                  <a:srgbClr val="C00000"/>
                </a:solidFill>
              </a:rPr>
              <a:t>A[0, lo) &lt; x</a:t>
            </a:r>
            <a:endParaRPr lang="en-US" b="0" dirty="0"/>
          </a:p>
        </p:txBody>
      </p:sp>
      <p:sp>
        <p:nvSpPr>
          <p:cNvPr id="45" name="TextBox 44"/>
          <p:cNvSpPr txBox="1"/>
          <p:nvPr/>
        </p:nvSpPr>
        <p:spPr>
          <a:xfrm>
            <a:off x="5508818" y="4050268"/>
            <a:ext cx="118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</a:rPr>
              <a:t>≤</a:t>
            </a:r>
            <a:r>
              <a:rPr lang="en-US" b="0" dirty="0" smtClean="0">
                <a:solidFill>
                  <a:srgbClr val="C00000"/>
                </a:solidFill>
              </a:rPr>
              <a:t> A[hi, n)</a:t>
            </a:r>
            <a:endParaRPr lang="en-US" b="0" dirty="0"/>
          </a:p>
        </p:txBody>
      </p:sp>
      <p:sp>
        <p:nvSpPr>
          <p:cNvPr id="51" name="Right Brace 50"/>
          <p:cNvSpPr/>
          <p:nvPr/>
        </p:nvSpPr>
        <p:spPr bwMode="auto">
          <a:xfrm rot="5400000">
            <a:off x="2573866" y="3140333"/>
            <a:ext cx="152400" cy="1524000"/>
          </a:xfrm>
          <a:prstGeom prst="rightBrace">
            <a:avLst/>
          </a:prstGeom>
          <a:noFill/>
          <a:ln w="381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52" name="Right Brace 51"/>
          <p:cNvSpPr/>
          <p:nvPr/>
        </p:nvSpPr>
        <p:spPr bwMode="auto">
          <a:xfrm rot="5400000">
            <a:off x="6007101" y="2949833"/>
            <a:ext cx="152400" cy="1905000"/>
          </a:xfrm>
          <a:prstGeom prst="rightBrace">
            <a:avLst/>
          </a:prstGeom>
          <a:noFill/>
          <a:ln w="381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binsearch</a:t>
            </a:r>
            <a:r>
              <a:rPr lang="en-US" dirty="0" smtClean="0"/>
              <a:t>-last</a:t>
            </a:r>
            <a:endParaRPr lang="en-US" dirty="0"/>
          </a:p>
        </p:txBody>
      </p:sp>
      <p:sp>
        <p:nvSpPr>
          <p:cNvPr id="41" name="Rectangle 7"/>
          <p:cNvSpPr>
            <a:spLocks/>
          </p:cNvSpPr>
          <p:nvPr/>
        </p:nvSpPr>
        <p:spPr bwMode="auto">
          <a:xfrm>
            <a:off x="1371600" y="3276600"/>
            <a:ext cx="4476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b="0" dirty="0" smtClean="0"/>
              <a:t>A:</a:t>
            </a:r>
            <a:endParaRPr lang="en-US" sz="2800" b="0" dirty="0"/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1879601" y="2971800"/>
          <a:ext cx="5511799" cy="8229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549399"/>
                <a:gridCol w="1676400"/>
                <a:gridCol w="1981200"/>
                <a:gridCol w="304800"/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2057400" y="4050268"/>
            <a:ext cx="1205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smtClean="0">
                <a:solidFill>
                  <a:srgbClr val="C00000"/>
                </a:solidFill>
              </a:rPr>
              <a:t>A[0, lo) </a:t>
            </a:r>
            <a:r>
              <a:rPr lang="en-US" dirty="0" smtClean="0">
                <a:solidFill>
                  <a:srgbClr val="C00000"/>
                </a:solidFill>
              </a:rPr>
              <a:t>≤</a:t>
            </a:r>
            <a:r>
              <a:rPr lang="en-US" b="0" dirty="0" smtClean="0">
                <a:solidFill>
                  <a:srgbClr val="C00000"/>
                </a:solidFill>
              </a:rPr>
              <a:t> </a:t>
            </a:r>
            <a:r>
              <a:rPr lang="en-US" b="0" dirty="0" smtClean="0">
                <a:solidFill>
                  <a:srgbClr val="C00000"/>
                </a:solidFill>
              </a:rPr>
              <a:t>x</a:t>
            </a:r>
            <a:endParaRPr lang="en-US" b="0" dirty="0"/>
          </a:p>
        </p:txBody>
      </p:sp>
      <p:sp>
        <p:nvSpPr>
          <p:cNvPr id="45" name="TextBox 44"/>
          <p:cNvSpPr txBox="1"/>
          <p:nvPr/>
        </p:nvSpPr>
        <p:spPr>
          <a:xfrm>
            <a:off x="5508818" y="4050268"/>
            <a:ext cx="1188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</a:rPr>
              <a:t>&lt;</a:t>
            </a:r>
            <a:r>
              <a:rPr lang="en-US" b="0" dirty="0" smtClean="0">
                <a:solidFill>
                  <a:srgbClr val="C00000"/>
                </a:solidFill>
              </a:rPr>
              <a:t> </a:t>
            </a:r>
            <a:r>
              <a:rPr lang="en-US" b="0" dirty="0" smtClean="0">
                <a:solidFill>
                  <a:srgbClr val="C00000"/>
                </a:solidFill>
              </a:rPr>
              <a:t>A[hi, n)</a:t>
            </a:r>
            <a:endParaRPr lang="en-US" b="0" dirty="0"/>
          </a:p>
        </p:txBody>
      </p:sp>
      <p:sp>
        <p:nvSpPr>
          <p:cNvPr id="51" name="Right Brace 50"/>
          <p:cNvSpPr/>
          <p:nvPr/>
        </p:nvSpPr>
        <p:spPr bwMode="auto">
          <a:xfrm rot="5400000">
            <a:off x="2573866" y="3140333"/>
            <a:ext cx="152400" cy="1524000"/>
          </a:xfrm>
          <a:prstGeom prst="rightBrace">
            <a:avLst/>
          </a:prstGeom>
          <a:noFill/>
          <a:ln w="381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52" name="Right Brace 51"/>
          <p:cNvSpPr/>
          <p:nvPr/>
        </p:nvSpPr>
        <p:spPr bwMode="auto">
          <a:xfrm rot="5400000">
            <a:off x="6007101" y="2949833"/>
            <a:ext cx="152400" cy="1905000"/>
          </a:xfrm>
          <a:prstGeom prst="rightBrace">
            <a:avLst/>
          </a:prstGeom>
          <a:noFill/>
          <a:ln w="381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3418</TotalTime>
  <Words>75</Words>
  <Application>Microsoft Macintosh PowerPoint</Application>
  <PresentationFormat>On-screen Show (4:3)</PresentationFormat>
  <Paragraphs>23</Paragraphs>
  <Slides>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Pictures for this Question</vt:lpstr>
      <vt:lpstr>binsearch-first</vt:lpstr>
      <vt:lpstr>binsearch-last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41</cp:revision>
  <dcterms:created xsi:type="dcterms:W3CDTF">2011-02-11T13:14:12Z</dcterms:created>
  <dcterms:modified xsi:type="dcterms:W3CDTF">2019-02-13T04:04:24Z</dcterms:modified>
</cp:coreProperties>
</file>