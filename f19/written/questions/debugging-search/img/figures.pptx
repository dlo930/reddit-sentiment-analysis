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8" r:id="rId2"/>
    <p:sldId id="275" r:id="rId3"/>
    <p:sldId id="277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4660"/>
  </p:normalViewPr>
  <p:slideViewPr>
    <p:cSldViewPr snapToObjects="1">
      <p:cViewPr varScale="1">
        <p:scale>
          <a:sx n="93" d="100"/>
          <a:sy n="93" d="100"/>
        </p:scale>
        <p:origin x="-36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A8F51-48B2-4A54-B8F7-B67A2836F7A7}" type="datetimeFigureOut">
              <a:rPr lang="en-US" smtClean="0"/>
              <a:pPr/>
              <a:t>6/3/2016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202015-F8A1-408C-BD74-83FEB1D7336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6/3/2016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6/3/2016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05125"/>
            <a:ext cx="7772400" cy="1362075"/>
          </a:xfrm>
        </p:spPr>
        <p:txBody>
          <a:bodyPr anchor="t">
            <a:noAutofit/>
          </a:bodyPr>
          <a:lstStyle>
            <a:lvl1pPr algn="ctr">
              <a:defRPr sz="4800" b="1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2672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6/3/2016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6/3/2016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6/3/2016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6/3/2016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6/3/2016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6/3/2016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6/3/2016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6/3/2016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6/3/2016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BE773-AFD6-1F41-B544-3BE70B961224}" type="datetimeFigureOut">
              <a:rPr lang="en-US" smtClean="0"/>
              <a:pPr/>
              <a:t>6/3/2016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Pictures for this </a:t>
            </a:r>
            <a:r>
              <a:rPr lang="en-US" dirty="0" smtClean="0"/>
              <a:t>question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US" b="1" dirty="0" smtClean="0">
                <a:solidFill>
                  <a:schemeClr val="tx1"/>
                </a:solidFill>
              </a:rPr>
              <a:t>To save a picture (1 per slide):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picture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right-click ‘</a:t>
            </a:r>
            <a:r>
              <a:rPr lang="en-US" i="1" dirty="0" smtClean="0">
                <a:solidFill>
                  <a:schemeClr val="tx1"/>
                </a:solidFill>
              </a:rPr>
              <a:t>Save as Picture …</a:t>
            </a:r>
            <a:r>
              <a:rPr lang="en-US" dirty="0" smtClean="0">
                <a:solidFill>
                  <a:schemeClr val="tx1"/>
                </a:solidFill>
              </a:rPr>
              <a:t>’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PNG format and use the slide title as the file name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Array template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urved Connector 4"/>
          <p:cNvCxnSpPr>
            <a:endCxn id="7" idx="1"/>
          </p:cNvCxnSpPr>
          <p:nvPr/>
        </p:nvCxnSpPr>
        <p:spPr>
          <a:xfrm>
            <a:off x="2057400" y="4417847"/>
            <a:ext cx="1013364" cy="207299"/>
          </a:xfrm>
          <a:prstGeom prst="curvedConnector3">
            <a:avLst/>
          </a:prstGeom>
          <a:ln>
            <a:solidFill>
              <a:schemeClr val="tx1"/>
            </a:solidFill>
            <a:headEnd type="oval" w="lg" len="lg"/>
            <a:tailEnd type="arrow" w="lg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173486782"/>
              </p:ext>
            </p:extLst>
          </p:nvPr>
        </p:nvGraphicFramePr>
        <p:xfrm>
          <a:off x="3070764" y="3926452"/>
          <a:ext cx="411094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188"/>
                <a:gridCol w="822188"/>
                <a:gridCol w="822188"/>
                <a:gridCol w="822188"/>
                <a:gridCol w="822188"/>
              </a:tblGrid>
              <a:tr h="319713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13384249"/>
              </p:ext>
            </p:extLst>
          </p:nvPr>
        </p:nvGraphicFramePr>
        <p:xfrm>
          <a:off x="3070764" y="4297292"/>
          <a:ext cx="4110940" cy="655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2188"/>
                <a:gridCol w="822188"/>
                <a:gridCol w="822188"/>
                <a:gridCol w="822188"/>
                <a:gridCol w="822188"/>
              </a:tblGrid>
              <a:tr h="6557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49298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</TotalTime>
  <Words>43</Words>
  <Application>Microsoft Macintosh PowerPoint</Application>
  <PresentationFormat>On-screen Show (4:3)</PresentationFormat>
  <Paragraphs>12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Pictures for this question</vt:lpstr>
      <vt:lpstr>Array template</vt:lpstr>
      <vt:lpstr>array5</vt:lpstr>
    </vt:vector>
  </TitlesOfParts>
  <Company>Carnegie Mellon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Frank Pfenning</dc:creator>
  <cp:lastModifiedBy>iliano</cp:lastModifiedBy>
  <cp:revision>53</cp:revision>
  <dcterms:created xsi:type="dcterms:W3CDTF">2011-02-11T13:14:12Z</dcterms:created>
  <dcterms:modified xsi:type="dcterms:W3CDTF">2016-06-03T13:52:35Z</dcterms:modified>
</cp:coreProperties>
</file>