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262" r:id="rId3"/>
    <p:sldId id="265" r:id="rId4"/>
    <p:sldId id="266" r:id="rId5"/>
    <p:sldId id="263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93" d="100"/>
          <a:sy n="93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12/19/2018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Homework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327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5232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78" name="Oval 77"/>
          <p:cNvSpPr/>
          <p:nvPr/>
        </p:nvSpPr>
        <p:spPr>
          <a:xfrm>
            <a:off x="5232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D</a:t>
            </a:r>
            <a:endParaRPr lang="en-US" b="1" dirty="0"/>
          </a:p>
        </p:txBody>
      </p:sp>
      <p:sp>
        <p:nvSpPr>
          <p:cNvPr id="79" name="Oval 78"/>
          <p:cNvSpPr/>
          <p:nvPr/>
        </p:nvSpPr>
        <p:spPr>
          <a:xfrm>
            <a:off x="2641557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80" name="Oval 79"/>
          <p:cNvSpPr/>
          <p:nvPr/>
        </p:nvSpPr>
        <p:spPr>
          <a:xfrm>
            <a:off x="3327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83" name="Oval 82"/>
          <p:cNvSpPr/>
          <p:nvPr/>
        </p:nvSpPr>
        <p:spPr>
          <a:xfrm>
            <a:off x="4292578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G</a:t>
            </a:r>
            <a:endParaRPr lang="en-US" b="1" dirty="0"/>
          </a:p>
        </p:txBody>
      </p:sp>
      <p:cxnSp>
        <p:nvCxnSpPr>
          <p:cNvPr id="99" name="Straight Connector 98"/>
          <p:cNvCxnSpPr>
            <a:stCxn id="5" idx="2"/>
            <a:endCxn id="83" idx="6"/>
          </p:cNvCxnSpPr>
          <p:nvPr/>
        </p:nvCxnSpPr>
        <p:spPr>
          <a:xfrm rot="10800000">
            <a:off x="4749778" y="4095474"/>
            <a:ext cx="1193822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83" idx="3"/>
            <a:endCxn id="80" idx="7"/>
          </p:cNvCxnSpPr>
          <p:nvPr/>
        </p:nvCxnSpPr>
        <p:spPr>
          <a:xfrm rot="5400000">
            <a:off x="3504750" y="4469972"/>
            <a:ext cx="1067636" cy="641931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6" idx="5"/>
            <a:endCxn id="5" idx="0"/>
          </p:cNvCxnSpPr>
          <p:nvPr/>
        </p:nvCxnSpPr>
        <p:spPr>
          <a:xfrm rot="16200000" flipH="1">
            <a:off x="5380876" y="3075550"/>
            <a:ext cx="1033050" cy="54959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83" idx="5"/>
            <a:endCxn id="78" idx="1"/>
          </p:cNvCxnSpPr>
          <p:nvPr/>
        </p:nvCxnSpPr>
        <p:spPr>
          <a:xfrm rot="16200000" flipH="1">
            <a:off x="4457249" y="4482692"/>
            <a:ext cx="1067636" cy="616489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80" idx="6"/>
            <a:endCxn id="78" idx="2"/>
          </p:cNvCxnSpPr>
          <p:nvPr/>
        </p:nvCxnSpPr>
        <p:spPr>
          <a:xfrm>
            <a:off x="3784557" y="5486400"/>
            <a:ext cx="1447800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79" idx="0"/>
            <a:endCxn id="4" idx="3"/>
          </p:cNvCxnSpPr>
          <p:nvPr/>
        </p:nvCxnSpPr>
        <p:spPr>
          <a:xfrm rot="5400000" flipH="1" flipV="1">
            <a:off x="2615709" y="3088272"/>
            <a:ext cx="1033050" cy="52415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83" idx="1"/>
            <a:endCxn id="4" idx="5"/>
          </p:cNvCxnSpPr>
          <p:nvPr/>
        </p:nvCxnSpPr>
        <p:spPr>
          <a:xfrm rot="16200000" flipV="1">
            <a:off x="3488566" y="3062861"/>
            <a:ext cx="1100005" cy="641931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83" idx="2"/>
            <a:endCxn id="79" idx="6"/>
          </p:cNvCxnSpPr>
          <p:nvPr/>
        </p:nvCxnSpPr>
        <p:spPr>
          <a:xfrm rot="10800000">
            <a:off x="3098758" y="4095474"/>
            <a:ext cx="1193821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3784557" y="2672179"/>
            <a:ext cx="1447800" cy="158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5" idx="4"/>
            <a:endCxn id="78" idx="7"/>
          </p:cNvCxnSpPr>
          <p:nvPr/>
        </p:nvCxnSpPr>
        <p:spPr>
          <a:xfrm rot="5400000">
            <a:off x="5397061" y="4549615"/>
            <a:ext cx="1000681" cy="54959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79" idx="4"/>
            <a:endCxn id="80" idx="1"/>
          </p:cNvCxnSpPr>
          <p:nvPr/>
        </p:nvCxnSpPr>
        <p:spPr>
          <a:xfrm rot="16200000" flipH="1">
            <a:off x="2631894" y="4562336"/>
            <a:ext cx="1000681" cy="52415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6" idx="3"/>
            <a:endCxn id="83" idx="7"/>
          </p:cNvCxnSpPr>
          <p:nvPr/>
        </p:nvCxnSpPr>
        <p:spPr>
          <a:xfrm rot="5400000">
            <a:off x="4441066" y="3075582"/>
            <a:ext cx="1100005" cy="616489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743200" y="4736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19</a:t>
            </a:r>
            <a:endParaRPr lang="en-US" dirty="0"/>
          </a:p>
        </p:txBody>
      </p:sp>
      <p:sp>
        <p:nvSpPr>
          <p:cNvPr id="104" name="TextBox 103"/>
          <p:cNvSpPr txBox="1"/>
          <p:nvPr/>
        </p:nvSpPr>
        <p:spPr>
          <a:xfrm>
            <a:off x="3936957" y="4736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17</a:t>
            </a:r>
            <a:endParaRPr 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4356453" y="2362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5841958" y="4736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111" name="TextBox 110"/>
          <p:cNvSpPr txBox="1"/>
          <p:nvPr/>
        </p:nvSpPr>
        <p:spPr>
          <a:xfrm>
            <a:off x="2870158" y="3135868"/>
            <a:ext cx="380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5308558" y="3745468"/>
            <a:ext cx="380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4394158" y="5486400"/>
            <a:ext cx="380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wheel6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4648200" y="47360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17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4661253" y="3124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3975453" y="3124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3403557" y="37454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21</a:t>
            </a:r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5880453" y="312420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wheel6-empty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3327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0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30" name="Oval 29"/>
          <p:cNvSpPr/>
          <p:nvPr/>
        </p:nvSpPr>
        <p:spPr>
          <a:xfrm>
            <a:off x="5232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31" name="Oval 30"/>
          <p:cNvSpPr/>
          <p:nvPr/>
        </p:nvSpPr>
        <p:spPr>
          <a:xfrm>
            <a:off x="5232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D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2641557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327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34" name="Oval 33"/>
          <p:cNvSpPr/>
          <p:nvPr/>
        </p:nvSpPr>
        <p:spPr>
          <a:xfrm>
            <a:off x="4292578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G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wheel6-spanning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3327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0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30" name="Oval 29"/>
          <p:cNvSpPr/>
          <p:nvPr/>
        </p:nvSpPr>
        <p:spPr>
          <a:xfrm>
            <a:off x="5232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31" name="Oval 30"/>
          <p:cNvSpPr/>
          <p:nvPr/>
        </p:nvSpPr>
        <p:spPr>
          <a:xfrm>
            <a:off x="5232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D</a:t>
            </a:r>
            <a:endParaRPr lang="en-US" b="1" dirty="0"/>
          </a:p>
        </p:txBody>
      </p:sp>
      <p:sp>
        <p:nvSpPr>
          <p:cNvPr id="32" name="Oval 31"/>
          <p:cNvSpPr/>
          <p:nvPr/>
        </p:nvSpPr>
        <p:spPr>
          <a:xfrm>
            <a:off x="2641557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3327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34" name="Oval 33"/>
          <p:cNvSpPr/>
          <p:nvPr/>
        </p:nvSpPr>
        <p:spPr>
          <a:xfrm>
            <a:off x="4292578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G</a:t>
            </a:r>
            <a:endParaRPr lang="en-US" b="1" dirty="0"/>
          </a:p>
        </p:txBody>
      </p:sp>
      <p:cxnSp>
        <p:nvCxnSpPr>
          <p:cNvPr id="35" name="Straight Connector 34"/>
          <p:cNvCxnSpPr>
            <a:stCxn id="29" idx="2"/>
            <a:endCxn id="34" idx="6"/>
          </p:cNvCxnSpPr>
          <p:nvPr/>
        </p:nvCxnSpPr>
        <p:spPr>
          <a:xfrm rot="10800000">
            <a:off x="4749778" y="4095474"/>
            <a:ext cx="1193822" cy="1588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0" idx="5"/>
            <a:endCxn id="29" idx="0"/>
          </p:cNvCxnSpPr>
          <p:nvPr/>
        </p:nvCxnSpPr>
        <p:spPr>
          <a:xfrm rot="16200000" flipH="1">
            <a:off x="5380876" y="3075550"/>
            <a:ext cx="1033050" cy="549598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3" idx="6"/>
            <a:endCxn id="31" idx="2"/>
          </p:cNvCxnSpPr>
          <p:nvPr/>
        </p:nvCxnSpPr>
        <p:spPr>
          <a:xfrm>
            <a:off x="3784557" y="5486400"/>
            <a:ext cx="1447800" cy="1588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2" idx="0"/>
            <a:endCxn id="28" idx="3"/>
          </p:cNvCxnSpPr>
          <p:nvPr/>
        </p:nvCxnSpPr>
        <p:spPr>
          <a:xfrm rot="5400000" flipH="1" flipV="1">
            <a:off x="2615709" y="3088272"/>
            <a:ext cx="1033050" cy="524155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784557" y="2672179"/>
            <a:ext cx="1447800" cy="1588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9" idx="4"/>
            <a:endCxn id="31" idx="7"/>
          </p:cNvCxnSpPr>
          <p:nvPr/>
        </p:nvCxnSpPr>
        <p:spPr>
          <a:xfrm rot="5400000">
            <a:off x="5397061" y="4549615"/>
            <a:ext cx="1000681" cy="549598"/>
          </a:xfrm>
          <a:prstGeom prst="line">
            <a:avLst/>
          </a:prstGeom>
          <a:ln w="381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wheel6-ht</a:t>
            </a:r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3327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64" name="Oval 63"/>
          <p:cNvSpPr/>
          <p:nvPr/>
        </p:nvSpPr>
        <p:spPr>
          <a:xfrm>
            <a:off x="5943600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5232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5232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D</a:t>
            </a:r>
            <a:endParaRPr lang="en-US" b="1" dirty="0"/>
          </a:p>
        </p:txBody>
      </p:sp>
      <p:sp>
        <p:nvSpPr>
          <p:cNvPr id="69" name="Oval 68"/>
          <p:cNvSpPr/>
          <p:nvPr/>
        </p:nvSpPr>
        <p:spPr>
          <a:xfrm>
            <a:off x="2641557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70" name="Oval 69"/>
          <p:cNvSpPr/>
          <p:nvPr/>
        </p:nvSpPr>
        <p:spPr>
          <a:xfrm>
            <a:off x="3327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72" name="Oval 71"/>
          <p:cNvSpPr/>
          <p:nvPr/>
        </p:nvSpPr>
        <p:spPr>
          <a:xfrm>
            <a:off x="4292578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G</a:t>
            </a:r>
            <a:endParaRPr lang="en-US" b="1" dirty="0"/>
          </a:p>
        </p:txBody>
      </p:sp>
      <p:cxnSp>
        <p:nvCxnSpPr>
          <p:cNvPr id="73" name="Straight Connector 72"/>
          <p:cNvCxnSpPr>
            <a:stCxn id="64" idx="2"/>
            <a:endCxn id="72" idx="6"/>
          </p:cNvCxnSpPr>
          <p:nvPr/>
        </p:nvCxnSpPr>
        <p:spPr>
          <a:xfrm rot="10800000">
            <a:off x="4749778" y="4095474"/>
            <a:ext cx="1193822" cy="1588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72" idx="3"/>
            <a:endCxn id="70" idx="7"/>
          </p:cNvCxnSpPr>
          <p:nvPr/>
        </p:nvCxnSpPr>
        <p:spPr>
          <a:xfrm rot="5400000">
            <a:off x="3504750" y="4469972"/>
            <a:ext cx="1067636" cy="641931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0" idx="6"/>
            <a:endCxn id="67" idx="2"/>
          </p:cNvCxnSpPr>
          <p:nvPr/>
        </p:nvCxnSpPr>
        <p:spPr>
          <a:xfrm>
            <a:off x="3784557" y="5486400"/>
            <a:ext cx="1447800" cy="1588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69" idx="0"/>
            <a:endCxn id="63" idx="3"/>
          </p:cNvCxnSpPr>
          <p:nvPr/>
        </p:nvCxnSpPr>
        <p:spPr>
          <a:xfrm rot="5400000" flipH="1" flipV="1">
            <a:off x="2615709" y="3088272"/>
            <a:ext cx="1033050" cy="524155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2" idx="2"/>
            <a:endCxn id="69" idx="6"/>
          </p:cNvCxnSpPr>
          <p:nvPr/>
        </p:nvCxnSpPr>
        <p:spPr>
          <a:xfrm rot="10800000">
            <a:off x="3098758" y="4095474"/>
            <a:ext cx="1193821" cy="1588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6" idx="3"/>
            <a:endCxn id="72" idx="7"/>
          </p:cNvCxnSpPr>
          <p:nvPr/>
        </p:nvCxnSpPr>
        <p:spPr>
          <a:xfrm rot="5400000">
            <a:off x="4441066" y="3075582"/>
            <a:ext cx="1100005" cy="616489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wheel6-pc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327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0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C</a:t>
            </a:r>
            <a:endParaRPr lang="en-US" b="1" dirty="0"/>
          </a:p>
        </p:txBody>
      </p:sp>
      <p:sp>
        <p:nvSpPr>
          <p:cNvPr id="37" name="Oval 36"/>
          <p:cNvSpPr/>
          <p:nvPr/>
        </p:nvSpPr>
        <p:spPr>
          <a:xfrm>
            <a:off x="5232357" y="2443579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38" name="Oval 37"/>
          <p:cNvSpPr/>
          <p:nvPr/>
        </p:nvSpPr>
        <p:spPr>
          <a:xfrm>
            <a:off x="5232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D</a:t>
            </a:r>
            <a:endParaRPr lang="en-US" b="1" dirty="0"/>
          </a:p>
        </p:txBody>
      </p:sp>
      <p:sp>
        <p:nvSpPr>
          <p:cNvPr id="39" name="Oval 38"/>
          <p:cNvSpPr/>
          <p:nvPr/>
        </p:nvSpPr>
        <p:spPr>
          <a:xfrm>
            <a:off x="2641557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40" name="Oval 39"/>
          <p:cNvSpPr/>
          <p:nvPr/>
        </p:nvSpPr>
        <p:spPr>
          <a:xfrm>
            <a:off x="3327357" y="5257800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41" name="Oval 40"/>
          <p:cNvSpPr/>
          <p:nvPr/>
        </p:nvSpPr>
        <p:spPr>
          <a:xfrm>
            <a:off x="4292578" y="3866874"/>
            <a:ext cx="457200" cy="4572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b="1" dirty="0" smtClean="0"/>
              <a:t>G</a:t>
            </a:r>
            <a:endParaRPr lang="en-US" b="1" dirty="0"/>
          </a:p>
        </p:txBody>
      </p:sp>
      <p:cxnSp>
        <p:nvCxnSpPr>
          <p:cNvPr id="42" name="Straight Connector 41"/>
          <p:cNvCxnSpPr>
            <a:stCxn id="36" idx="2"/>
            <a:endCxn id="41" idx="6"/>
          </p:cNvCxnSpPr>
          <p:nvPr/>
        </p:nvCxnSpPr>
        <p:spPr>
          <a:xfrm rot="10800000">
            <a:off x="4749778" y="4095474"/>
            <a:ext cx="1193822" cy="1588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41" idx="3"/>
            <a:endCxn id="40" idx="7"/>
          </p:cNvCxnSpPr>
          <p:nvPr/>
        </p:nvCxnSpPr>
        <p:spPr>
          <a:xfrm rot="5400000">
            <a:off x="3504750" y="4469972"/>
            <a:ext cx="1067636" cy="641931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1" idx="5"/>
            <a:endCxn id="38" idx="1"/>
          </p:cNvCxnSpPr>
          <p:nvPr/>
        </p:nvCxnSpPr>
        <p:spPr>
          <a:xfrm rot="16200000" flipH="1">
            <a:off x="4457249" y="4482692"/>
            <a:ext cx="1067636" cy="616489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1" idx="1"/>
            <a:endCxn id="35" idx="5"/>
          </p:cNvCxnSpPr>
          <p:nvPr/>
        </p:nvCxnSpPr>
        <p:spPr>
          <a:xfrm rot="16200000" flipV="1">
            <a:off x="3488566" y="3062861"/>
            <a:ext cx="1100005" cy="641931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41" idx="2"/>
            <a:endCxn id="39" idx="6"/>
          </p:cNvCxnSpPr>
          <p:nvPr/>
        </p:nvCxnSpPr>
        <p:spPr>
          <a:xfrm rot="10800000">
            <a:off x="3098758" y="4095474"/>
            <a:ext cx="1193821" cy="1588"/>
          </a:xfrm>
          <a:prstGeom prst="line">
            <a:avLst/>
          </a:prstGeom>
          <a:ln>
            <a:solidFill>
              <a:srgbClr val="00B050"/>
            </a:solidFill>
            <a:headEnd type="triangle" w="lg" len="lg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7" idx="3"/>
            <a:endCxn id="41" idx="7"/>
          </p:cNvCxnSpPr>
          <p:nvPr/>
        </p:nvCxnSpPr>
        <p:spPr>
          <a:xfrm rot="5400000">
            <a:off x="4441066" y="3075582"/>
            <a:ext cx="1100005" cy="616489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87</Words>
  <Application>Microsoft Macintosh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Pictures for this Homework</vt:lpstr>
      <vt:lpstr>wheel6</vt:lpstr>
      <vt:lpstr>wheel6-empty</vt:lpstr>
      <vt:lpstr>wheel6-spanning</vt:lpstr>
      <vt:lpstr>wheel6-ht</vt:lpstr>
      <vt:lpstr>wheel6-pc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75</cp:revision>
  <dcterms:created xsi:type="dcterms:W3CDTF">2011-02-11T13:14:12Z</dcterms:created>
  <dcterms:modified xsi:type="dcterms:W3CDTF">2018-12-19T20:32:08Z</dcterms:modified>
</cp:coreProperties>
</file>