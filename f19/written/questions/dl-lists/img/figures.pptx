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8" r:id="rId2"/>
    <p:sldId id="275" r:id="rId3"/>
    <p:sldId id="277" r:id="rId4"/>
    <p:sldId id="276" r:id="rId5"/>
    <p:sldId id="278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4660"/>
  </p:normalViewPr>
  <p:slideViewPr>
    <p:cSldViewPr snapToObjects="1">
      <p:cViewPr>
        <p:scale>
          <a:sx n="106" d="100"/>
          <a:sy n="106" d="100"/>
        </p:scale>
        <p:origin x="36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A8F51-48B2-4A54-B8F7-B67A2836F7A7}" type="datetimeFigureOut">
              <a:rPr lang="en-US" smtClean="0"/>
              <a:pPr/>
              <a:t>5/25/2018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202015-F8A1-408C-BD74-83FEB1D7336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5/25/2018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5/25/2018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905125"/>
            <a:ext cx="7772400" cy="1362075"/>
          </a:xfrm>
        </p:spPr>
        <p:txBody>
          <a:bodyPr anchor="t">
            <a:noAutofit/>
          </a:bodyPr>
          <a:lstStyle>
            <a:lvl1pPr algn="ctr">
              <a:defRPr sz="4800" b="1" cap="none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2672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5/25/2018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5/25/2018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5/25/2018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5/25/2018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5/25/2018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5/25/2018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5/25/2018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5/25/2018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5/25/2018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BE773-AFD6-1F41-B544-3BE70B961224}" type="datetimeFigureOut">
              <a:rPr lang="en-US" smtClean="0"/>
              <a:pPr/>
              <a:t>5/25/2018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Pictures for this question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US" b="1" dirty="0" smtClean="0">
                <a:solidFill>
                  <a:schemeClr val="tx1"/>
                </a:solidFill>
              </a:rPr>
              <a:t>To save a picture (1 per slide):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select the picture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right-click ‘</a:t>
            </a:r>
            <a:r>
              <a:rPr lang="en-US" i="1" dirty="0" smtClean="0">
                <a:solidFill>
                  <a:schemeClr val="tx1"/>
                </a:solidFill>
              </a:rPr>
              <a:t>Save as Picture …</a:t>
            </a:r>
            <a:r>
              <a:rPr lang="en-US" dirty="0" smtClean="0">
                <a:solidFill>
                  <a:schemeClr val="tx1"/>
                </a:solidFill>
              </a:rPr>
              <a:t>’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Select the PNG format and use the slide title as the file name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Double-linked lists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90950134"/>
              </p:ext>
            </p:extLst>
          </p:nvPr>
        </p:nvGraphicFramePr>
        <p:xfrm>
          <a:off x="280339" y="3441098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26524927"/>
              </p:ext>
            </p:extLst>
          </p:nvPr>
        </p:nvGraphicFramePr>
        <p:xfrm>
          <a:off x="280340" y="3124200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697211203"/>
              </p:ext>
            </p:extLst>
          </p:nvPr>
        </p:nvGraphicFramePr>
        <p:xfrm>
          <a:off x="2512492" y="3441098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/>
                      <a:r>
                        <a:rPr lang="en-US" sz="24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24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406928887"/>
              </p:ext>
            </p:extLst>
          </p:nvPr>
        </p:nvGraphicFramePr>
        <p:xfrm>
          <a:off x="2512493" y="3124200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788889007"/>
              </p:ext>
            </p:extLst>
          </p:nvPr>
        </p:nvGraphicFramePr>
        <p:xfrm>
          <a:off x="4744646" y="3441098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011676732"/>
              </p:ext>
            </p:extLst>
          </p:nvPr>
        </p:nvGraphicFramePr>
        <p:xfrm>
          <a:off x="4744647" y="3124200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388384747"/>
              </p:ext>
            </p:extLst>
          </p:nvPr>
        </p:nvGraphicFramePr>
        <p:xfrm>
          <a:off x="6976799" y="3441098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695373391"/>
              </p:ext>
            </p:extLst>
          </p:nvPr>
        </p:nvGraphicFramePr>
        <p:xfrm>
          <a:off x="6976800" y="3124200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" name="Freeform 30"/>
          <p:cNvSpPr/>
          <p:nvPr/>
        </p:nvSpPr>
        <p:spPr>
          <a:xfrm rot="10800000">
            <a:off x="2098343" y="3375502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34"/>
          <p:cNvSpPr/>
          <p:nvPr/>
        </p:nvSpPr>
        <p:spPr>
          <a:xfrm>
            <a:off x="1778715" y="3728322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 35"/>
          <p:cNvSpPr/>
          <p:nvPr/>
        </p:nvSpPr>
        <p:spPr>
          <a:xfrm rot="10800000">
            <a:off x="4330496" y="3372658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36"/>
          <p:cNvSpPr/>
          <p:nvPr/>
        </p:nvSpPr>
        <p:spPr>
          <a:xfrm>
            <a:off x="4010868" y="3725478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 37"/>
          <p:cNvSpPr/>
          <p:nvPr/>
        </p:nvSpPr>
        <p:spPr>
          <a:xfrm rot="10800000">
            <a:off x="6562650" y="3372658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 38"/>
          <p:cNvSpPr/>
          <p:nvPr/>
        </p:nvSpPr>
        <p:spPr>
          <a:xfrm>
            <a:off x="6243022" y="3725478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280339" y="3441098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280339" y="3441098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8200252" y="3441098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8200252" y="3441098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7594561" y="3436609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7594561" y="3436609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Table 5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696081603"/>
              </p:ext>
            </p:extLst>
          </p:nvPr>
        </p:nvGraphicFramePr>
        <p:xfrm>
          <a:off x="304800" y="4800600"/>
          <a:ext cx="1600200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831"/>
                <a:gridCol w="938369"/>
              </a:tblGrid>
              <a:tr h="367810">
                <a:tc>
                  <a:txBody>
                    <a:bodyPr/>
                    <a:lstStyle/>
                    <a:p>
                      <a:pPr algn="l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top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floor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3" name="Table 5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676986040"/>
              </p:ext>
            </p:extLst>
          </p:nvPr>
        </p:nvGraphicFramePr>
        <p:xfrm>
          <a:off x="304801" y="4284114"/>
          <a:ext cx="1351996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998"/>
                <a:gridCol w="675998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55" name="Elbow Connector 54"/>
          <p:cNvCxnSpPr/>
          <p:nvPr/>
        </p:nvCxnSpPr>
        <p:spPr>
          <a:xfrm rot="5400000" flipH="1" flipV="1">
            <a:off x="310184" y="4271787"/>
            <a:ext cx="600426" cy="1588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/>
          <p:nvPr/>
        </p:nvCxnSpPr>
        <p:spPr>
          <a:xfrm flipV="1">
            <a:off x="1295400" y="3966285"/>
            <a:ext cx="6001028" cy="605715"/>
          </a:xfrm>
          <a:prstGeom prst="bentConnector3">
            <a:avLst>
              <a:gd name="adj1" fmla="val 100005"/>
            </a:avLst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itle 6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dll-int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7315200" y="3962400"/>
            <a:ext cx="13943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/>
              <a:t>(dummy node)</a:t>
            </a:r>
            <a:endParaRPr lang="en-US" sz="1600" i="1" dirty="0"/>
          </a:p>
        </p:txBody>
      </p:sp>
      <p:sp>
        <p:nvSpPr>
          <p:cNvPr id="30" name="TextBox 29"/>
          <p:cNvSpPr txBox="1"/>
          <p:nvPr/>
        </p:nvSpPr>
        <p:spPr>
          <a:xfrm>
            <a:off x="850386" y="3765390"/>
            <a:ext cx="6960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solidFill>
                  <a:srgbClr val="FF0000"/>
                </a:solidFill>
              </a:rPr>
              <a:t>top </a:t>
            </a:r>
            <a:r>
              <a:rPr lang="en-US" sz="1100" dirty="0" err="1" smtClean="0">
                <a:solidFill>
                  <a:srgbClr val="FF0000"/>
                </a:solidFill>
              </a:rPr>
              <a:t>elem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284695" y="3768025"/>
            <a:ext cx="7312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solidFill>
                  <a:srgbClr val="FF0000"/>
                </a:solidFill>
              </a:rPr>
              <a:t>bot. </a:t>
            </a:r>
            <a:r>
              <a:rPr lang="en-US" sz="1100" dirty="0" err="1" smtClean="0">
                <a:solidFill>
                  <a:srgbClr val="FF0000"/>
                </a:solidFill>
              </a:rPr>
              <a:t>elem</a:t>
            </a:r>
            <a:endParaRPr lang="en-US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93994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90950134"/>
              </p:ext>
            </p:extLst>
          </p:nvPr>
        </p:nvGraphicFramePr>
        <p:xfrm>
          <a:off x="280339" y="3441098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'a'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26524927"/>
              </p:ext>
            </p:extLst>
          </p:nvPr>
        </p:nvGraphicFramePr>
        <p:xfrm>
          <a:off x="280340" y="3124200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697211203"/>
              </p:ext>
            </p:extLst>
          </p:nvPr>
        </p:nvGraphicFramePr>
        <p:xfrm>
          <a:off x="2512492" y="3441098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'c'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406928887"/>
              </p:ext>
            </p:extLst>
          </p:nvPr>
        </p:nvGraphicFramePr>
        <p:xfrm>
          <a:off x="2512493" y="3124200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788889007"/>
              </p:ext>
            </p:extLst>
          </p:nvPr>
        </p:nvGraphicFramePr>
        <p:xfrm>
          <a:off x="4744646" y="3441098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'f'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011676732"/>
              </p:ext>
            </p:extLst>
          </p:nvPr>
        </p:nvGraphicFramePr>
        <p:xfrm>
          <a:off x="4744647" y="3124200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388384747"/>
              </p:ext>
            </p:extLst>
          </p:nvPr>
        </p:nvGraphicFramePr>
        <p:xfrm>
          <a:off x="6976799" y="3441098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695373391"/>
              </p:ext>
            </p:extLst>
          </p:nvPr>
        </p:nvGraphicFramePr>
        <p:xfrm>
          <a:off x="6976800" y="3124200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" name="Freeform 30"/>
          <p:cNvSpPr/>
          <p:nvPr/>
        </p:nvSpPr>
        <p:spPr>
          <a:xfrm rot="10800000">
            <a:off x="2098343" y="3375502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34"/>
          <p:cNvSpPr/>
          <p:nvPr/>
        </p:nvSpPr>
        <p:spPr>
          <a:xfrm>
            <a:off x="1778715" y="3728322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 35"/>
          <p:cNvSpPr/>
          <p:nvPr/>
        </p:nvSpPr>
        <p:spPr>
          <a:xfrm rot="10800000">
            <a:off x="4330496" y="3372658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36"/>
          <p:cNvSpPr/>
          <p:nvPr/>
        </p:nvSpPr>
        <p:spPr>
          <a:xfrm>
            <a:off x="4010868" y="3725478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 37"/>
          <p:cNvSpPr/>
          <p:nvPr/>
        </p:nvSpPr>
        <p:spPr>
          <a:xfrm rot="10800000">
            <a:off x="6562650" y="3372658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 38"/>
          <p:cNvSpPr/>
          <p:nvPr/>
        </p:nvSpPr>
        <p:spPr>
          <a:xfrm>
            <a:off x="6243022" y="3725478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280339" y="3441098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280339" y="3441098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8200252" y="3441098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8200252" y="3441098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7594561" y="3436609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7594561" y="3436609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Table 5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696081603"/>
              </p:ext>
            </p:extLst>
          </p:nvPr>
        </p:nvGraphicFramePr>
        <p:xfrm>
          <a:off x="304800" y="4800600"/>
          <a:ext cx="1600200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831"/>
                <a:gridCol w="938369"/>
              </a:tblGrid>
              <a:tr h="367810">
                <a:tc>
                  <a:txBody>
                    <a:bodyPr/>
                    <a:lstStyle/>
                    <a:p>
                      <a:pPr algn="l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top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floor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3" name="Table 5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676986040"/>
              </p:ext>
            </p:extLst>
          </p:nvPr>
        </p:nvGraphicFramePr>
        <p:xfrm>
          <a:off x="304801" y="4284114"/>
          <a:ext cx="1351996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998"/>
                <a:gridCol w="675998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55" name="Elbow Connector 54"/>
          <p:cNvCxnSpPr/>
          <p:nvPr/>
        </p:nvCxnSpPr>
        <p:spPr>
          <a:xfrm rot="5400000" flipH="1" flipV="1">
            <a:off x="310184" y="4271787"/>
            <a:ext cx="600426" cy="1588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/>
          <p:nvPr/>
        </p:nvCxnSpPr>
        <p:spPr>
          <a:xfrm flipV="1">
            <a:off x="1295400" y="3966285"/>
            <a:ext cx="6001028" cy="605715"/>
          </a:xfrm>
          <a:prstGeom prst="bentConnector3">
            <a:avLst>
              <a:gd name="adj1" fmla="val 100005"/>
            </a:avLst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itle 6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dll</a:t>
            </a:r>
            <a:r>
              <a:rPr lang="en-US" dirty="0" smtClean="0"/>
              <a:t>-char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7315200" y="3962400"/>
            <a:ext cx="13943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/>
              <a:t>(dummy node)</a:t>
            </a:r>
            <a:endParaRPr lang="en-US" sz="1600" i="1" dirty="0"/>
          </a:p>
        </p:txBody>
      </p:sp>
      <p:sp>
        <p:nvSpPr>
          <p:cNvPr id="30" name="TextBox 29"/>
          <p:cNvSpPr txBox="1"/>
          <p:nvPr/>
        </p:nvSpPr>
        <p:spPr>
          <a:xfrm>
            <a:off x="850386" y="3765390"/>
            <a:ext cx="6960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solidFill>
                  <a:srgbClr val="FF0000"/>
                </a:solidFill>
              </a:rPr>
              <a:t>top </a:t>
            </a:r>
            <a:r>
              <a:rPr lang="en-US" sz="1100" dirty="0" err="1" smtClean="0">
                <a:solidFill>
                  <a:srgbClr val="FF0000"/>
                </a:solidFill>
              </a:rPr>
              <a:t>elem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284695" y="3768025"/>
            <a:ext cx="7312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solidFill>
                  <a:srgbClr val="FF0000"/>
                </a:solidFill>
              </a:rPr>
              <a:t>bot. </a:t>
            </a:r>
            <a:r>
              <a:rPr lang="en-US" sz="1100" dirty="0" err="1" smtClean="0">
                <a:solidFill>
                  <a:srgbClr val="FF0000"/>
                </a:solidFill>
              </a:rPr>
              <a:t>elem</a:t>
            </a:r>
            <a:endParaRPr lang="en-US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93994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890950134"/>
              </p:ext>
            </p:extLst>
          </p:nvPr>
        </p:nvGraphicFramePr>
        <p:xfrm>
          <a:off x="280339" y="3441098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"a"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26524927"/>
              </p:ext>
            </p:extLst>
          </p:nvPr>
        </p:nvGraphicFramePr>
        <p:xfrm>
          <a:off x="280340" y="3124200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697211203"/>
              </p:ext>
            </p:extLst>
          </p:nvPr>
        </p:nvGraphicFramePr>
        <p:xfrm>
          <a:off x="2512492" y="3441098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"c"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406928887"/>
              </p:ext>
            </p:extLst>
          </p:nvPr>
        </p:nvGraphicFramePr>
        <p:xfrm>
          <a:off x="2512493" y="3124200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788889007"/>
              </p:ext>
            </p:extLst>
          </p:nvPr>
        </p:nvGraphicFramePr>
        <p:xfrm>
          <a:off x="4744646" y="3441098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0" dirty="0" smtClean="0">
                          <a:solidFill>
                            <a:schemeClr val="tx1"/>
                          </a:solidFill>
                        </a:rPr>
                        <a:t>"f"</a:t>
                      </a:r>
                      <a:endParaRPr 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011676732"/>
              </p:ext>
            </p:extLst>
          </p:nvPr>
        </p:nvGraphicFramePr>
        <p:xfrm>
          <a:off x="4744647" y="3124200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388384747"/>
              </p:ext>
            </p:extLst>
          </p:nvPr>
        </p:nvGraphicFramePr>
        <p:xfrm>
          <a:off x="6976799" y="3441098"/>
          <a:ext cx="1818003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695373391"/>
              </p:ext>
            </p:extLst>
          </p:nvPr>
        </p:nvGraphicFramePr>
        <p:xfrm>
          <a:off x="6976800" y="3124200"/>
          <a:ext cx="1818003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001"/>
                <a:gridCol w="606001"/>
                <a:gridCol w="606001"/>
              </a:tblGrid>
              <a:tr h="367810">
                <a:tc>
                  <a:txBody>
                    <a:bodyPr/>
                    <a:lstStyle/>
                    <a:p>
                      <a:r>
                        <a:rPr lang="en-US" b="0" dirty="0" err="1" smtClean="0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next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1" name="Freeform 30"/>
          <p:cNvSpPr/>
          <p:nvPr/>
        </p:nvSpPr>
        <p:spPr>
          <a:xfrm rot="10800000">
            <a:off x="2098343" y="3375502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34"/>
          <p:cNvSpPr/>
          <p:nvPr/>
        </p:nvSpPr>
        <p:spPr>
          <a:xfrm>
            <a:off x="1778715" y="3728322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 35"/>
          <p:cNvSpPr/>
          <p:nvPr/>
        </p:nvSpPr>
        <p:spPr>
          <a:xfrm rot="10800000">
            <a:off x="4330496" y="3372658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 36"/>
          <p:cNvSpPr/>
          <p:nvPr/>
        </p:nvSpPr>
        <p:spPr>
          <a:xfrm>
            <a:off x="4010868" y="3725478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Freeform 37"/>
          <p:cNvSpPr/>
          <p:nvPr/>
        </p:nvSpPr>
        <p:spPr>
          <a:xfrm rot="10800000">
            <a:off x="6562650" y="3372658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 38"/>
          <p:cNvSpPr/>
          <p:nvPr/>
        </p:nvSpPr>
        <p:spPr>
          <a:xfrm>
            <a:off x="6243022" y="3725478"/>
            <a:ext cx="733778" cy="310487"/>
          </a:xfrm>
          <a:custGeom>
            <a:avLst/>
            <a:gdLst>
              <a:gd name="connsiteX0" fmla="*/ 0 w 677334"/>
              <a:gd name="connsiteY0" fmla="*/ 0 h 578639"/>
              <a:gd name="connsiteX1" fmla="*/ 296334 w 677334"/>
              <a:gd name="connsiteY1" fmla="*/ 578556 h 578639"/>
              <a:gd name="connsiteX2" fmla="*/ 677334 w 677334"/>
              <a:gd name="connsiteY2" fmla="*/ 42333 h 578639"/>
              <a:gd name="connsiteX0" fmla="*/ 0 w 677334"/>
              <a:gd name="connsiteY0" fmla="*/ 0 h 560559"/>
              <a:gd name="connsiteX1" fmla="*/ 296334 w 677334"/>
              <a:gd name="connsiteY1" fmla="*/ 560473 h 560559"/>
              <a:gd name="connsiteX2" fmla="*/ 677334 w 677334"/>
              <a:gd name="connsiteY2" fmla="*/ 42333 h 560559"/>
              <a:gd name="connsiteX0" fmla="*/ 0 w 677334"/>
              <a:gd name="connsiteY0" fmla="*/ 0 h 397870"/>
              <a:gd name="connsiteX1" fmla="*/ 296334 w 677334"/>
              <a:gd name="connsiteY1" fmla="*/ 397731 h 397870"/>
              <a:gd name="connsiteX2" fmla="*/ 677334 w 677334"/>
              <a:gd name="connsiteY2" fmla="*/ 42333 h 397870"/>
              <a:gd name="connsiteX0" fmla="*/ 0 w 776111"/>
              <a:gd name="connsiteY0" fmla="*/ 0 h 397869"/>
              <a:gd name="connsiteX1" fmla="*/ 395111 w 776111"/>
              <a:gd name="connsiteY1" fmla="*/ 397731 h 397869"/>
              <a:gd name="connsiteX2" fmla="*/ 776111 w 776111"/>
              <a:gd name="connsiteY2" fmla="*/ 42333 h 397869"/>
              <a:gd name="connsiteX0" fmla="*/ 0 w 733778"/>
              <a:gd name="connsiteY0" fmla="*/ 0 h 397869"/>
              <a:gd name="connsiteX1" fmla="*/ 352778 w 733778"/>
              <a:gd name="connsiteY1" fmla="*/ 397731 h 397869"/>
              <a:gd name="connsiteX2" fmla="*/ 733778 w 733778"/>
              <a:gd name="connsiteY2" fmla="*/ 42333 h 397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3778" h="397869">
                <a:moveTo>
                  <a:pt x="0" y="0"/>
                </a:moveTo>
                <a:cubicBezTo>
                  <a:pt x="91722" y="285750"/>
                  <a:pt x="230482" y="390676"/>
                  <a:pt x="352778" y="397731"/>
                </a:cubicBezTo>
                <a:cubicBezTo>
                  <a:pt x="475074" y="404786"/>
                  <a:pt x="672630" y="141111"/>
                  <a:pt x="733778" y="42333"/>
                </a:cubicBezTo>
              </a:path>
            </a:pathLst>
          </a:custGeom>
          <a:ln>
            <a:solidFill>
              <a:schemeClr val="tx1"/>
            </a:solidFill>
            <a:headEnd type="oval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280339" y="3441098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280339" y="3441098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8200252" y="3441098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8200252" y="3441098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7594561" y="3436609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V="1">
            <a:off x="7594561" y="3436609"/>
            <a:ext cx="594550" cy="529676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Table 51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696081603"/>
              </p:ext>
            </p:extLst>
          </p:nvPr>
        </p:nvGraphicFramePr>
        <p:xfrm>
          <a:off x="304800" y="4800600"/>
          <a:ext cx="1600200" cy="367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831"/>
                <a:gridCol w="938369"/>
              </a:tblGrid>
              <a:tr h="367810">
                <a:tc>
                  <a:txBody>
                    <a:bodyPr/>
                    <a:lstStyle/>
                    <a:p>
                      <a:pPr algn="l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top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0" dirty="0" smtClean="0">
                          <a:solidFill>
                            <a:schemeClr val="tx1"/>
                          </a:solidFill>
                        </a:rPr>
                        <a:t>floor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53" name="Table 5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676986040"/>
              </p:ext>
            </p:extLst>
          </p:nvPr>
        </p:nvGraphicFramePr>
        <p:xfrm>
          <a:off x="304801" y="4284114"/>
          <a:ext cx="1351996" cy="52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998"/>
                <a:gridCol w="675998"/>
              </a:tblGrid>
              <a:tr h="52967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cxnSp>
        <p:nvCxnSpPr>
          <p:cNvPr id="55" name="Elbow Connector 54"/>
          <p:cNvCxnSpPr/>
          <p:nvPr/>
        </p:nvCxnSpPr>
        <p:spPr>
          <a:xfrm rot="5400000" flipH="1" flipV="1">
            <a:off x="310184" y="4271787"/>
            <a:ext cx="600426" cy="1588"/>
          </a:xfrm>
          <a:prstGeom prst="straightConnector1">
            <a:avLst/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Elbow Connector 56"/>
          <p:cNvCxnSpPr/>
          <p:nvPr/>
        </p:nvCxnSpPr>
        <p:spPr>
          <a:xfrm flipV="1">
            <a:off x="1295400" y="3966285"/>
            <a:ext cx="6001028" cy="605715"/>
          </a:xfrm>
          <a:prstGeom prst="bentConnector3">
            <a:avLst>
              <a:gd name="adj1" fmla="val 100005"/>
            </a:avLst>
          </a:prstGeom>
          <a:ln>
            <a:solidFill>
              <a:schemeClr val="tx1"/>
            </a:solidFill>
            <a:headEnd type="oval" w="lg" len="lg"/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itle 6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dll</a:t>
            </a:r>
            <a:r>
              <a:rPr lang="en-US" dirty="0" smtClean="0"/>
              <a:t>-string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7315200" y="3962400"/>
            <a:ext cx="13943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 smtClean="0"/>
              <a:t>(dummy node)</a:t>
            </a:r>
            <a:endParaRPr lang="en-US" sz="1600" i="1" dirty="0"/>
          </a:p>
        </p:txBody>
      </p:sp>
      <p:sp>
        <p:nvSpPr>
          <p:cNvPr id="30" name="TextBox 29"/>
          <p:cNvSpPr txBox="1"/>
          <p:nvPr/>
        </p:nvSpPr>
        <p:spPr>
          <a:xfrm>
            <a:off x="850386" y="3765390"/>
            <a:ext cx="6960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solidFill>
                  <a:srgbClr val="FF0000"/>
                </a:solidFill>
              </a:rPr>
              <a:t>top </a:t>
            </a:r>
            <a:r>
              <a:rPr lang="en-US" sz="1100" dirty="0" err="1" smtClean="0">
                <a:solidFill>
                  <a:srgbClr val="FF0000"/>
                </a:solidFill>
              </a:rPr>
              <a:t>elem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284695" y="3768025"/>
            <a:ext cx="7312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 smtClean="0">
                <a:solidFill>
                  <a:srgbClr val="FF0000"/>
                </a:solidFill>
              </a:rPr>
              <a:t>bot. </a:t>
            </a:r>
            <a:r>
              <a:rPr lang="en-US" sz="1100" dirty="0" err="1" smtClean="0">
                <a:solidFill>
                  <a:srgbClr val="FF0000"/>
                </a:solidFill>
              </a:rPr>
              <a:t>elem</a:t>
            </a:r>
            <a:endParaRPr lang="en-US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93994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1009</TotalTime>
  <Words>127</Words>
  <Application>Microsoft Macintosh PowerPoint</Application>
  <PresentationFormat>On-screen Show (4:3)</PresentationFormat>
  <Paragraphs>69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Pictures for this question</vt:lpstr>
      <vt:lpstr>Double-linked lists</vt:lpstr>
      <vt:lpstr>dll-int</vt:lpstr>
      <vt:lpstr>dll-char</vt:lpstr>
      <vt:lpstr>dll-string</vt:lpstr>
    </vt:vector>
  </TitlesOfParts>
  <Company>Carnegie Mellon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Frank Pfenning</dc:creator>
  <cp:lastModifiedBy>iliano</cp:lastModifiedBy>
  <cp:revision>67</cp:revision>
  <dcterms:created xsi:type="dcterms:W3CDTF">2011-02-11T13:14:12Z</dcterms:created>
  <dcterms:modified xsi:type="dcterms:W3CDTF">2018-05-25T10:08:59Z</dcterms:modified>
</cp:coreProperties>
</file>