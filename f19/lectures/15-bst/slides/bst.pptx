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597" r:id="rId2"/>
    <p:sldId id="257" r:id="rId3"/>
    <p:sldId id="568" r:id="rId4"/>
    <p:sldId id="582" r:id="rId5"/>
    <p:sldId id="583" r:id="rId6"/>
    <p:sldId id="584" r:id="rId7"/>
    <p:sldId id="587" r:id="rId8"/>
    <p:sldId id="586" r:id="rId9"/>
    <p:sldId id="590" r:id="rId10"/>
    <p:sldId id="591" r:id="rId11"/>
    <p:sldId id="592" r:id="rId12"/>
    <p:sldId id="593" r:id="rId13"/>
    <p:sldId id="594" r:id="rId14"/>
    <p:sldId id="595" r:id="rId15"/>
    <p:sldId id="598" r:id="rId16"/>
    <p:sldId id="596" r:id="rId17"/>
    <p:sldId id="600" r:id="rId18"/>
    <p:sldId id="603" r:id="rId19"/>
    <p:sldId id="599" r:id="rId20"/>
    <p:sldId id="601" r:id="rId21"/>
    <p:sldId id="602" r:id="rId22"/>
    <p:sldId id="604" r:id="rId23"/>
    <p:sldId id="608" r:id="rId24"/>
    <p:sldId id="605" r:id="rId25"/>
    <p:sldId id="606" r:id="rId26"/>
    <p:sldId id="609" r:id="rId27"/>
    <p:sldId id="610" r:id="rId28"/>
    <p:sldId id="611" r:id="rId29"/>
    <p:sldId id="613" r:id="rId30"/>
    <p:sldId id="612" r:id="rId31"/>
    <p:sldId id="614" r:id="rId32"/>
    <p:sldId id="615" r:id="rId3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3T13:07:07.813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23209 3868 748 0,'0'0'33'0,"0"0"7"0,4-7-32 0,-4 7-8 16,7-3 0-16,-7 3 0 0,0 0 56 0,0 0 8 15,0 0 3-15,0 0 0 0,0 0-16 0,0 0-3 16,0 0-1-16,3 10 0 0,-3-1-12 0,0 0-3 16,-3 1 0-16,-1 5 0 0,1 4-5 0,-1 0-2 15,-3-3 0-15,0 3 0 0,0 9 11 0,0-3 1 16,0 3 1-16,-4 7 0 0,4 2 10 0,-7 7 1 15,0 0 1-15,0 0 0 0,0 3-6 0,-4 6 0 16,1-9-1-16,-5 9 0 0,-2-9-24 0,3 10-5 16,3-7-1-16,0-3 0 0,-6-1-3 0,10-8-1 15,3 9 0-15,4-16 0 0,0 0 15 0,-4-3 4 16,1 1 0-16,6-8 0 0,11 1-43 0,-7-9-8 0,-7-1-1 16,4 0-1-1,3-9-108-15,0 0-22 0,0 0-4 0,0 0-1 0</inkml:trace>
  <inkml:trace contextRef="#ctx0" brushRef="#br0" timeOffset="847.049">23622 3984 403 0,'0'0'36'0,"0"0"-36"0,7-7 0 0,-3 4 0 16,3-3 84-16,0-4 9 0,3 1 3 0,1 0 0 15,-4-1-35-15,0 1-6 0,4 3-2 0,-4-4 0 16,0 1 21-16,3-1 4 0,-3 1 1 0,4 0 0 15,-1-1-32-15,1 4-7 0,0-4 0 0,3 7-1 16,-4-3-27-16,1 6-4 0,0-3-8 0,-4 3 11 16,0-6-11-16,0 6 12 0,3 6-12 0,-3-3 12 15,-7-3 7-15,7 6 1 0,4-3 1 0,-8 7 0 16,5-4 2-16,-5 4 0 0,1-1 0 0,-1 0 0 16,4 1-9-16,-7 5-2 0,4-5 0 0,-4 9 0 15,3-1 0-15,-3-2-1 0,0 9 0 0,-3-3 0 16,-1-3-2-16,1 12 0 0,3-2 0 0,-7 5 0 15,0 1-9-15,-8-4 10 0,5 3-10 0,-4 1 10 0,0 3-10 16,-4-4 0-16,0 4-12 0,1-4 12 0,-1-6 0 16,0 7 20-16,1-7-3 0,-1 3 0 0,4-9-9 0,-4 3-8 15,4 1 9-15,0-8-9 0,0 1 16 0,-4 0-2 16,4-3-1-16,-3 2 0 0,3-2 1 0,-1-3 0 16,1-4 0-16,-3 7 0 0,3-7-14 0,-1-3 11 15,1-2-11-15,0 2 10 0,4-3-10 0,-4-3 10 16,3 0-10-16,0 0 10 0,4-3-10 0,-3-3 12 15,3 6-12-15,0-4 12 0,0-2-20 0,3-3-4 16,4-1-1-16,0 4 0 0,0 3 13 0,4-6 0 16,-1 2-10-16,4-2 10 0,4-1 0 0,-4 1 0 15,3 0-9-15,5-1 9 0,-5 4 0 0,1 3 12 16,-1-3-1-16,4 2-1 0,-3 4-2 0,0 4 0 16,3 2 0-16,0-3 0 0,-4 3 3 0,4 4 0 0,-3-1 0 15,3 0 0-15,-3 1 8 0,3-1 1 0,-4 1 1 16,5 5 0-16,-1-5-13 0,0-1-8 0,0 1 8 0,0 5-8 15,0-5 17-15,-3 5-1 0,3-5 0 0,0 2 0 16,-7-2-16-16,4-1 10 0,-1 7-10 0,1-7 8 16,-4 1-8-16,0-1 0 0,0 0 0 0,0 7 0 15,0-6-22-15,-3 5 0 0,-1-5 0 0,1 2 0 16,3 4-193-16,0 3-38 0,-4-4-8 16,1 4-2-16</inkml:trace>
  <inkml:trace contextRef="#ctx0" brushRef="#br0" timeOffset="3716.451">18514 7445 403 0,'0'0'36'0,"0"0"-36"0,0 0 0 0,0 0 0 15,0 0 111-15,0 0 15 0,-4-6 3 0,4 6 1 16,0 0-38-16,-3-3-7 0,-1-3-1 0,4 6-1 16,0 0-23-16,0 0-5 0,0 0-1 0,0 0 0 15,0 0-21-15,0 0-4 0,0 0-1 0,0 0 0 16,0 0 8-16,0 0 2 0,0 6 0 0,0 3 0 15,0 1-11-15,-3 6-3 0,-4-4 0 0,3 4 0 16,1-4 3-16,-4 13 0 0,-4-6 0 0,4-3 0 16,0 12-27-16,0-9 0 0,-4 6 0 0,1 0 0 15,-1-6 0-15,0 9 8 0,1-9-8 0,3 6 0 16,0-6 10-16,0 0-10 0,0-4 12 0,0 4-12 16,3-9 16-16,4-1-4 0,0 0-1 0,0-2 0 0,4 2-11 15,3 0 10-15,-7-9-10 0,7 7 10 0,3-4-1 16,1-3 0-16,-1 0 0 0,5 0 0 0,-1 0-9 15,0 0 10-15,0-3-10 0,4 3 10 0,6-7-10 0,1-2 0 16,3 6 0-16,0-3 0 0,1-4 0 0,-5 4 0 16,1-3 0-16,0 5 0 0,-1-2-11 0,-2-3-7 15,-5-1-2-15,-3 7 0 16,0-3-140-16,-7 0-28 0</inkml:trace>
  <inkml:trace contextRef="#ctx0" brushRef="#br0" timeOffset="4067.643">18870 7276 460 0,'0'0'41'0,"0"0"-33"0,0 0-8 0,0 0 0 16,0 0 184-16,0 0 36 0,0 0 6 0,0 0 2 16,7 10-154-16,-3-1-30 0,3 10-7 0,-4-4-1 15,-3-2 21-15,0 12 4 0,0-6 1 0,-3 15 0 16,3-5-18-16,-7 5-3 0,0 7-1 0,0 0 0 16,0 3-9-16,-1-1-3 0,-2 11 0 0,-1-4 0 15,1-3 6-15,-4 6 1 0,3 1 0 0,-3-1 0 16,0-6 1-16,0 3 0 0,0-3 0 0,-1-3 0 0,1-6-12 15,4 6-1-15,-4-10-1 0,7 4 0 0,-4-4-14 16,4-6-8-16,0-3 10 0,0 4-10 0,7-4-9 0,-4 0-8 16,4-13-2-16,4 4-631 15,-1 3-126-15</inkml:trace>
  <inkml:trace contextRef="#ctx0" brushRef="#br0" timeOffset="7544.061">22334 4956 57 0,'14'0'0'0,"-6"0"0"0,-8 0 0 0,7 0 0 15,0-7 0-15,-7 7 0 0,0 0 158 0,7 0 26 16,3-3 6-16,-10 3 1 0,-3-6-105 0,3 6-21 16,0 0-4-16,0 0-1 0,0-3 20 0,0 3 3 15,0 0 1-15,7-6 0 0,-7 6 0 0,0 0 0 16,0 0 0-16,0 0 0 0,7 0-46 0,-7 0-9 15,-4 0-1-15,-6 0-1 0,-1 0 8 0,8 6 1 16,3-6 1-16,-11 3 0 0,-7 3-22 0,8-3-5 16,10-3-1-16,-4 0 0 0,-10 10-9 0,7-10 10 15,7 0-10-15,-10 6 10 0,-1 3-10 0,-3 1 0 16,-4-1 0-16,11 1 8 0,4-1 0 0,-11-3-8 0,-8 10 12 16,5-3-4-16,3-4 8 0,-8 7 0 0,-2-4 1 15,-1 4 0-15,4 0-4 0,-4 2-1 0,1-2 0 16,-5 3 0-16,-2 0-12 0,2-1 0 0,-2 1 0 0,2-3 0 15,-6 3 14-15,0 0-3 0,3-1-1 0,0-2 0 16,-3 9-10-16,0-3 0 0,-8 0 0 0,5 0 0 16,2-3 0-16,5 3-11 0,-8-3 3 0,3-1 0 15,5 1 8-15,-1-3 0 0,0 3 0 0,0 0 0 16,1-1 0-16,-1-2 11 0,4-3-3 0,-4 2 0 16,7 4-8-16,-3-3 0 0,-4-1 0 0,4-2 0 15,7 3 0-15,-4-4 0 0,1 4 0 0,2 0 0 16,-2-4 0-16,3 7-11 0,-1-3 11 0,-6-7-8 15,3 10 8-15,4-3 0 0,-3-1 8 0,-1-2-8 16,4 2 0-16,0-2 0 0,-1 3-10 0,1-7 10 16,4 7 0-16,-1-4 8 0,4 4 0 0,3-7 1 0,-3 7-9 15,0-7 0-15,-4 1 0 0,1-1 0 0,3 1 0 0,-4 5-11 16,0-5 11-16,4-1-12 0,-3 1 12 0,3-1 8 16,-1 0-8-16,1 1 11 0,0-1-11 15,0 1-11-15,0-4 3 0,0 3 0 0,0 1 8 16,0-1 0-16,3 1-9 0,-3-1 9 0,3-3 0 0,-3 4 15 15,0-1-3-15,0-3 0 0,0 4-12 0,3-1-16 16,-3 0 3-16,4-5 1 0,-8 5 12 0,4 7 0 16,0-7 0-16,0-3-9 0,-4 7 18 0,4-4 4 15,0-2 1-15,0 2 0 0,0 0-14 0,-1 1 0 16,8-1 0-16,0 1 0 0,-7-1-14 0,4 4-6 16,-4-4 0-16,3 0-1 0,0 1 21 0,1-1-9 15,-4-6 9-15,0 7 0 0,3-4-8 0,0 3 8 16,-3 1 0-16,4-4 0 0,-1 4-8 0,1-7 8 0,-5 6 0 15,5-3 0-15,-1 4 0 0,1-1 0 0,-4-3 0 0,3-2 0 16,0 5 0-16,-3 0 0 0,4-2 0 16,-1-4 0-16,-3 9 0 0,3-9 0 0,1 7 0 0,-1-4 0 15,1-3 0-15,-1 7 0 0,1-10 0 0,2 6 0 16,1-3 0-16,0 3 0 0,0 1 0 0,0-4 0 16,0 3 0-16,4-3 0 0,-8 3 0 0,8-2 0 15,-8-4 0-15,4 6 0 0,0-3 0 0,-4-3 0 16,1 9 0-16,3-9 0 0,0 7 0 0,0-7 0 15,-4 9 0-15,7-9-10 0,1 6 10 0,-4-2-12 16,3-4 12-16,-3 0 16 0,-3 6-4 0,10-6-1 0,0 0-11 16,-4 0 10-16,-6 0-10 0,10 0 10 0,0 0 5 15,0 0 1-15,-8 0 0 0,8 0 0 0,0 0-16 0,0 0 0 16,0 0 0-16,0 0-10 0,0 0 10 0,0 0 0 16,-7 0 8-16,7 0-8 0,0 0 0 0,-7 3 0 15,0-3 0-15,7 0 0 0,-7 0 0 0,7 0 0 16,-7 0 0-16,7 0 0 0,0 0 0 0,-7 0 0 15,-3-9 0-15,6 5 0 0,1-2 17 0,-1-3 3 16,4 2 0-16,0-5 0 0,0 2-1 0,0-5 0 16,4-1 0-16,-1 7 0 0,1-4-19 0,-4-3 0 15,7-2 8-15,-4 2-8 0,1 7 0 0,3-10-9 16,0 9 1-16,0-5 0 0,-4 2 8 0,1-3 14 16,-8-2-3-16,4 11-1 0,4-5-10 0,3-4 0 15,-4 7 0-15,5-7-11 0,-5 13 11 0,4-6 0 16,-3-1 0-16,-1 4 0 0,-3 6 0 0,4-10 0 15,-1 1 0-15,-3 9 8 0,0 0-8 0,0 0-13 0,0 0 3 16,0 0 1-16,0 0-3 0,0 0 0 0,0 9 0 0,-3 1 0 16,-4-1 0-16,3 1 0 0,-3 5 0 0,0 1 0 15,7 3 3-15,-4-7 0 0,1 10 0 0,3-3 0 16,-4-6 9-16,1 12 0 0,-1-6 0 0,1-1 0 16,-4 4 0-16,0-3 0 0,0 0 0 0,0 0 0 15,0 6 0-15,3-6 0 0,-3 0 0 0,3-1 0 16,-3-8 8-16,4 5 0 0,-4-5 0 0,3 5 0 15,4-11-8-15,0-4 0 0,-3 9 0 0,3-9 0 16,0 0 0-16,0 6 0 0,0-6 10 0,3 3-10 16,-3-3 28-16,11 7 0 0,-1-7 0 0,1 3 0 15,3 3-15-15,-3-6-3 0,3 0-1 0,0 0 0 0,4 0 5 16,-1 0 1-16,4 0 0 0,1 0 0 0,-5 0-7 0,4 0 0 16,-3 0-8-16,0 0 12 0,-4 0-4 15,0 0-8-15,4 0 11 0,-4 0-11 0,-4 0 12 0,4 0-12 16,-3-6 12-16,-1 3-12 0,-2 3 0 0,2-7 0 15,-3 7 0-15,0 0 0 16,0-3-104-16,4-3-25 0,-4 6-5 0</inkml:trace>
  <inkml:trace contextRef="#ctx0" brushRef="#br0" timeOffset="10304.695">24730 5116 1072 0,'0'0'48'0,"0"0"9"0,0 0-45 0,0 0-12 0,0 0 0 0,0 0 0 16,0 0 16-16,0 3 2 0,0-3 0 0,7 9 0 16,0-3 26-16,0-6 4 0,3 10 2 0,1-10 0 15,-4 0-14-15,4 6-4 0,-4-3 0 0,3-3 0 16,4 6-20-16,-3-6-12 0,0 4 12 0,-1 2-12 15,-3-3 30-15,4 6-1 0,3-2 0 0,-3 2 0 16,-1 0-29-16,1 1 0 0,-1-1 0 0,4 1 0 16,-3-1 12-16,0-3-4 0,3-2-8 0,0 8 12 15,3-3-12-15,1 1 0 0,3 2 0 0,0-5-10 16,1 2 10-16,-1 1 9 0,0-1-1 0,-3 7-8 16,3-7 17-16,0 0-3 0,0 1-1 0,-3-1 0 0,3 1 0 15,0 5 0-15,0-5 0 0,0-1 0 0,1 1-13 16,2-1 8-16,1 0-8 0,0 1 0 0,-4-1 9 0,3 7-9 15,1-7 8-15,0 7-8 0,0-4 12 0,-1-2-2 16,-3 6-1-16,4-1 0 0,0-2 11 16,-1 2 1-16,-2 4 1 0,2-3 0 0,1-3-7 0,0 2-2 15,-1 4 0-15,1-3 0 0,3 2-5 0,-3 1 0 16,3-3-8-16,-3-3 12 0,0 2-12 0,3 1 8 16,0-4-8-16,0 7 0 0,-3-3 16 0,3 3-4 15,-7-4 0-15,4 4 0 0,3 0-2 0,-7 0-1 16,1-3 0-16,-1 2 0 0,0 1-9 0,0-3 10 0,-3 3-10 15,3-1 10-15,-3 1-2 0,-1-3 0 0,4 3 0 16,1-4 0-16,-5 4 0 0,4 0-8 0,1-3 12 16,-1 3-4-16,0-1-8 0,-3-2 0 0,6-3 0 0,1 2 0 15,-4 4 0-15,0-3 0 0,-3-4 0 0,3 4 0 16,0 0 0-16,0-4 0 0,1-2 0 0,-5 5 0 16,4 1 8-16,-3-3-8 0,0 2 0 0,-1-5 8 15,-3 8-8-15,4-2 10 0,-4-6-10 0,0 2 10 16,0 1-10-16,0-1 0 0,4-2 0 0,-4-1 8 15,0 0-8-15,-3-2 10 0,3 2-10 0,0 0 10 16,0 1-1-16,0-1 0 0,-3-2 0 0,3-4 0 16,0 6-1-16,-3-3-8 0,3 4 12 0,-4-10-4 15,1 9-8-15,0-3 0 0,3-2 9 0,-4 2-9 16,-6-3 20-16,3 6-1 0,0-9 0 0,4 7 0 16,-1 2-19-16,1 1 0 0,-1-10 0 0,1 9 0 0,-1-3 0 15,1-3 0-15,0 7 8 0,3-4-8 0,-4-3 0 0,4 3 0 16,-7 4 0-16,4-4 0 0,0-3-9 0,-4 7-6 15,0-4-1-15,3-3 0 0,-6 3 16 0,3-3 0 16,0 4 0-16,-7-7 0 0,7 0 0 0,-7 0 13 16,7 9-4-16,0-3-1 0,-7-6 1 0,11 4 0 15,-4-4 0-15,0 9 0 0,-7-9-9 0,10 0 10 16,-10 0-10-16,11 6 10 0,-4-3-10 0,-7-3 0 16,11 0 0-16,-4 0 8 0,-7 0-8 0,10 7 0 15,-10-7 0-15,0 0 0 0,0 0 0 0,0 0 8 16,7 3-8-16,-7-3 0 0,0 0 8 0,0 0-8 0,0 0 8 15,0 0-8-15,0 0 24 0,0 0 0 0,0 0 0 16,0 0 0-16,0 0-11 0,0 0-2 0,0 0-1 0,0 0 0 16,7 0-10-16,-7 0 0 0,0 0 0 15,0 0 8-15,0 0 3 0,0 0 0 0,7 0 0 0,-7 0 0 16,0 0-11-16,0 0 12 0,0 0-12 0,0 0 12 16,0 0-12-16,0 0 0 0,4-10 9 0,-4 10-9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0,0-3 13 15,0 3 0-15,-4-6 0 0,4 6 0 0,0-9 7 0,0 5 0 16,-3-8 1-16,3 9 0 0,0-7-5 0,0 4 0 16,-4-3-1-16,4-1 0 0,0 1-15 0,-3-1 11 15,3 1-11-15,0 0 10 0,0-1-10 0,-4-5 0 16,1 5 9-16,3-6-9 0,0 7 0 0,-4-4 0 16,4 4 0-16,-3-7 8 0,-1 1-8 0,1 5 0 15,3-2 0-15,0-4 0 0,-4 7 0 0,4-7 0 16,-3 7 0-16,3-1 0 0,-4 1 0 0,4-1 0 15,-3 1 0-15,3 3 0 0,-4 3 0 0,4 3 0 0,-3-7 0 16,3 7 0-16,0 0 0 0,0 0-12 0,0 0 12 0,0 0-12 16,0 0 0-16,0 0-1 0,0 0 0 0,0 0 0 15,0 10 2-15,0 5 1 0,0-5 0 0,0-1 0 16,0 7 10-16,0-7-8 0,3 1 8 0,1 5-8 16,-1-5 8-16,1-1 0 0,-4 4 0 0,3-7-8 15,1 3 8-15,-4 1 0 0,3-1 0 0,1 1 0 16,-4-1 0-16,3 0 0 0,-3 1 0 0,4 2 0 15,-1-2 0-15,1-1 0 0,-4 1 0 0,0-7 0 16,3 6 0-16,-3 4 0 0,4-4 0 0,-1-6 0 16,1 7 0-16,-1-1-8 0,-3-9 8 0,8 9-8 15,-5-2-5-15,1 2-1 0,-4-9 0 0,3 6 0 16,-3-6 3-16,0 0 1 0,0 0 0 0,4 10 0 16,-4-10 10-16,0 3 0 0,0-3 0 0,0 9 0 15,0-9 0-15,0 0 0 0,-4 10 0 0,1-4 0 0,3-6 0 0,-7 3 0 16,-1 3 0-16,1-6 0 0,0 10 0 0,4-10 0 15,-8 6 0-15,4-3 8 0,0-3-8 16,0 10 0-16,-3-4 0 0,2-3 0 0,1 3 0 16,-3-3 0-16,-1 4 0 0,1-7 0 0,-4 9 0 0,3-9 8 15,-3 10-8-15,-4-1 8 0,1-3 3 0,-1 4 1 16,-3-1 0-16,0 0 0 0,3-2 2 0,-3 2 1 16,0 1 0-16,3-1 0 0,0-6-7 0,1 6-8 15,-1 1 11-15,0-4-11 0,1 4 9 0,3-1-9 16,0-9 0-16,-1 9 9 0,5-2-9 0,3-4-12 15,0-3 2-15,0 0 1 16,7 0-115-16,0 0-22 0,0 0-5 0,0 0-541 16,0 0-108-16</inkml:trace>
  <inkml:trace contextRef="#ctx0" brushRef="#br0" timeOffset="15674.206">27884 7314 57 0,'0'0'0'0,"0"0"0"0,0 0 0 0,0 0 0 15,0 0 137-15,0-10 23 0,-4 1 4 0,4 9 0 16,0-9-2-16,0 2-1 0,0 7 0 0,4-3 0 15,-4-6-25-15,0 9-4 0,3-7-2 0,-3 7 0 16,0 0-26-16,0 0-6 0,0 0-1 0,0 0 0 16,0 0-49-16,0 0-11 0,0 0-1 0,0 0-1 15,0 0-15-15,0 0-4 0,-3 10 0 0,-1-1 0 16,1 7-3-16,-5 0-1 0,-2-4 0 0,6 4 0 16,-6 3 1-16,3-4 0 0,0-2 0 0,-4 3 0 15,0 2-2-15,4-2-1 0,0-7 0 0,0 10 0 16,0-9-10-16,0 5 0 0,4-2 9 0,-1-4-9 0,1 4 0 15,3-1 8-15,-4-5-8 0,1 2 0 0,3-9 0 16,0 3 0-16,0-3 0 0,3 10 8 0,-3-10-8 0,4 6 0 16,-4-6 0-16,0 0 8 0,7 9-8 0,-7-9 8 15,3 0-8-15,8 7 8 0,-4-4-8 0,0-3 11 16,3 0-11-16,1 0 12 0,0-3-12 0,-4 3 8 16,3-7-8-16,4 7 8 0,-3-6-8 0,3 3 0 15,0 3 0-15,0-6 0 0,0 6 0 0,4-4-12 16,-4-2 4-16,4 6 8 15,-4-3-36-15,0 3 0 0,0-6 0 0,0 3 0 16,-7 3-128-16,0 0-24 0,0 0-6 0</inkml:trace>
  <inkml:trace contextRef="#ctx0" brushRef="#br0" timeOffset="16003.443">28169 7232 1209 0,'0'0'53'0,"0"0"12"16,0 0-52-16,-3 10-13 0,-4-10 0 0,3 9 0 15,-3-3 120-15,4 7 22 0,-4-4 4 0,3 7 1 0,-7 3-79 0,4 0-15 16,0 6-3-16,-3-7-1 0,-4 8-9 15,3 2-1-15,0 6-1 0,-3-6 0 0,4 7-12 0,-4-1-2 16,0 1-1-16,-1 3 0 0,1-4 3 0,0 4 1 16,-3-1 0-16,2 4 0 0,1-3-3 0,4-4-1 15,-1 1 0-15,4-7 0 0,-3 6-11 0,6-12-3 16,-3 3 0-16,0 1 0 0,0-1-17 16,3-7-4-16,1-5-1 0,-1 3 0 15,1-7-153-15,3 1-30 0,-7 5-7 0,7-15-1 16</inkml:trace>
  <inkml:trace contextRef="#ctx0" brushRef="#br0" timeOffset="16675.295">28441 7427 1566 0,'0'0'34'0,"0"0"7"0,7-7 2 0,4-2 1 0,-4 6-35 0,3-3-9 0,1-4 0 0,3 4 0 16,-3 3 57-16,-4-4 10 0,14-2 1 0,-7 0 1 15,0-1-22-15,-3 1-5 0,10 3-1 0,-7-4 0 16,0 7-13-16,-3-6-2 0,6 2-1 0,-3-2 0 15,0 9 5-15,-3 0 1 0,-8-3 0 0,8 3 0 0,-11 0-4 0,7 3-1 16,-3-3 0-16,-4 0 0 0,7 9-13 0,-7-2-2 16,3 5-1-16,1-6 0 0,-4 7-2 0,0 3 0 15,7-1 0-15,-4 4 0 0,-3 0-8 0,4 6 0 16,-4-6 0-16,0 9 0 0,0-3 0 0,0 3 0 16,-4-3 0-16,1 4 0 0,6-4 16 0,-6 3 2 15,-1-3 0-15,-6 3 0 0,3 1-8 0,-4-4-2 16,0 3 0-16,-3-3 0 0,-3 3 10 0,3-9 2 15,0 6 0-15,-4-6 0 0,0 6-20 0,4-6 0 16,4 0-11-16,-5-4 11 0,1 4 0 0,4-10 0 16,-11 7 0-16,14-6 0 0,-8-1 0 0,1 0 0 15,4-9 0-15,-4 7 0 0,-1-4 0 0,5-3 8 16,-4-10-8-16,3 10 0 0,1-9 0 0,-1 3 0 0,0-7 0 16,1-3 0-1,3 4-23-15,0-4-10 0,3 1-3 0,4-4 0 0,-3 9 24 0,-4 1 12 0,7-7-12 0,0 13 12 16,0-6-9-16,0 9 9 0,0 0 0 0,0 0-9 15,14-7 9-15,-7 7 0 0,0 0 0 16,3 7 0-16,1-7 0 0,0 3 0 0,3 3 0 0,0-3 0 16,3 4 12-16,-2 2 5 0,6 0 1 0,-4 1 0 15,1-4 14-15,0-3 4 0,3 7 0 0,0-1 0 16,4 0-7-16,-4 7-1 0,-3-7 0 0,10 1 0 16,-4 6-5-16,-6-7-2 0,0 7 0 0,-4-4 0 15,3 4-2-15,-2-7-1 0,-1 10 0 0,0-9 0 16,-4-1-18-16,-3 7 0 0,11-7 0 0,-11 0 0 0,4 1 0 15,-4-1 0-15,0 1 0 0,0-1 0 16,-4-3-89-16,8-3-22 0,0 4-4 16,-8-7-633-16,8 6-128 0</inkml:trace>
  <inkml:trace contextRef="#ctx0" brushRef="#br0" timeOffset="28205.449">29563 8885 0 0,'0'0'0'0,"0"0"0"15,0 0 0-15,0 0 0 0,0 6 151 0,0-6-31 16,0 0 25-16,-7 0 5 0,0 0-54 0,7 0-12 16,0 0-1-16,0 0-1 0,0 0 13 0,0 0 2 15,0 0 1-15,0 0 0 0,0 0-22 0,0 0-4 16,0 0 0-16,0 0-1 0,0-6-17 0,0 6-3 15,0 0-1-15,0 0 0 0,0 0-22 0,0 0-5 16,0 0-1-16,0 0 0 0,0 0 0 0,0 0 0 16,0 0 0-16,0 0 0 0,0 0 3 0,-4 9 1 15,4-9 0-15,-7 6 0 0,7-6-3 0,0 10-1 0,0-1 0 16,0-9 0-16,0 0 3 0,11 10 1 0,-8-1 0 0,1 1 0 16,3-1-2-16,-7 3-1 0,14-8 0 0,-7 5 0 15,-4 0-8-15,8 1-2 0,3 5 0 0,-3-5 0 16,-4-1 7-16,0 7 0 0,3-3 1 0,1-4 0 15,-4 3-21-15,4 1-12 0,-4 3 2 0,3-4 0 16,1-2 10-16,-1 5 12 0,1 1-2 0,0-3-1 16,3 9-1-16,0-10 0 0,0 7 0 0,4-3 0 15,-1 2-8-15,-3-2 12 0,8-3-12 0,-8 9 12 16,3-10-1-16,1 7 0 0,0 0 0 0,-4-4 0 16,3 4-3-16,-6-3-8 0,3 0 12 0,-3-4-4 15,6 7 4-15,-3-3 0 0,-10-7 0 0,10 10 0 16,-3-4 3-16,3 4 1 0,-4-9 0 0,1 5 0 15,3-2-16-15,-3 3 9 0,3 2-9 0,-4-8 8 0,1 9-8 16,3-4 0-16,4 1 0 0,-4-3 8 0,0 2-8 0,0-2 0 16,4 2 0-16,-1 1 0 0,-3-3 0 0,4 9 0 15,0-10 9-15,-8 7-9 0,11-3 11 0,-7-1-3 16,-3-2 0-16,3 6 0 0,0-4-8 0,-3-5 0 16,-1 9 0-16,5-10-11 0,-5 7 11 0,4-1 11 15,-3-2-3-15,-1-4 0 0,-3 7-8 0,4 0 12 16,-4-4-12-16,11 4 12 0,-11-7-12 0,3 7 0 15,4-3 0-15,-3 2 8 0,3-2 0 0,-3 2 0 16,-1-5 0-16,4 6 0 0,-3-4-8 0,3-3 8 0,-3 7-8 16,-4-6 8-16,3 5-8 0,-3-5 0 0,4-1 9 15,-4 0-9-15,0 1 0 0,0 6 0 0,4-7 0 16,-8-6 8-16,8 6-8 0,-8-2 0 0,8 2 8 0,-4 1-8 16,-3-1 0-16,3-3 8 0,0-3-8 0,3 7 0 15,-3-4 9-15,0 3-9 0,-7-9 12 0,11 10-12 16,0-4 15-16,-4-3-4 0,-4 4-1 0,1-4 0 15,6 3-10-15,-3-3 0 0,0 3-10 0,4 4 10 16,-1-4 0-16,-2-3 0 0,-1 7 0 0,0-4 10 16,3-3-10-16,-3 6 0 0,-7-2 0 0,0-7 0 15,7 3 0-15,-3 3 0 0,6-3 0 0,-6 4 0 16,3 2 0-16,-3-9 13 0,-4 0-3 0,7 9-1 16,-4-2-9-16,-3-7 0 0,0 0 0 0,0 3 8 15,11 6-8-15,-8-3 0 0,-3-6 0 0,0 4 0 16,0-4 0-16,11 6 0 0,-11 3 0 0,0-9 0 0,0 0 0 15,0 0 0-15,10 0 0 0,-6 10 0 0,-1-4 0 16,-3-6 0-16,0 0 0 0,0 0 0 0,8 3 0 16,-8-3 0-16,0 0 11 0,0 0-11 0,10 6 0 0,-10-3 8 15,0-3-8-15,0 0 0 0,0 0 0 0,0 0 0 16,0 0 0-16,0 0 0 0,0 0 0 0,0 0 0 16,0 0 0-16,7 7 0 0,-7-7 0 0,0 0 0 15,0 0 0-15,0 0 0 0,0 0 8 0,0 0-8 16,0 0 11-16,0 0-11 0,4 3 15 0,-4-3-4 15,0 0-1-15,0 0 0 0,0 0-2 0,0 0 0 16,0 0 0-16,0 0 0 0,0 0-8 0,0 0 0 16,3 0 0-16,-3 0-11 0,0 0 35 0,0 0 6 0,0 0 2 15,11-10 0-15,-11 1-32 0,7 0 0 16,-4-1 0-16,-3 1 0 0,7-1 16 0,-7 1-4 0,0-7 0 0,4 7 0 16,0-10-12-16,-4 10 0 0,0-10 0 15,0 3 0-15,7 1 8 0,-7-4-8 0,3 6 0 0,-3-9 9 16,0 3-9-16,0 7 8 0,0-7-8 0,0-3 8 15,0 10-8-15,-3-4 0 0,3-3 0 0,0 3 0 16,-7 7 0-16,7 0 0 0,0-4 0 0,0 0 0 16,0 4 0-16,0 0 0 0,-4 6 0 0,0-4 0 15,8-2 0-15,-4-1 0 0,-4 4 0 0,4 6 0 16,0 0 0-16,0 0 0 0,0 0-11 0,0-3 11 16,-3-3 0-16,3 6-8 0,0 0 8 0,0 0 0 15,0 0 0-15,0 0-8 0,0 0 8 0,0 0 0 16,0 0-8-16,0 0 8 0,0 0-8 0,0 0 8 0,0 0-10 15,0 0 10-15,0 6-12 0,-4 3 12 0,1 1-11 16,3-10 11-16,0 9-10 0,0 1 10 0,-7-1-10 16,7 0 10-16,7-2-10 0,-7 2 10 0,3 1-8 0,-3-1 8 15,4 0 0-15,-1 1-9 0,1-1 17 0,0 4 3 16,-4-4 1-16,0 1 0 0,10 2-12 0,-10-6 0 16,7 4 0-16,-3 5 0 0,-1-5-11 0,4-1-4 15,-3 4-1-15,3-7 0 0,-4 3 16 0,1 1 0 16,3-1 0-16,-4-2 0 0,-3 2 0 0,0 0 0 15,0 1 0-15,8-4 0 0,-8 3 10 0,3 1 5 16,-3-1 1-16,0 1 0 0,7-7-26 0,-7 3-5 16,0 4-1-16,0-4 0 0,0-6 26 0,0 9 5 15,0 1 1-15,0-7 0 0,4 6-16 0,-4-9-18 16,3 6 4-16,-3 4 1 0,0-4 21 0,0-6 4 0,0 3 0 16,0-3 1-16,0 10-13 0,0-4 0 0,0 3 0 0,0-6 0 15,0 7-11-15,-3-4-1 0,3-6-1 0,0 10 0 16,-4-1 21-16,4 0 5 0,-7 1 1 0,7-1 0 15,-3-3-23-15,-5 4-5 0,8-4-1 0,-3-3 0 16,-4 7 24-16,7-4 5 0,-4-3 1 0,-6 6 0 16,6-9-15-16,-6 10-18 0,-1-10 4 0,1 6 1 15,2 4 13-15,1-10 0 0,-7 9 0 0,4-3 0 16,-1-3 15-16,-3 4-4 0,-7-4-1 0,7 3 0 16,3-3-10-16,-3 3 0 0,0-2 0 0,-4 2 0 15,4 0 0-15,4-3 0 0,-5 4 0 0,5-4 0 16,-4-3 0-16,3 6 0 0,1-3 0 0,-1-3 0 15,4 9 0-15,0-9 0 0,-4 7 0 0,8-4 0 16,-8-3 0-16,11 0 0 0,-10 0 0 0,10 0 0 0,0 6-26 0,0-6 2 16,0 0 1-16,0 0 0 15,0 0-70-15,0 0-15 0,0 0-2 0,0 0-669 16,0 0-133-16</inkml:trace>
  <inkml:trace contextRef="#ctx0" brushRef="#br0" timeOffset="29447.563">31217 11321 403 0,'0'0'17'16,"0"0"5"-16,0 0-22 0,0 0 0 0,0 0 0 0,0 0 0 0,0 0 198 0,0-9 35 15,-10 6 7-15,10 3 2 0,0 0-178 0,0 0-36 16,-4 3-8-16,-3-3 0 0,-7 6-8 0,11-3-2 16,-5-3 0-16,-2 10 0 0,-4-4 27 0,3 3 6 15,4 1 1-15,0 5 0 0,-4-5 16 0,-3-1 4 16,0 10 1-16,0-3 0 0,4 3-33 0,-5-1-6 15,-2 1-2-15,3 6 0 0,0 0-16 0,-1-3-8 16,-2 3 8-16,-1 4-8 0,1-4 20 0,-1 9 0 16,0-6-1-16,1 1 0 0,-1 5 1 0,4-6 0 15,0 4 0-15,3-10 0 0,1 9-8 0,3-3-2 16,0-3 0-16,3 4 0 0,-3-7-10 0,3 3-14 0,8 0 3 16,-4 3 1-16,0-3 10 0,0 0 0 15,7-3 0-15,0 3 0 0,0 0 0 0,-3-6 0 16,6 0 0-16,4 0 0 0,-3 0 0 0,-1-4 0 0,1 4 0 0,0-3 0 15,-8-7 0-15,8 0 0 0,-8 1 0 0,8-1 0 16,7 1 0-16,-4-10 0 0,0 6 0 0,-4-3 0 16,4-3 0-16,1-3 9 0,9 3-9 0,-3-6 0 15,-6 3 0-15,9-4 0 0,-3-2 0 0,1-1 0 16,-5 1 0-16,8 0 0 0,-7-1-10 0,-1-5 10 16,4 5-12-16,-7-5 12 0,8 5-12 0,-8-2 12 15,0-4 0-15,-4 6 12 0,1-5 0 0,3 5 0 16,-7 1-4-16,-3 0 0 0,-4-10 0 0,0 9 0 15,0-5 13-15,0 2 3 0,0-3 0 0,0 1 0 16,-4 2 6-16,-3-2 2 0,0 5 0 0,0-6 0 0,-4 13-20 16,1-6-4-16,-4 3-8 0,0 3 12 0,-1-4-12 0,-2 4 11 15,3 3-11-15,-11 0 10 0,14 0-10 16,-13 0 0-16,10 3 0 0,-8-3 0 0,-2 10 9 16,6-4-9-16,-3-3 10 0,0 6-10 0,-4-2 0 0,11 2 8 15,-7 1-8-15,10-1 0 0,-6 0 0 0,-1 1 0 16,4-1 0-16,0 7 0 0,3-7 0 0,1 1 0 15,3-1 0-15,-1-3 0 0,-2-3-20 0,10 4 2 16,0 2 1-16,-4-3 0 16,4-6-40-16,0 0-8 0,0 0-2 0,4 4-561 15,-4-4-112-15</inkml:trace>
  <inkml:trace contextRef="#ctx0" brushRef="#br0" timeOffset="30165.029">31828 11453 1908 0,'0'0'84'0,"0"0"18"16,0 0-82-16,0 0-20 0,0 0 0 0,0 0 0 0,0 0-13 0,0 0-7 15,-7 0-2-15,7 0 0 0,0 0 10 0,0 0 3 16,-7 0 0-16,-1 6 0 0,8-6 9 16,0 0 0-16,0 0 0 0,0 3 0 0,0-3 0 0,-10 10 0 15,10-10 0-15,-4 9 0 0,-6-2 27 0,10-4 7 16,-4 6 2-16,-3-3 0 0,-3 10 9 0,6-3 3 15,-7-4 0-15,1 0 0 0,6 7-27 0,-6 3-5 16,-1-3 0-16,8-4-1 0,-4 4-15 0,0-1 11 16,0-2-11-16,3-4 10 0,-3 1-10 0,7 5 0 15,0-5 0-15,-4-1 0 0,4 1 0 0,0-10 8 16,0 0-8-16,0 0 0 0,4 6 0 0,-4-6 8 16,0 0-8-16,0 3 0 0,0-3 8 0,0 0-8 15,0 0 0-15,7 6 8 0,-3 4-8 0,-4-10 0 0,0 0 0 16,7 6 0-16,-7-6 0 0,0 0 0 0,0 0 0 15,7 9 0-15,-7-9 15 0,0 4-3 0,0-4 0 16,10 6 0-16,1-6-12 0,-1 3 11 0,-6-3-11 0,6 0 10 16,5 0 0-16,-5 0 0 0,1 0 0 0,-1 0 0 15,4-3-10-15,-3 3 0 0,3 3 0 0,-3-3 0 16,3 0 0-16,3 6 0 0,1-6 0 0,-7 3 0 16,3 4 0-16,3-4 0 0,-9 9 0 0,2-2 0 15,1-1 0-15,-1 1 0 0,-6-1 0 0,3 0 0 16,-4 7 0-16,-3-3 0 0,7-4 0 0,-7 7 0 15,-7-1 0-15,7-2 0 0,7-4 0 0,-3 7 0 16,-1-7 0-16,-3 7 8 0,0-3-8 0,0 2 0 16,8-5 8-16,-8-1-8 0,-8 1 8 0,5-1-8 15,-1 7 12-15,-3-7-4 0,4 0 0 0,-8 7 0 0,1-6 1 16,-1-1 0-16,-3 0 0 0,0 1 0 0,-7-1-9 16,7 1 8-16,-8-1-8 0,8 0 8 0,-7-2-8 0,-4-4 0 15,11 6 0-15,-7-3 0 0,4-2-10 0,-5 2-4 16,1-6-1-16,-3 0 0 15,2-6-17-15,8 2-4 0,-10 4-1 0,6-9 0 16,0 0-115-16,4-7-22 0,-7 7-5 0</inkml:trace>
  <inkml:trace contextRef="#ctx0" brushRef="#br0" timeOffset="30462.607">31743 11522 2106 0,'0'0'93'0,"0"0"19"0,0 0-89 0,0 0-23 0,0 0 0 0,0 0 0 15,3 0 25-15,12-6 1 0,-5 6 0 0,1 0 0 16,13 0 10-16,-9-7 1 0,9 4 1 0,4-3 0 15,1 3-14-15,2-3-2 0,1-4-1 0,3 7 0 16,1-3-1-16,-1 3-1 0,0-4 0 0,-10-2 0 16,0 9-35-16,6-6-8 0,-6 3 0 0,-7-4-1 15,3 7-24-15,0 0-5 16,-7-3-1-16,7 3-620 0,-6-6-124 0</inkml:trace>
  <inkml:trace contextRef="#ctx0" brushRef="#br0" timeOffset="32178.515">27527 8857 633 0,'0'0'28'0,"0"0"6"0,0 0-34 16,0 0 0-16,0 0 0 0,7 0 0 0,-3-4 124 0,3-2 17 15,-4 6 4-15,4-6 1 0,-3 3-94 0,3 3-20 16,0-7-3-16,-7 7-1 0,0 0 1 0,0 0 0 15,7 0 0-15,-7 0 0 0,0 0-6 0,4-3-2 16,3-3 0-16,-7 6 0 0,0 0 17 0,0 0 3 16,0 0 1-16,0 0 0 0,-7 9-19 0,0-2-4 15,-4 2-1-15,4 1 0 0,-4-1-6 0,4 10 0 16,-3-4-1-16,-1 1 0 0,1-3-3 0,-4 6-8 16,3-4 12-16,-3 4-4 0,0-3 7 0,0 2 1 15,-1 1 0-15,1 6 0 0,0-6-2 0,-3 9 0 16,-1-2 0-16,-3 2 0 0,0 0-14 0,-1 3 8 15,1-2-8-15,-3-1 0 0,-1 6 8 0,4 1-8 0,-4-1 0 16,0-2 0-16,4 2 0 0,0 1 0 16,-4 8 0-16,4-5 0 0,-4 6 0 0,4-6 0 0,0 2 0 0,0-2 0 15,-4 6 0-15,8 0 0 0,-5-7 0 0,5 7 0 16,-4 0 8-16,3-6-8 0,0 6 0 0,1-10 0 16,-1 4 0-16,0 3 0 0,1-10 0 0,3 4 0 15,-4-1 0-15,0 1 8 0,4-7-8 0,0 6 0 16,0-6 8-16,0 7-8 0,-4-1 11 0,8-2-11 15,-4-7 11-15,3 3-11 0,4 3 10 0,0-2-10 16,-7-1 8-16,0 0-8 0,7 4 0 0,-4-11 9 16,4 5-9-16,-7 2 0 0,3-9 0 0,4 6 0 15,0-7 0-15,0 1 0 0,0 6 0 0,0-9 8 16,0 3-8-16,4-3 0 0,-1-4 0 0,-3 4 0 16,0-7 0-16,3 10 0 0,1-10 0 0,-1 1 0 15,-3-1 0-15,4-2 0 0,-1 2 0 0,1 0 8 0,-1 1 2 16,1-1 0-16,-1 1 0 0,1-1 0 0,-1-3 10 0,0-6 3 15,4 0 0-15,-3 10 0 0,-1-10-11 0,4 0-1 16,-7 9-1-16,7-9 0 0,0 0-2 0,0 0 0 16,0 0 0-16,-3 6 0 0,3-6-8 0,0 0 0 15,0 0 9-15,0 0-9 0,0 0 0 0,0 0 8 16,0 0-8-16,0 0 0 0,0 0 12 0,0 0-1 16,-4 3-1-16,4-3 0 0,-7 0 17 0,7 0 3 15,0 0 1-15,-3-3 0 0,-1-3-9 0,4 6-2 16,0-9 0-16,0 2 0 0,0-2-4 0,0 0 0 15,0-1-1-15,0 1 0 0,0-1-3 0,0 1-1 16,0 0 0-16,-3-1 0 0,-1-6 1 0,4 7 1 0,-3 0 0 16,3-7 0-16,-4 7-2 0,1-1-1 0,3 1 0 15,-4-4 0-15,1 7 0 0,-5-4 0 0,5 1 0 0,-4-7 0 16,0 7-10-16,3 0 0 0,-3-1 9 0,0 4-9 16,4-7 0-16,-4 4 9 0,3-7-9 0,-3 7 0 15,3-7 9-15,4 7-9 0,-3-1 0 0,3 1 9 16,0-7-9-16,0 7 0 0,0-1 0 0,0 7 0 15,0-6 0-15,3 0 0 0,-3-1 0 0,4 4 0 16,-4 6 0-16,0 0-9 0,0 0 9 0,0 0 0 16,0 0-11-16,0 0 11 0,0 0-10 0,0 0 10 15,0 0-8-15,0 0 8 0,0 0 0 0,7 6-9 16,-3 4 9-16,3-1-8 0,-4 0 8 0,4 4-8 16,-3-4 8-16,-4 7-12 0,3 3 12 0,1-4-12 0,3 4 12 15,-4 0-12-15,-3 0 12 0,4 3-12 0,-1-10 12 16,1 7 0-16,3-3 0 0,-3 3 0 0,3-4 0 15,-4-2 0-15,4 3 0 0,0-7 0 0,0 0 0 16,-3 1 9-16,3-1 0 0,0-2 0 0,0 2-9 0,0 0-11 16,4-2 3-16,-4-4 0 0,0 3 8 0,0-3 0 15,3-3 0-15,1 0 8 0,3 0 1 0,0-3 1 16,0-3 0-16,0 3 0 0,1-7 8 0,2-2 2 16,1 2 0-16,-1 1 0 0,5-4 9 0,2-2 3 15,1-4 0-15,0 3 0 0,-4-3-32 0,4 0-13 16,3 1 1-16,-4-1 0 0,-2-3 12 0,2 3 0 15,-2 0 0-15,-1 4 0 16,3 2-27-16,-2-3-2 0,-5-2-1 0,4 2 0 16,1 6-123-16,-1-2-25 0,0-4-5 0</inkml:trace>
  <inkml:trace contextRef="#ctx0" brushRef="#br0" timeOffset="33638.989">25742 11738 57 0,'0'0'0'0,"0"0"0"0,0 0 0 0,0 0 0 15,0 0 245-15,0 0 44 0,0 0 9 0,0 0 2 16,0 0-213-16,0 0-43 0,-3-6-8 0,3 6-1 0,0 0 6 0,3-9 2 15,-3 9 0-15,0-3 0 0,0-4 4 0,4-2 1 16,-4 9 0-16,0-3 0 0,3-4-7 0,1-2-1 16,-1 0 0-16,1 2 0 0,3-2 4 0,0 0 0 15,0 5 0-15,0-5 0 0,0-4-22 0,4 4-4 16,-1 0-1-16,1-1 0 0,3 1-4 0,-3-1-1 16,3 1 0-16,3 0 0 0,1 2 4 0,0-2 0 15,-1 0 0-15,4 9 0 0,4-4-16 0,-4-2 9 16,-7 6-9-16,4-3 8 0,-4-3-8 0,-3 6 0 15,3 0 0-15,-4 6-11 0,1-3 11 0,-4 3 0 16,4-2 0-16,-4 5 0 0,0-3 0 0,-4-3 0 16,4 7 0-16,0-4 0 0,-7 3 0 0,4 1 0 0,-1 6 0 15,1-4 0-15,-8-3 0 0,1 7-8 16,3 3 8-16,-4-3 0 0,1 2 0 0,-1 8 0 0,-3-8 0 16,0 1 8-16,4 6-8 0,-4-6 0 0,-4 6 0 0,0-3 0 15,-6 3 0-15,3-6 0 0,0 6 0 0,-4-6 0 31,0 0-24-31,-3 6-4 0,4-6 0 0,-5-1 0 0,5-2 13 0,-4 3 3 0,-1-3 0 0,1-7 0 16,0 0 12-16,3 1-11 0,-3 6 11 0,4-13-10 16,2 6 10-16,-2-3 0 0,3-3 0 0,0 4 0 15,0-7 0-15,-1 0 0 0,8 0 0 0,-3 0 0 16,6-7 11-16,4 7-3 0,-7 0 0 0,7 0 0 16,0 0-8-16,0 0 0 0,0-9 0 0,0 9 0 15,7-3-12-15,-3-3 12 0,6-4-10 0,1 10 10 16,0-3 0-16,3-3 0 0,-4 6 13 0,8-6-4 15,-1 2 6-15,1 4 1 0,0 0 0 0,-1 0 0 16,5 0-8-16,-1 4-8 0,3 2 11 0,-2 3-11 0,-1-2 15 16,0-4-4-16,0 6-1 0,0 0 0 0,0-2 2 0,1 8 0 15,-1-5 0-15,0-1 0 0,0 4-4 0,-3-4 0 16,-1 7 0-16,1-7 0 0,0 7-8 0,-4-3 8 16,3-4-8-16,-2 7 8 0,-5-7-19 0,1-3-4 15,3-3-1-15,-4 7 0 16,-3-10-100-16,0 6-20 0,4-3-4 0,-11-3-639 0</inkml:trace>
  <inkml:trace contextRef="#ctx0" brushRef="#br0" timeOffset="34356.162">26652 11694 1753 0,'-7'-18'77'0,"7"11"17"15,-3 7-75-15,3 0-19 0,0-9 0 0,3 0 0 0,1 5 32 16,3-5 4-16,-4 3 0 0,8-4 0 0,0 4-36 0,-1-3 0 16,4-1 0-16,0 1 0 0,1-1-9 0,-1 1 9 15,3 0-8-15,-3 2 8 0,4-2 0 0,0 6-8 16,-4-7 8-16,3 4 0 0,-2-3 0 0,-1 9 0 16,0-7 0-16,0 4 11 0,0 3 4 0,-3 0 1 15,3 0 0-15,-4 3 0 0,1 4-4 0,-1-1-1 16,1-3 0-16,0-3 0 0,-1 10-11 0,1-1 0 15,-4 0 0-15,3 1 0 0,-3 5 0 0,-3 4 0 16,3-3 0-16,-3 3 0 0,-1 6 0 0,-3-6 0 16,0 9 0-16,-3 0 0 0,-1-3 0 0,-3 3 0 15,0-3 0-15,0 4 0 0,-4 2 0 0,1-3 0 16,-1-3-12-16,1-3 12 0,-5 3-16 0,5 4 5 16,-4-11 1-16,0 8 0 0,-1-8 10 0,-2 1-8 15,-1-3 8-15,4 3-8 0,-4-10 8 0,4 7 0 0,0-7 0 16,-3 1 0-16,2-4 11 0,-2-3-3 0,3 3 0 0,3-6 0 15,-6 0-8-15,6 0 0 0,0 0 0 0,1 0 0 16,-1-6 0-16,1 6 0 0,-1-3 0 0,0-3 0 16,4-4-17-16,0 1-6 0,-3 2-1 0,3 4 0 15,3-3 6-15,-3 3 1 0,4-3 0 0,-4-4 0 16,3 10 17-16,4 0 0 0,0 0 8 0,0 0-8 16,0 0 21-16,0 0-1 0,0 0-1 0,11 0 0 15,3 10 11-15,3-10 2 0,1 0 1 0,3 6 0 16,4-3-1-16,0-3 0 0,-1 6 0 0,1-3 0 15,3 4-15-15,0 2-3 0,-3-3-1 0,0-2 0 16,-1 5 10-16,5 0 1 0,-8 1 1 0,4-1 0 0,-4 1-9 16,0 5-3-16,4-5 0 0,-4-1 0 0,-4 7-13 0,1-7 11 15,-4 1-11-15,4 5 10 0,-4-2-10 0,0-4-9 16,0-3 9-16,0 4-13 16,-3-1-120-16,3 1-24 0</inkml:trace>
  <inkml:trace contextRef="#ctx0" brushRef="#br0" timeOffset="37236.174">25601 12801 1234 0,'0'0'55'0,"0"0"11"0,-3 0-53 0,3 0-13 0,0 0 0 0,0 0 0 16,0 0 25-16,0 0 3 0,0 0 0 0,-4 0 0 31,4 0-49-31,0 0-10 0,0 0-1 0,-3 0-1 0,-1 7 25 0,0-4 8 0,1 3 0 0,-1-3 0 15,1 3 0-15,-1 4 0 0,-3-1 0 0,4 1 0 16,-1-1 18-16,-3 7 4 0,0-4 1 0,-3 4 0 16,-1 3-7-16,4 0-2 0,-7 3 0 0,3 0 0 15,1 3 12-15,-4 3 2 0,-1-3 1 0,1 3 0 16,0 0-2-16,0 7-1 0,0-1 0 0,0 1 0 16,0-7-4-16,0 10-1 0,3-4 0 0,-3-6 0 0,0 7-4 15,0 6-1-15,0-4 0 0,-1 1 0 0,1 6-5 16,0 0-2-16,-3 0 0 0,3 0 0 0,-1 3-9 15,-2-3 0-15,-1-1 0 0,-3 4 0 0,3-3 0 0,1-9 0 16,-4 9 0-16,-1 0 8 0,1-7-8 0,0 1 0 16,3 3 0-16,1-7 0 0,-1-2 16 0,0 2 2 15,1 1 0-15,3-7 0 0,0 6 1 0,-1-6 0 16,1-9 0-16,0 6 0 0,0-6-9 0,4 6-2 16,-1-6 0-16,0 0 0 0,4 6 7 0,-3-6 1 15,-1 0 0-15,1-4 0 0,3 4-3 0,-4 0 0 16,0 0 0-16,4 3 0 0,0-4 3 0,0 1 1 15,-3 0 0-15,3-3 0 0,0-4-17 0,-1 4-12 16,1 0 1-16,4-4 1 0,-4-2-3 0,3-1-1 0,1 4 0 16,-1-4 0-16,1-6-7 0,-1 7-2 0,1-4 0 15,3-3 0 1,-4 6-31-16,4-9-6 0,0 0-2 0,-3 0 0 16,3 0-22-16,-7 7-4 0,7-7 0 0,0 0-1 15,0 0-56-15,0 9-11 0</inkml:trace>
  <inkml:trace contextRef="#ctx0" brushRef="#br0" timeOffset="38307.037">24564 14899 518 0,'0'0'46'0,"0"0"-37"16,0 0-9-16,0 0 0 0,0 0 128 0,3-9 24 16,1 9 5-16,3-10 1 0,-7 10-97 0,0 0-19 15,4-3-4-15,-4 3-1 0,0 0 7 0,0 0 2 16,7-6 0-16,-7 6 0 0,0-9 2 0,3 2 1 15,-3-2 0-15,0 6 0 0,0-3 6 0,0-4 1 16,0 1 0-16,-3-1 0 0,3 4-10 0,-4-3-2 16,1-1 0-16,-1 1 0 0,1-10-3 0,-1 10-1 0,0-7 0 0,-3-3 0 15,4 0-4-15,-4 4 0 0,0-4-1 16,3 0 0-16,1 3-18 0,-1-3-3 0,1 1-1 0,-1 2 0 16,4 3-13-16,-3-2 8 0,-1 5-8 0,1-5 0 15,-1 5 0-15,0 1 0 0,4-1 0 0,-3 7 0 16,3-3 0-16,-4-3 0 0,4 9 0 0,0-7 0 15,4 4 0-15,-4 3 0 0,0 0 0 0,0 0-10 16,0 0 10-16,0 0-12 0,0 0 12 0,0 0-12 16,0 0 4-16,0 0 0 0,7 10 0 0,-3-1 0 15,3 0 0-15,-4 1 0 0,4-1 0 0,-3 7 0 16,-4 3 8-16,3 0-10 0,-3 6 10 0,0 0-10 16,-3-3 10-16,3 9-10 0,-4-3 10 0,1 1-10 15,-1 5 10-15,1-6 0 0,-4 7 0 0,-1-7 0 0,5 3-8 16,-4-2 8-16,3-11-8 0,-3 11 8 0,4-11 0 15,-4 4 0-15,3-3 0 0,1-6 0 0,-1 2 0 16,1-5 0-16,3-1 0 0,0 1 0 0,0-10 13 0,0 0 2 16,7 9 0-16,0-9 0 0,3 0 5 0,4-3 2 15,1-3 0-15,-1-4 0 0,3 1-2 0,4-1 0 16,1-5 0-16,-1 2 0 0,0-3-5 0,4-2-2 16,3-7 0-16,0 6 0 0,4-6 1 0,-4 3 0 15,4-3 0-15,0 0 0 0,3 6-14 0,-3 3 0 16,-4 4 0-16,-3-4 0 0,3 3-9 0,-4-2-5 15,-2 5-1-15,-1-5 0 16,0 5-35-16,-7 7-7 0,0-3-2 0,-3-4 0 16,3 10-130-16,-4-6-27 0,-10 6-4 0,0 0-2 0</inkml:trace>
  <inkml:trace contextRef="#ctx0" brushRef="#br0" timeOffset="39194.017">24067 15987 979 0,'0'0'87'0,"0"0"-70"16,-4 0-17-16,0 0 0 0,4 0 164 0,-3 0 28 16,-1 0 7-16,-3 0 1 0,0 0-157 0,7 0-31 15,-3 10-12-15,-1-1 8 0,1 1 12 0,-4-1 3 16,3 7 0-16,1 3 0 0,-1-1 2 0,1 7 1 0,3 4 0 16,0-4 0-16,0 9 13 0,0 4 2 0,0-4 1 0,0 10 0 15,0 0-21-15,-4 3-4 0,0 6-1 0,-6-2 0 16,-1-4-16-16,-3 9 0 0,0-6 8 0,4 4-8 15,-1-7 0-15,0-3 0 0,1-10 8 0,-1 1-8 16,-3-7 0-16,7 0 0 0,0-3 0 0,0-6 0 31,0-3-34-31,3-7-4 0,4-9-1 0,0 0-858 0</inkml:trace>
  <inkml:trace contextRef="#ctx0" brushRef="#br0" timeOffset="39877.244">24892 16172 806 0,'-14'-6'72'0,"7"6"-58"16,3-3-14-16,-3-3 0 0,0 3 118 0,0-4 21 0,4 7 4 0,-4-9 1 15,0 9-97-15,-1-6-19 0,5 6-4 0,-4-4-1 16,3-2 28-16,-3 3 5 0,0-3 2 0,-3 6 0 16,3-3-25-16,0-4-5 0,-4 7 0 15,4-3-1-15,-4-3-6 0,1 6-1 0,3 0 0 16,-4 0 0-16,1 0 12 0,-1 9 1 0,0-9 1 0,1 7 0 15,-1-4-10-15,1 6-3 0,-8 1 0 0,7-4 0 16,-3 10-1-16,4-4-1 0,-1 4 0 0,-3-7 0 16,7 10-5-16,-4 0-1 0,1 0 0 0,-1 6 0 15,4-6-4-15,-3 6-1 0,2-7 0 0,1 1 0 16,4 6-8-16,-1 0 0 0,1-12 0 0,3 12 0 16,0-6 0-16,3-3 0 0,1-4 0 0,3 4-11 15,0-7 3-15,0 1 0 0,7-4 0 0,-3-3 0 16,3-3 8-16,0 0-8 0,0 0 8 0,4-3-8 15,-4-7 8-15,3 4 0 0,1-3 0 0,0-1 0 0,-4-5 0 16,4 2 0-16,-4-6 0 0,3-3 0 16,-3 10 9-16,4-7-9 0,0-3 12 0,-4 3-12 0,0-3 19 15,0-3-3-15,0 6-1 0,0-6 0 0,0 7-3 0,-3 2-1 16,-1-3 0-16,-2 10 0 0,2-1-11 0,-6 1 12 16,-1 3-12-16,-3 6 12 0,0 0 1 0,0 0 1 15,0 0 0-15,0 0 0 0,-7 9-14 0,4 7 8 16,-4 2-8-16,-1 1 0 0,-2-3 8 0,-1 12-8 15,4-3 0-15,0 3 0 0,0 1 11 0,-3 5-11 16,6-9 12-16,-3 13-12 0,0-4 28 0,3 4 0 16,-3-3-1-16,4 2 0 0,-4 7-15 0,3-3-2 15,-3 6-1-15,0-3 0 0,0 3-9 0,0 3 0 0,3-6 0 16,1-7 0-16,-4 1 0 0,7-3 0 16,-4-1 0-16,8-6 0 15,-1-9-40-15,1 6-1 0,-1-9 0 0,5-7-652 0,-1 1-131 0</inkml:trace>
  <inkml:trace contextRef="#ctx0" brushRef="#br0" timeOffset="42843.123">19618 8606 1447 0,'0'0'64'0,"0"0"13"0,0 0-61 0,-7 0-16 0,0 0 0 0,-4 0 0 0,11 0 27 16,-7 3 2-16,4 3 1 0,-4 0 0 0,7-6-17 0,0 0-3 15,0 4-1-15,0-4 0 0,-4 9 12 0,1-3 3 16,3-6 0-16,0 10 0 0,0-10-2 0,0 3 0 15,-4 6 0-15,8-3 0 0,-1 4-2 0,1-1 0 16,-4 1 0-16,0 5 0 0,7-5-20 0,0-1 9 16,-7 10-9-16,3-10 0 0,1 10 24 0,-1-3-1 15,1 3-1-15,-4-4 0 0,3-2 6 0,4 9 2 16,1-3 0-16,-1-1 0 0,0 1-10 0,0 0-3 16,3 6 0-16,4-6 0 0,-3 6 0 0,0-6 0 15,-1 9 0-15,4-9 0 0,-3 6-7 0,-1 3-2 16,1-3 0-16,0 0 0 0,-1 4-8 0,1-4 8 15,-1-3-8-15,1 9 8 0,-1-9-8 0,-2 12 0 16,-1-5 9-16,0 5-9 0,0-9 8 0,0 10-8 0,0-7 8 0,3 0-8 16,1-3 13-16,0 4-1 0,-1-4-1 0,1 3 0 15,3-3 0-15,-4 3 0 0,1-9 0 0,3 6 0 16,0 0 0-16,-3-6 0 0,3 6 0 0,-3-3 0 16,3-3-3-16,-4 6-8 0,1 0 12 0,-1 3-4 15,1-9 0-15,-4 6 0 0,0 3 0 0,0 7 0 16,4-7-8-16,-4 3 8 0,-7 1-8 0,7-1 8 15,0-3-8-15,-4 1 0 0,1-4 9 0,3 0-9 16,4-3 20-16,-1 3-1 0,-3-6 0 0,0-1 0 16,4-2-19-16,-1 3 0 0,-6 0 8 0,7-4-8 15,-4 1 0-15,0-3 0 0,0 2 0 0,0-2 0 16,-4 3 0-16,1-7 12 0,3 7-3 0,-4-7 0 0,4 0-9 16,-3 1 0-16,0 5 0 0,-1-5 0 15,1-1 11-15,-1 1-3 0,-6-1-8 0,6 1 12 0,-3-1-12 16,0-9 9-16,0 9-9 0,0-9 8 0,0 0-8 0,0 0 8 15,0 0-8-15,0 0 8 0,0 0-8 0,0 0 10 16,0 0-10-16,0 0 10 0,0 0-10 0,0 0 0 16,0 0 0-16,0 0-11 15,0 0-40-15,0 0-8 0,11 0-1 0,-11 0-1 16,0 0-121-16,7 7-24 0,-7-7-5 0,0 0-1 0</inkml:trace>
  <inkml:trace contextRef="#ctx0" brushRef="#br0" timeOffset="44003.857">20362 10722 633 0,'0'0'28'0,"0"0"6"0,0 0-34 0,0 0 0 0,0 0 0 0,0 0 0 16,0 0 83-16,0 0 9 0,0 0 3 0,0 0 0 15,0 0-64-15,-3-3-13 0,3 3-2 0,0 0-1 16,-4-6 21-16,4-3 5 0,0 2 1 0,0 7 0 16,0-3 7-16,0-3 2 0,4-4 0 0,-1 1 0 15,-3 0 17-15,4-1 3 0,-1 1 1 0,4-1 0 16,-3 4-1-16,0-3 0 0,-1-1 0 0,1 1 0 16,3-7-20-16,-4 7-4 0,8-4-1 0,-4-2 0 15,0-4-17-15,3 9-3 0,1-8-1 0,-4 2 0 16,4-3 5-16,-1 3 1 0,1-2 0 0,-1-1 0 0,1 3-18 15,3-3-3-15,-3 0-1 0,-4 1 0 0,3-1-9 16,-3 3 0-16,4-3 0 0,0 4 8 0,-4 2-8 0,0-3 8 16,3 1-8-16,-3 2 8 0,0 4-8 15,-3-1 12-15,-4-5-12 0,3 8 12 0,-3 4-12 0,4-3 0 16,-1 3 9-16,-3 3-9 0,0 0 0 0,0 0 9 16,0 0-9-16,0 0 0 0,0 0 0 0,0 0 0 15,0 0 0-15,0 0 0 0,4 3 0 0,0 6-9 16,-4 4 9-16,3 0 0 0,-3-4 0 0,0 0-8 15,0 1 8-15,-3-4 0 0,3 10 0 0,-4-4 0 0,0-2 0 16,4 5 0-16,-3 4 0 0,-1 0 0 0,1 0 0 16,-1-4-8-16,1 11 8 0,-1-4 0 0,-3 3 0 0,0-7 0 15,0 8 0-15,0-8 0 0,4 1 0 16,-5-3 0-16,-2 3 0 0,6-4 0 0,-3-5 0 16,4-1 0-16,-4-6 0 0,3 10 0 0,-3-4 0 0,4 1 8 15,-4-1-8-15,3-6 0 0,-3 3 0 0,3 4 0 16,-3-1 0-16,4-2 0 0,-1-4 0 0,4-3 0 15,-3 6 0-15,-4 3 8 0,0-6-8 0,0 4 0 16,0-4 0-16,0 3 0 0,3-6 0 0,-3 10 8 16,0-10-8-16,0 6 9 0,0-3-9 0,0-3 10 15,-4 0-1-15,4 6 0 0,0-6 0 0,-4 0 0 16,4-6 8-16,-3 6 2 0,-4 0 0 0,3 0 0 16,-3 0 4-16,0 0 1 0,0-3 0 0,0-3 0 15,0 6 0-15,-4-7 1 0,0 4 0 0,1 3 0 0,-1-6 3 16,0-4 1-16,1 10 0 0,-4-3 0 0,6-3-11 15,1 3-2-15,-7-3-1 0,7 6 0 0,-4 0-15 0,1 0 8 16,-1 0-8-16,4 0 0 0,0 0 0 0,0 0 0 16,3 6 0-16,1-6 0 0,3 0 0 0,0 0 0 15,-4 0 0-15,7 0 0 0,4 0 0 0,-7 0 0 16,0 0-9-16,0 0 9 0,0 0-16 0,7 0 2 16,0 0 1-16,0 0 0 15,0 0-86-15,0 0-17 0,0 0-3 0,0 0-618 16,0 0-124-16</inkml:trace>
  <inkml:trace contextRef="#ctx0" brushRef="#br0" timeOffset="44861.959">20401 11453 1209 0,'0'0'53'0,"-7"0"12"0,0 0-52 0,4 6-13 0,3-6 0 0,0 0 0 15,0 0 116-15,0 0 21 0,-8 3 4 0,8-3 1 16,0 0-108-16,0 0-22 16,0 0-4-16,0 0 0 0,11 7 16 0,-4-4 3 0,0-3 1 0,4 0 0 15,3 0 16-15,-4 0 4 0,5-3 1 0,2-4 0 16,1 7-25-16,-1-3-6 0,5-3-1 0,2 0 0 15,-3 3-7-15,4 3-2 0,-4-7 0 0,1 7 0 16,2 0-8-16,-6 0 0 0,3 0 0 0,0 0 0 16,-3-3 0-16,3 3 0 0,-7 3 0 0,4-3 0 15,-1 0 0-15,1 0 0 0,0 0 0 0,-4 0 0 16,0 0 0-16,0 0 10 0,0 0-10 0,0-3 10 16,-3 3-1-16,3-6 0 0,-4 3 0 0,5-3 0 15,-8 6-9-15,7-4 0 0,-4-2 0 0,-3 6 8 16,4 0-8-16,-4 0 0 0,-7 0 0 0,0 0 0 15,0 0 0-15,7 0 0 0,-7 0 0 0,0 0 0 16,7 10 0-16,-7-10 0 0,0 0 0 0,0 9 0 0,0 0 15 16,0-2 7-16,0 2 2 0,-3 0 0 0,-1 1-24 0,-3-4 0 15,0 4-10-15,0 2 10 0,3-3 0 0,-3 7 16 16,-3-6-2-16,-1-1 0 0,4 0-6 16,0 7-8-16,-4 0 11 0,1-4-11 0,-1 4 16 0,1-7-3 15,-4 10-1-15,3-3 0 0,-7 3 4 0,4-1 0 16,0 1 0-16,-3 0 0 0,-1 3 5 0,0-3 2 15,1 0 0-15,-1 6 0 0,-3-3-23 0,7-3 0 16,3 6 0-16,-3-7 0 0,-7 8 0 0,3-1 0 16,1-7 0-16,-1 8 0 0,4-5 0 0,-4-5 0 15,1 9 0-15,-1-3 0 0,4 0-12 0,0-3-3 16,0-7-1-16,3 10 0 0,-3-9 6 0,0 6 1 0,3-4 0 0,4 4 0 31,-3 0-143-31,-1-3-29 0,4-1-6 0</inkml:trace>
  <inkml:trace contextRef="#ctx0" brushRef="#br0" timeOffset="51862.69">17628 8662 460 0,'0'0'20'0,"0"0"5"15,0 0-25-15,0 0 0 0,-3 6 0 0,-4-6 0 16,3 4 143-16,1 2 23 0,-4 0 5 0,0-3 1 0,0 7-124 0,3-10-24 16,4 0-4-16,-7 9-2 0,0-3-18 0,0-3 10 15,3 4-10-15,-3-4 8 0,0 3-8 0,0 4 10 16,-3 5-10-16,2-2 10 0,1-4 1 0,0 7 0 16,-7 3 0-16,4-1 0 0,-1-2 8 0,4 9 1 15,-4-3 1-15,-3 3 0 0,-3 0-7 0,-1 0-2 16,0 4 0-16,1-7 0 0,-1 9 4 0,4-3 0 15,-4 0 0-15,1 1 0 0,-1 2 0 0,0-3 1 16,1 0 0-16,-1-2 0 0,4 2-1 0,-4-3-1 16,1 3 0-16,3 0 0 0,0-3 7 0,-4 4 2 15,4-4 0-15,0 3 0 0,0 6-16 0,-4-5-8 16,0 2 8-16,1-3-8 0,-1 0 0 0,0 1 0 0,1 2 0 16,3-3 0-16,-7 0 9 0,3-2-9 0,0 2 12 15,1 0-12-15,-5-3 12 0,5 3-12 0,-1 7 12 16,4-7-12-16,-4 3 0 0,1-2 0 0,3-1 0 15,-4 0 0-15,4 7 10 0,0-7-10 0,0-3 8 0,0 3-8 16,3-3 0-16,0 0 8 0,-3-6-8 0,4 9 0 16,-4-9 8-16,3 6-8 0,0-6 8 0,-3 0-8 15,4 6 8-15,-1-6-8 0,1 0 0 0,-1 6 8 16,0-7-8-16,1 8 12 0,-1-8-12 0,1 1 12 16,-1 6-12-16,0-6 0 0,1 0 9 0,-1 6-9 15,1-6 19-15,-1-4-1 0,1 4 0 0,-1 0 0 16,4-3-18-16,-4-4-16 0,1 4 4 0,-1 0 0 15,1-4 12-15,3 4 13 0,-1-7-2 0,-2 7-1 16,3-4 3-16,0-2 1 0,-4 6 0 0,8-7 0 0,-1 7-14 16,-3-4 9-16,4-2-9 0,-4 2 8 15,3 1-8-15,-3-4 0 0,-4 7 0 0,4-7 0 0,0 10 0 0,0-10 8 16,-3 7-8-16,-1-6 0 0,0 5 0 0,4-2 0 16,0-4 0-16,0 1 0 0,0-1 0 0,0-3 0 15,0 4 0-15,0-4 0 0,4-3 0 0,-5 6 8 16,5-2-8-16,-1-4 0 0,4-3 19 0,-7 9-2 15,0-2 0-15,0-4 0 0,4 3-5 0,-4 0-2 16,0-3 0-16,3 7 0 0,-3-4-10 0,3-3 8 16,1-3-8-16,3 0 8 0,-4 6-8 0,4-6 10 15,0 0-10-15,-3 0 10 0,-4 0 2 0,7 0 1 16,-7 0 0-16,7 0 0 0,-4-6 4 0,-3 6 1 0,4-3 0 16,3 3 0-16,-7-6-2 0,3 6 0 15,-3-10 0-15,4 10 0 0,-1-3-8 0,-3-3-8 0,3 6 12 0,1-6-12 16,-1 6 8-16,1-3-8 0,-1-4 0 15,1 7 0-15,-1-3 0 0,1-3 0 0,3-4 0 0,-7 7 0 16,7-3 16-16,-4-3-3 0,4-1-1 0,-3 1 0 16,-1-1 10-16,4 1 2 0,0-7 0 0,0 7 0 15,0 0-13-15,4-1-3 0,-8-6 0 0,4-2 0 16,4 8 1-16,-4-5 0 0,3 2 0 0,-3-3 0 16,0 7-9-16,4-7 12 0,-4 7-12 0,0-1 12 15,0 1-12-15,3 0 0 0,-3 2 0 0,4 4 0 16,-4 3 0-16,0 0 0 0,0 0-8 0,0-6 8 15,0 6 0-15,0 0-9 0,0 0 9 0,0 0 0 16,7 0-9-16,-7 0 9 0,0 0 0 0,0 0-9 16,0 0 9-16,0 0 0 0,0 0 0 0,0 0-8 0,0 0 8 15,0 0 0-15,0 0 0 0,3 6 0 0,-3 10 0 0,0-4-10 16,0 4 10-16,0 3 0 0,0 0-9 0,0 0 9 16,0 6 0-16,-3-7-9 0,3 8 9 0,0-8 0 15,0 7 0-15,0-6 0 0,0 0 0 0,3 0 0 16,-3-3 0-16,0-1 0 0,0-2 0 0,4 2 0 15,-4-5 0-15,0-1 0 0,0 1 0 0,3-1 0 16,1 0 0-16,-4-9 0 0,0 0 0 0,0 0 0 16,3 10 0-16,-3-10 0 0,0 0 0 0,4 9 0 15,-4-9 0-15,0 0 8 0,3 7-8 0,5-4 11 16,-8-3-11-16,7 6 12 0,0 0 14 0,3-6 3 16,4-6 1-16,-3 6 0 0,3 0-2 0,0-6-1 15,7-4 0-15,-3 7 0 0,3-6-7 0,0 2-2 0,4-2 0 16,-4-7 0-16,-7 7-18 0,4 0-17 0,0-1 3 0,3 1 1 15,0-1 37-15,-4 1 7 0,5 0 1 0,-5-1 1 16,1-6-33-16,0 7 0 0,-4-7 0 0,0 7 0 16,0-4-14-16,-4 4 0 0,1 0 0 0,3-1 0 31,-7-2-20-31,4 2-4 0,-1 1-1 0,1-1 0 16,-4 7-41-16,4-6-9 0,-4-4-2 0,3 10-600 0,1-6-120 0</inkml:trace>
  <inkml:trace contextRef="#ctx0" brushRef="#br0" timeOffset="56698.138">15861 11594 633 0,'0'0'28'0,"0"0"6"0,0 0-34 0,0 0 0 0,0-6 0 0,3 6 0 16,-3 0 121-16,0-10 18 0,0 10 3 0,0-3 1 15,0 3-108-15,0-6-22 0,0 0-4 0,0 6-1 16,-3-3-8-16,3 3 0 0,0 0 0 0,-4-7 0 16,-3 7 0-16,4-3-14 0,-1-3 5 0,4 6 1 15,0 0 8-15,-7 0 11 0,0-3-3 0,0-3 0 16,4 6 13-16,3 0 3 0,0 0 0 0,-4-4 0 15,-3-2 48-15,0-3 11 0,3 9 1 0,-3-10 1 16,0 4-10-16,-3-3-3 0,3 9 0 0,-4-10 0 16,0 10-12-16,4-3-4 0,-7-3 0 0,4 6 0 0,-4-3-43 0,0 3-13 15,-1 0 0-15,-2 0 8 0,3 0-8 16,-4 3 8-16,4-3-8 0,-4 6 8 0,1-3-8 0,3 4 0 16,-8-4-11-16,5 6 11 0,-4-3 0 0,-1 4 0 15,5-1 11-15,-4 1-3 0,-4-1-8 0,4 0 0 16,-4 7 0-16,4-7 0 0,0 7 0 0,3-3 17 15,4 2-2-15,0 10-1 0,0-6-14 0,-4 0 0 16,0 6 0-16,1-3 0 0,-1 3 0 0,4 3 0 16,0-3 0-16,0 4 0 0,-4-4 0 0,4 9 0 15,0-5 0-15,3 5 0 0,-3 1 0 0,4-7 0 16,-1 6 0-16,4-6 0 0,0 10 0 0,3-3 0 0,-3-7 0 16,4-3 0-16,3 3 0 0,0-3 0 0,3 0 0 15,1-6 0-15,3 0 0 0,0 0 0 0,0-10 8 16,4 7-8-16,-1-1 0 0,4-2 0 0,4 3 0 0,0-4 0 15,-1 1 0-15,1-1 0 0,3-2 8 0,4-1-8 16,3-3 12-16,4-2 0 0,3 2 0 0,0-6 0 16,1 0-12-16,-5 0 0 0,5 0 0 0,-5-6 0 15,5 2 0-15,-1-2 9 0,0-3-9 0,0-1 12 16,1 1-4-16,-1 0-8 0,-7-1 12 0,4-6-4 16,3 4 8-16,-3-4 0 0,0 1 1 0,-4 2 0 15,0-3-2-15,0-3-1 0,-3-6 0 0,0 7 0 16,0-7 3-16,-4 6 1 0,0-10 0 0,0 4 0 15,-3-3 1-15,-1 0 0 0,1-7 0 0,-4 10 0 16,-3-3-3-16,-1 0 0 0,-3 3 0 0,0-3 0 16,-3 3 8-16,3-1 2 0,-7-2 0 0,0 3 0 0,-4 3-10 15,1-3-1-15,-1 0-1 0,-3 6 0 0,0-6-14 16,0 3 9-16,-3 3-9 0,-1-3 8 0,-3 4-8 16,0-1 0-16,0 3-10 0,-4 7 10 0,0-4-15 0,-3-3 3 15,0 7 1-15,0-7 0 0,0 7 11 0,0 0 0 16,-1 5 0-16,-2-2 0 0,3-3-11 0,-1 9 0 15,1 0 0-15,4 0 0 16,-5 0-33-16,1 0-8 0,4 9 0 0,-5-9-1 16,1 10-87-16,4-1-18 0,3 0-3 0,-4 1-731 0</inkml:trace>
  <inkml:trace contextRef="#ctx0" brushRef="#br0" timeOffset="59489.955">14781 12783 759 0,'0'0'33'0,"0"0"8"0,0 0-33 0,0 0-8 15,0 0 0-15,0 0 0 0,0 0 44 0,0 0 6 16,0 0 2-16,0 0 0 0,0 0-3 0,0 0 0 16,0 0 0-16,0 0 0 0,0 0-4 0,0 0-1 15,-7 0 0-15,0 6 0 0,-3-3-10 0,3-3-2 0,0 9-1 0,0-9 0 16,-1 10 9-16,1-4 3 15,7-6 0-15,-7 3 0 0,0 7-15 0,-3-4-2 0,6 3-1 16,-3 1 0-16,0-1-14 0,0 1-3 0,4-1-8 0,-5 0 12 16,1 7 4-16,0 0 0 0,-3-4 0 0,3 4 0 15,0 3 2-15,-4-4 1 0,0 4 0 0,1 0 0 16,-1 0 1-16,-3 6 1 0,4 0 0 0,-4-3 0 16,-1 9 3-16,-2-9 0 0,3 10 0 0,0-4 0 15,-4-3 2-15,0 3 1 0,4 0 0 0,-3 1 0 16,2-4-17-16,1 3-10 0,-3 0 12 0,-1 4-12 15,4-4 13-15,-7 0-4 0,3 6-1 0,-3-5 0 16,0 5 0-16,3-6 0 0,-3-3 0 0,0 10 0 16,7-7-8-16,-4 7 0 0,0-7 0 0,1 0 0 15,-1-3 10-15,0 3 0 0,1-2 0 0,-1 2 0 16,4-3 6-16,-4 0 2 0,4-3 0 0,-3 3 0 16,3 0-4-16,-1-6-1 0,5 0 0 0,-4 6 0 0,3-6 0 15,1-1 0-15,-4 1 0 0,6-3 0 0,-6 3-5 16,4 0-8-16,-1-4 11 0,1 4-11 0,-1 0 9 0,0-3-9 15,1 2 0-15,-1 1 9 0,1-3-9 0,-1 3 0 16,1-1 0-16,-5 1 0 0,5-3 15 0,-1 0-3 16,-3-4 0-16,4 4 0 0,-1-7 10 0,0 10 2 15,1-10 0-15,-1 7 0 0,-3-6-10 0,7 5-2 16,4-2 0-16,-5 2 0 0,-2-5-12 0,-1-1 0 16,4 10 8-16,-3-10-8 0,-1 1 0 0,0 6 0 15,4-7 0-15,0 7 0 0,-3-7 0 0,3 0 8 16,-4 1-8-16,4-1 0 0,0 1 0 0,-4-1 0 15,4-3 8-15,0 4-8 0,-3-1 0 0,3 1 8 0,0-1-8 16,0 0 0-16,-4 1 15 0,4-1-3 0,0 1-1 0,0-4 0 16,0 3-11-16,0 1 10 0,3-1-10 0,-3 1 10 15,4-1-10-15,-4-3 0 0,3-3-10 0,1 4 10 16,-5 2 0-16,1-3 20 0,4 4-4 0,-1-7 0 16,1 3-6-16,3-6-2 0,-7 3 0 0,7-3 0 15,0 0 0-15,-4 10 0 0,1-10 0 0,3 0 0 16,-7 6 0-16,7-6 0 0,0 0 0 0,-4 3 0 15,4-3-8-15,0 0 0 0,0 0 0 0,0 0 0 16,0 0 0-16,0 0 0 0,0 0 0 0,0 0 0 16,0 0 0-16,0 0 0 0,0 0 0 0,0 0-11 15,0 0 11-15,0 0 0 0,0 0 0 0,0 0 0 16,0 0 11-16,0 0-3 0,0 0 0 0,0 0 0 0,0 0-8 16,0 0 10-16,0 0-10 0,0 13 10 15,0-13-10-15,0 0 0 0,0 0 0 0,-3 3 0 16,3-3 0-16,0 0 0 0,0 9 0 0,0-9 0 0,3 10 0 0,-3-10 0 15,0 0 0-15,-3 9 0 0,3-9 0 0,0 0 0 16,0 0 0-16,0 9 0 0,-4-2 0 0,4-7 0 16,0 0 0-16,0 9 0 0,-3-3 0 0,3-6 0 15,0 0 0-15,0 0 0 0,0 3 0 0,0-3 0 16,0 0 0-16,-4 10 0 0,4-10 0 0,0 0 0 16,0 0 0-16,0 9 0 0,0-9 0 0,0 0 0 15,0 7 0-15,-4-4 0 0,4-3 0 0,0 0 0 16,-3 6 0-16,3-6 0 0,0 0 0 0,-4 9 0 15,4-9 0-15,0 0 0 0,0 0 0 0,0 0 0 0,0 0 9 16,0 0-9-16,0 0 0 0,0 0 9 16,-7 0-9-16,7 0 0 0,0 0 12 0,0 0-4 0,0 0 0 15,0 0-8-15,-7-6 16 0,7 6-3 0,0 0-1 16,-3-3 0-16,3 3 5 0,-4-6 1 0,1 6 0 0,-4-3 0 16,3-4-18-16,-3 4 0 0,7-3 8 0,-3-4-8 15,-1 7 0-15,1-3 0 0,-1-3 0 0,0 2 0 16,4-2 9-16,-3-4-1 0,-1 4-8 0,4-7 12 15,0 1-12-15,0 2 0 0,-3-6 0 0,6-3 0 16,-3 4 0-16,4-1 0 0,-1-6 0 0,5 6 0 16,-5 0 0-16,4-6 0 0,0 6 0 0,-3 7 0 15,3-10 0-15,0 9 0 0,0-3 0 0,-4-2 0 16,4 2 0-16,-3 6 0 0,-1-2 0 0,1-4 0 16,-4 7 0-16,4 3 0 0,-4 2 0 0,0-2 0 0,0 6 0 15,0 0 0-15,0 0 0 0,0 0-10 0,0 0-2 0,0 0-1 16,0 0 0-16,0 0 0 0,0 0-1 15,-4 10 0-15,4-1 0 0,-4 7 0 0,4-1 6 0,0-2 8 16,0 3-13-16,0 2 5 0,4 7 8 0,-4-6 0 16,-4 10 0-16,4-4 0 0,-3 3 0 0,3-3-8 15,-7 3 8-15,3 0 0 0,-3-3 0 0,4 1 0 16,-1-8 0-16,1 1 0 0,-1 0 0 0,1-3 0 16,-1 2 0-16,4-2 0 0,-3-6 0 0,3-1 0 15,3 0 0-15,1 1 0 0,-1-1 0 0,4-3 0 16,0-2 0-16,0 2 0 0,4-3 8 0,3-3 0 15,-3 0 0-15,3 0 0 0,3 0 1 0,1 0 1 16,3-3 0-16,0-3 0 0,4 2-10 0,0-5 10 16,3 0-10-16,-3-4 10 0,-4 4-2 0,4 6 0 0,-1-7 0 15,1 4 0-15,0-4-21 0,-1 10-5 0,-3-9-1 0,4 9 0 32,-4 0-65-32,1 0-12 0,-8 0-4 0,3 6 0 15,1-3-144-15,-4 4-28 0</inkml:trace>
  <inkml:trace contextRef="#ctx0" brushRef="#br0" timeOffset="60467.725">12090 16025 1630 0,'0'0'72'0,"0"0"16"0,0 0-71 15,0 0-17-15,0 0 0 0,0 0 0 0,0 0 67 0,0 0 9 0,0 0 3 0,0 0 0 16,-4 6-19-16,4-6-4 0,0 0-1 0,0 0 0 15,0 0-34-15,0 0-6 0,0 0-2 0,7 10 0 16,4-4-13-16,-1-3 0 0,1-3 0 0,3 6 0 16,0-2 12-16,0 2-4 0,0-6-8 0,4 3 12 15,-4 3 0-15,4-3 0 0,-4 4 0 0,0-7 0 16,4 6 0-16,-1-3 0 0,1-3 0 0,0 6 0 16,3-3 2-16,-4-3 0 0,1 0 0 0,0 0 0 15,-4 0-4-15,3 7-1 0,5-7 0 0,-5 3 0 16,-3-3-9-16,0-3 0 0,4 3 0 0,-4 0 8 15,0-7-8-15,0 7 8 0,1-3-8 0,-1-3 8 0,0-3-20 16,3 9-5-16,-2-10-1 0,2 4 0 16,-3 3-22-16,0-7-4 0,0 4 0 15,1-3-1-15,-8-1-116 0,7 1-23 0,-4 3-5 16,1 2-1-16</inkml:trace>
  <inkml:trace contextRef="#ctx0" brushRef="#br0" timeOffset="61251.106">12929 15818 1364 0,'0'0'60'0,"0"0"13"0,0 0-58 0,0 0-15 0,7-3 0 0,0-3 0 16,4-4 32-16,0 1 3 0,-4 3 1 0,0-4 0 15,7 7 3-15,-4-6 1 0,-3-1 0 0,4 4 0 0,0-3-7 0,-4 2-1 16,3-2 0-16,-3 6 0 15,0-4 18-15,0 4 3 0,4-3 1 0,0 3 0 16,-4-3-17-16,-4 2-3 0,8-2-1 0,-4 0 0 0,-4 3-13 0,8 3-2 16,-4 0-1-16,4-6 0 0,-1 6 3 0,1 0 1 15,-4 0 0-15,0-4 0 0,3-2 15 16,1 6 4-16,-4 0 0 0,4-3 0 0,-4-3-1 0,3 6 0 16,-3 0 0-16,0 0 0 0,4 0-31 0,-4 0-8 15,-7 0 0-15,7 6 0 0,0-3 0 0,4-3-8 16,-8 10 8-16,4-4-12 0,-3 9 12 0,3-2 8 15,0 3-8-15,-4-4 11 0,1 13-11 0,0-6 0 16,-1-3 0-16,-3 9 0 0,0-6 8 0,0 0 0 16,-3 6 0-16,3-3 0 0,-4 3-8 0,-3 3 0 15,0-3 0-15,0 0 0 0,-4-3 8 0,1 3 0 16,-1 0 0-16,-3 3 0 0,-4 7 0 0,1-7 0 0,-1 7 0 16,0-1 0-16,4-6-8 0,-7 10 0 0,-4-13 0 15,4 3 8-15,0 4-8 0,0-4 12 0,0-9-12 16,3 6 12-16,-3-6 5 0,3-1 2 0,1-2 0 0,3-3 0 15,-1-4-8-15,5-9-2 0,-4 6 0 0,3-3 0 16,-3-3-1-16,4-3 0 0,-1-3 0 0,4 6 0 16,-4-9-8-16,4-1 0 0,-3 1 0 0,3-10 0 15,3 3 0-15,-3 4 0 0,3-4 0 0,1-3-11 16,-1 4 11-16,4-4 0 0,0 9 0 0,4-5 0 16,-4 5 0-16,3 1 0 0,5-1 0 0,-8 10 0 15,7-3-18-15,3-3-2 0,4 3 0 0,0 3 0 16,4 0 20-16,0 0 9 0,3 0-1 0,0 3 0 0,0-3-8 15,0 9 0-15,4-2 0 0,0-4 0 0,-4 6 18 0,4-2 2 16,-4 2 0-16,3 0 0 0,-2 7-7 0,-1-7-1 16,3 4 0-16,-6 3 0 0,3-7-12 0,-3 10 8 15,3-10-8-15,0 7 0 0,-3 0 10 0,0-4-10 16,3-2 10-16,-4-1-10 0,1 7 0 0,0-7 0 16,3 1 0-16,0-4 0 0,0 3-8 0,0-6-8 15,0 4-2-15,4-7-806 16,-4 3-162-16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3T13:10:03.51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23156 3852 576 0,'0'0'51'0,"0"0"-41"16,0 0-10-16,0 0 0 0,0 0 66 0,0 0 11 0,0 0 3 0,0-10 0 16,0 10-16-16,0 0-4 0,0 0 0 0,4-9 0 15,-4 9 2-15,0 0 0 0,0 0 0 0,0-3 0 16,0 3 11-16,0 0 3 0,0 0 0 15,0 0 0-15,0 0-1 0,0 0 0 0,0 0 0 0,0 0 0 16,0 0-21-16,0 0-4 0,0 0-1 0,0 0 0 16,-4 3-6-16,-3 3-2 0,4 4 0 0,-4-1 0 15,3 1-8-15,-3 5-1 0,4-2-1 0,-4 6 0 16,-1-4-15-16,1 4-4 0,0 0 0 0,0 3 0 16,0 0-2-16,0 3-1 0,-3 0 0 0,-1-3 0 15,0 3 7-15,1 3 2 0,-4 4 0 0,0-4 0 16,0 0 2-16,3 0 0 0,-7 4 0 0,4-4 0 15,0 0-3-15,0-3 0 0,-4 3 0 0,4-3 0 16,-7-3-5-16,7 10 0 0,3-10-1 0,1 3 0 0,-1 0-3 16,-3 0-8-16,-4-3 12 0,11 3-4 0,11 0-8 15,-8-3-11-15,-6 0 3 0,-1-3 0 0,8 3 33 16,-1-7 7-16,-3 4 2 0,0-3 0 0,-4-7-34 0,1 10 0 16,10-9 0-16,-7 5 0 0,-4-2 0 0,4-7 12 15,7 3-1-15,-3 1 0 0,-1-4-11 0,1-3 0 16,-1 7 9-16,4-10-9 0,0 0 0 0,0 0 0 15,0 0 0-15,0 0 0 16,0 0-21-16,0 0-6 0,0 0-1 0,0 0 0 16,0 0-24-16,0 0-6 0,0 0-1 0,0 0 0 15,-7-10-11-15,7 10-2 0,0 0-1 0,0 0-604 16,0 0-121-16</inkml:trace>
  <inkml:trace contextRef="#ctx0" brushRef="#br0" timeOffset="1495.76">23417 4002 403 0,'0'0'36'0,"0"0"-36"0,0 0 0 0,0 0 0 16,0 0 81-16,0 0 10 0,0 0 1 0,4-3 1 15,-4 3 3-15,0 0 1 0,0 0 0 0,0 0 0 16,3-6 3-16,1 6 1 0,-4 0 0 0,0 0 0 15,0-9-28-15,0 9-5 0,4 0-2 0,-4 0 0 0,-4-10-23 0,4 4-5 16,0 6-1-16,0-10 0 0,0 7 3 0,0 3 1 16,0-6 0-16,0 6 0 0,0-9-14 0,4 5-3 15,-1-2-1-15,4 0 0 0,-3 3-5 0,3-3-1 16,-7 6 0-16,7-10 0 0,0 10-1 0,0-9 0 16,0 6 0-16,0-4 0 0,4 4-1 0,-1-3-1 15,1 3 0-15,-4-3 0 0,3-1-6 0,1 4-8 16,-4-3 11-16,0 6-11 0,0-10 11 0,0 10-11 15,0-3 10-15,0-3-10 0,-7 6 18 0,0 0-2 16,0 0-1-16,7 0 0 0,-7 0-6 0,7 0-1 16,4 0 0-16,-8 0 0 0,-3 0-8 0,0 0 0 15,8 0 9-15,-1 6-9 0,3-6 0 0,-6 3 0 0,3 4 0 16,0-4 8-16,0-3-8 0,-7 0 0 16,7 6 8-16,-4-3-8 0,1 4 0 0,3-1 8 15,-7-6-8-15,4 9 0 0,-1 1 0 0,1-1 0 0,-4 0 0 0,3 1 8 16,-3 5 1-16,-3-2 1 0,3 3 0 0,0-4 0 15,0 10 6-15,0-3 2 0,-7 0 0 0,3 0 0 16,1-1-18-16,-1 8 0 0,-3-8 8 0,0 11-8 16,7-7 0-16,-4-1-12 0,-3-2 1 0,7 6 1 15,-7 0 10-15,4-6 12 0,-1 6-2 0,1-6-1 16,-1 6-9-16,1-6-9 0,-1 0 9 0,-3 0-13 16,3-4 13-16,1 4 10 0,-1 0-2 0,-3 0 0 15,4 0-8-15,-4-4 0 0,0 4 0 0,0 0 8 16,0-3-8-16,0 2 10 0,0 1-10 0,-1 0 10 15,-2 3-10-15,3-9 8 0,0 5-8 0,0-2 8 0,0 3-8 16,0 0 0-16,0-10 9 0,-4 7-9 0,7-7 0 0,-3 1 8 16,-3-1-8-16,3 7 0 0,0-7 0 15,3 1 9-15,-6-1-9 0,6 0 0 0,-3-2 10 16,0-4-10-16,-4 6 8 0,4-3-8 0,0 4 0 0,0-4 0 16,-3-3 8-16,-1 4-8 0,-3-4 0 0,3 6 12 15,4-9-12-15,-3 6 12 0,-1-6-12 0,1 0 0 16,-1 3 0-16,0 4 0 0,1-14 0 0,-1 7 0 15,1-3 0-15,3 3 0 0,7 0 19 0,-8 0-2 16,1-6 0-16,0 3 0 0,0-3-3 0,7 6-1 16,0 0 0-16,-3-10 0 0,-1 7-13 0,1-6-16 15,3-4 3-15,-4 10 1 0,4-6 12 0,0 2 0 16,0-2 0-16,0 0 0 0,0-1 0 0,0 1 0 16,0-1 0-16,0 4 0 0,0-3 0 0,0-1 0 15,0 1 0-15,0-1 0 0,4 1 0 0,-4 3 0 0,0-4 0 16,3 7 0-16,-3-6 0 0,4 2 0 0,-1-2 0 0,1 6-9 15,-1-3 9-15,1-4 0 0,3 4-9 16,-4 3 9-16,5-3 0 0,-1 6-11 0,0-4 11 0,3-2-8 16,1 3 8-16,-4-3-8 0,3 3 8 0,1-4-8 15,0 7 8-15,-1 0-13 0,-3-6 5 0,4 3 8 16,-4 3 0-16,0 0 8 0,-7 0 2 0,0 0 0 16,0 0-10-16,11 0 0 0,-4-6 0 0,-7 6 0 15,0 0 0-15,10 6 10 0,-10-6-10 0,11 9 10 16,-4-9-10-16,3 7 0 0,-10-7 0 0,11 3 0 15,-11-3 0-15,7 9 0 0,4 1 0 0,-4-1 0 16,-7-9 0-16,10 6 0 0,-6 4 0 0,6-1 0 0,-3 0 0 16,0 1 0-16,1-4 9 0,-5 4-9 0,4-1 0 15,-3 0 8-15,3 1-8 0,-4 5 0 0,4-5 11 0,-3-1-3 16,-1 1 0-16,1 5 0 0,-1-5 0 0,1 2-8 16,-4-2 12-16,3 5-4 0,1-5-8 0,0-1 8 15,-1 1-8-15,1-1 8 0,3 7-8 0,-4-7 0 16,4 1 0-16,-3-1 0 0,-1 0 0 0,1 1 0 15,-4-10 8-15,3 6-8 0,1 3 0 0,-1-2 12 16,-3-7-12-16,4 3 12 0,-4-3-12 0,3 9 0 16,-3-9 0-16,0 0 0 15,0 0-64-15,0 0-17 0,0 0-4 0,0 0-1058 0</inkml:trace>
  <inkml:trace contextRef="#ctx0" brushRef="#br0" timeOffset="3492.295">21960 4225 403 0,'0'0'36'0,"0"0"-36"16,0 0 0-16,0 0 0 0,0 0 137 0,0 0 21 15,0 0 4-15,0 0 1 0,0 0-54 0,0 0-10 16,0 0-3-16,0 0 0 0,0 0-28 0,0 0-5 15,0 0-2-15,0 0 0 0,0 0-5 0,0 0 0 16,0 0-1-16,0 0 0 0,0 0-15 0,0 0-4 16,0 0 0-16,0 0 0 0,0 0-8 0,-7 9-1 15,4-2-1-15,-4 2 0 0,0 0 2 0,-4 1 0 16,8-1 0-16,-4 1 0 0,0-1 0 0,-1 1 1 16,-6-1 0-16,4 0 0 0,-1 7-2 0,1-7-1 15,-8 7 0-15,4-3 0 0,3-4-6 0,-3 7 0 0,-7-7-1 16,7 1 0-16,3 5-3 0,-3-5 0 0,0 5 0 15,-4-5 0-15,-3 2 5 0,0-2 1 0,7-1 0 0,3 7 0 16,-3-7-7-16,0 1-2 0,0-1 0 16,0 7 0-16,0-7 2 0,0 7 0 0,0-4 0 0,0-2 0 15,-1 5-7-15,-2 4 0 0,-1-3-8 0,0-4 12 16,4 10-12-16,-7-3 9 0,4-6-9 0,-1 2 8 16,-3 4 0-16,3-3-8 0,-3-4 12 0,3 4-4 15,-3 3 8-15,0 0 2 0,3-4 0 0,1-5 0 16,-8 6-9-16,7-4-1 0,4-3-8 0,0 7 12 15,-3-6 0-15,2-1 0 0,-2 0 0 0,-1 1 0 16,0-4-4-16,1 10-8 0,3-7 11 0,-4 1-11 16,0 2 12-16,4-6-12 0,0 4 12 0,0 5-12 15,0-5 9-15,0-1-9 0,0-6 0 0,0 7 9 16,3 5-9-16,-3-5 0 0,0-1 0 0,0 1 0 16,3-1 0-16,-3-3 0 0,0 10 8 0,0-7-8 0,0 1 0 0,0 2 0 15,-4-5 0-15,4 2 0 0,-4 0 0 16,4 7 8-16,-4-6-8 0,1-1 0 0,3 0 8 0,3 1-8 15,-3-1 0-15,-4 1 8 0,1-4-8 0,-1 3 8 16,0 1-8-16,1-1 8 0,-1 1-8 0,4 5 8 16,0-5-8-16,0-1 8 0,-4 0-8 0,8 1 0 15,-4-1 9-15,-1 1-9 0,5-1 14 0,-4 0-2 16,0 1 0-16,3-4 0 0,-3 4-12 0,0-1-15 16,3 0 3-16,1-2 1 0,-8 2 11 0,7-6 0 15,-3 7 0-15,0-4 0 0,0 3 0 0,0 1 0 16,-4-1 0-16,4 0 8 0,0-2-8 0,0 2 0 15,-4 1 0-15,1-1 0 0,3 0 8 0,-4-2 1 0,4-4 0 16,3 6 0-16,-3-3-9 0,0 4 0 0,3-1 0 16,-3 1-11-16,0-4 11 0,0-3 14 0,4 3-3 15,-1-2-1-15,-3 5-10 0,3-3 10 0,-3 0-10 0,4-2 10 16,3 2-10-16,-4-3 0 0,0 6 0 0,1-2 8 16,-1-4-8-16,4 3 0 0,-3-3 0 0,-1 3 0 15,4-2 0-15,0 2 0 0,0 0 0 0,-4-3 0 16,4 7 0-16,0-4 0 0,0-3 0 0,0 3 0 15,0-2 0-15,0 2 0 0,0-3 0 0,0 3 0 16,0-6 0-16,0 6 0 0,0-6 0 0,0 4 0 16,0-4 0-16,3 6 0 0,-3-3 0 0,0-3 8 15,3 6-8-15,-3-3 0 0,0 4 0 0,0-4 8 16,4-3-8-16,-1 6 0 0,1-3 0 0,-4-3 8 16,3 0-8-16,0 0 0 0,4 0 0 0,0 0 0 15,-3 0 0-15,3 0 0 0,0 0 9 0,-4 0-9 0,4 0 0 16,-7 0 8-16,7 0-8 0,0 0 0 0,0 0 0 0,-3 0 8 15,-1-3-8-15,4 3 0 0,0 0 0 0,0 0 9 16,-3-6-9-16,3 6 0 0,3-10 8 0,1 1-8 16,-1 0 0-16,1-1 0 0,-1 1 0 0,1-1 0 15,-1-5 0-15,1 2 0 0,3-3 0 0,-3 7 0 16,3-7 0-16,0 7 0 0,0-4 8 0,-4-2-8 16,4 5 0-16,-3 1 0 0,3-7 0 0,0 7 0 15,-3-1 0-15,-1 4 0 0,1-3 0 0,-4-1 0 16,3 1 0-16,1 0 0 0,-1 5 0 0,-3-2 0 15,4 0 0-15,-4 6 0 0,0 0 0 0,0 0 0 16,0 0 0-16,0 0 0 0,0-3 0 0,0 3-9 0,0 0 9 16,0 0-8-16,0 0 8 0,0 0 0 15,0 0-9-15,0 0 9 0,0 0 0 0,0 0-9 0,3 9 9 0,-3 1 0 16,0-10 0-16,0 9 0 0,-3 0 0 0,-1 1 0 16,4 5 0-16,-3-5-8 0,3 6 8 0,0-4 0 15,-4-2 0-15,1 5 0 0,-1-5-8 0,4 8 8 16,-3-8 0-16,-1 5 0 0,0 4 0 0,4-3 0 15,-3-7 0-15,-1 1 0 0,1 5 0 0,3-2 0 16,0-4 0-16,-4 7 0 0,4-6 0 0,-3-1 0 16,-1 0 0-16,1 1 0 0,3-4 0 0,-4 3 0 15,4 1 0-15,0-1 0 0,0-9 0 0,0 10 0 16,0-4 0-16,0-6 0 0,0 9 0 0,0-9 0 16,0 0 0-16,0 0 0 0,0 0 0 0,4 3 0 15,-4-3 0-15,7 7 0 0,-7-7 0 0,10 3 0 0,-3-3 8 0,4 6-8 16,-4-3 0-16,0-3 9 0,4 0-9 0,-1 0 0 15,4 0 0-15,-3-3 8 0,0-3-8 0,-1 6 0 16,8-3 0-16,-1-4 8 0,5 4-8 0,-1-3 0 16,-4-3 0-16,8 9 8 0,-4-10-8 0,0 4 8 15,1-3-8-15,-1 5 8 0,0-2 0 0,0 3 0 16,0-3 0-16,-3-4 0 0,3 7-8 0,-3-3-12 16,3 6 2-16,-3-9 1 0,-1 9 30 0,1-7 7 15,3 4 0-15,-7-3 1 0,4 12-29 0,-4-12-18 16,0 6 2-16,0-3 1 0,0-4 15 0,-3 4 0 15,-1-3 0-15,1 6 0 0,-4-3 11 0,4-3-11 16,-4 6 10-16,0-4-10 0,3-2 0 0,1 0 0 16,-4 3-11-16,-4-3 11 15,1-4-167-15,3 7-25 0,0-3-6 0</inkml:trace>
  <inkml:trace contextRef="#ctx0" brushRef="#br0" timeOffset="9077.207">24687 4341 946 0,'0'0'42'0,"0"0"9"0,0 0-41 0,-7 0-10 0,4-3 0 0,-4-3 0 16,3-1 63-16,4 7 10 0,-3-3 3 0,-1-3 0 15,-3 6-21-15,7 0-4 0,0 0-1 0,-3-3 0 16,-1-3-30-16,-3 2-5 0,3-2-2 0,1 6 0 15,-4-3 35-15,-4-3 8 0,4 6 0 0,-3 0 1 16,-1 0-14-16,-3 0-3 0,3 0-1 0,-3 0 0 16,4 6-18-16,-1-3-3 0,1-3-1 0,-1 0 0 15,4 6 3-15,7-6 0 0,-4 0 0 0,4 0 0 16,0 0 22-16,0 0 5 0,0 0 1 0,0 0 0 0,0 0-4 0,0 0 0 16,0 0 0-16,0 0 0 0,0 0-31 0,0 0-13 15,0 0 11-15,0 0-11 0,0 0 19 0,7 4-3 16,-3 5 0-16,-4-9 0 0,7 6-16 0,0-3 8 15,0 4-8-15,0 2 0 0,-3-3 12 0,6-3-4 16,1 7 0-16,-4-4-8 0,4-3 33 0,-1 4 0 16,4-4 0-16,0-3 0 0,-3 6-20 0,3-3-4 15,0 3-1-15,0-6 0 0,0 7-8 0,0-4 8 16,4 6-8-16,-4-9 8 0,4 10 0 0,-4-4 0 16,4-3 0-16,3 3 0 0,0-3-8 0,0 4 0 15,0 2 0-15,4-3 0 0,0-3 0 0,-1 7 0 0,-2-1 0 16,-1 1 8-16,3-4-8 0,1 3 12 15,3-2-12-15,1 2 12 0,-5-6 0 0,-3 3 1 0,4 4 0 16,-4-7 0-16,0 6-5 0,1 4-8 0,-1-10 11 16,0 6-11-16,-3 1 0 0,3-4 0 0,3 4 0 0,5-7 0 15,-1 6 0-15,0 4 0 0,4-1 0 0,-4-6 0 16,0 4 0-16,-3-7 0 0,0 13 0 0,3-7 0 16,-3 0 8-16,-1 1 2 0,-3-1 0 0,4 7 0 15,-4-7-10-15,4 7-14 0,-4-3 3 0,4-4 1 16,-4 7 10-16,4-1 0 0,-4-5 0 0,4 2 0 15,3-2 0-15,-4-1 16 0,5 4-4 0,-1-4-1 16,0-6-11-16,0 7-16 0,-3-1 4 0,0-3 1 16,-1 4 39-16,1-1 7 0,0 1 1 0,0-1 1 0,-1 0-23 15,-3 1-5-15,-3-4-1 0,3 3 0 16,-3 1-8-16,-1-1 0 0,1 1 0 0,0-1 0 0,-1-3 0 0,1 4 0 16,0-1 0-16,3 1 0 0,-4-1 0 0,8-3 0 15,0-3 8-15,0 7-8 0,-4-4 16 0,3 3 0 16,-2-9 1-16,2 10 0 0,1-10-17 0,0 0-17 15,3 6 3-15,-3-3 1 0,3-3 13 0,-3 7 8 16,-4-4 0-16,3 3-8 0,1-3 15 0,0-3-4 16,-4 6-1-16,-7-2 0 0,-3 8-10 0,6-3 0 15,4 1 0-15,-3-7 8 0,-7 6-8 0,-1 1 0 16,4-1-12-16,0-3 12 0,1 4 0 0,2-4 0 16,1-3 9-16,7-3-1 0,10 7-8 0,-7-4-10 15,-21 3 10-15,14-6-13 0,15 3 13 0,-12-3 15 16,-13 6-3-16,6-6-1 0,8 4-11 0,0 2-16 0,-11-6 4 15,4 6 1-15,-1-3 11 0,4 3 0 16,-3-6 0-16,0 0 0 0,-4 4 0 0,0-4 0 0,7 0 0 0,-3 0 0 16,-4 6 0-16,0-6 0 0,4 0 0 0,-1 3 0 15,8-3 0-15,-7 0 0 0,-1 6 0 0,4-6 0 16,8 3 13-16,-5-3 5 0,-10 7 1 0,0-4 0 16,15 3-19-16,-8-6 0 0,-3 3 0 0,-4 4 0 15,-7-1 0-15,3-3 0 0,1 3 0 0,3-3 0 16,4-3 0-16,-4 7 8 0,-4-4-8 0,1-3 0 15,-1 9 0-15,5-9 0 0,-1 6 0 0,-4-2 0 16,1 2 0-16,-1 0 0 0,5-3 0 0,-5 7 0 16,1-10 0-16,-1 9 0 0,-3-3 0 0,4-3 0 15,0 4 0-15,-1-4 0 0,1 3 0 0,3-3 0 16,0 4 0-16,-4-1 0 0,1-3 0 0,-4-3 0 0,4 6 0 16,-1-3 0-16,1-3 0 0,3 7 0 0,-3-4 8 0,3-3-8 15,-4 0 0-15,4 6 0 0,0-3-15 16,-3-3-6-16,0 6-2 0,-4-6 0 0,7 0 39 0,-7 4 7 15,0 2 1-15,4-6 1 0,-4 6-40 0,3-3-8 16,-6-3-1-16,6 0-1 0,1 7 41 0,-4-4 8 16,-7-3 1-16,0 0 1 15,0 0-42-15,7 0-8 0,-7 0-1 0,7 6-1 0,0-3 42 0,0 3 9 16,-7-6 2-16,4 3 0 16,6-3-43-16,1 0-9 0,-4 7-2 0,0-7 0 0,-7 0 47 0,3 0 8 15,5 3 3-15,-1-3 0 16,0 6-50-16,-7-6-9 0,0 0-3 0,0 0 0 0,10 0 53 0,-10 0 10 15,0 0 3-15,0 0 0 0,0 0-5 0,0 0-1 0,0 0 0 16,0 0 0-16,4-6-21 0,-1 3-8 0,1-4 0 16,-4-2 9-16,3 0 0 0,-3-1 0 0,4 7 0 0,-1-3 0 15,1-4-9-15,-1 1 10 0,-3 0-10 0,0 2 10 16,0-2-10-16,0 0 0 0,-3-1 0 0,-1 1 8 16,1 2-8-16,-1-5 0 0,1-4 0 0,-4 7 0 15,-7-1 0-15,10 4 0 0,-6-6 0 0,-1 5 0 16,0-2 0-16,1 0 0 0,-4-1 0 0,10-6 0 15,-10 7-13-15,3 0-5 0,1 5-1 0,3-2 0 16,0-3 31-16,0-1 5 0,3 10 2 0,4 0 0 16,0 0-31-16,-3-6-5 0,-8-3-2 0,4 6 0 15,3-4 31-15,-3 7 5 0,4-3 2 0,3 3 0 16,0 0-31-16,0 0-5 0,-4-6-2 0,4 6 0 0,0 0 28 16,0 0 6-16,0 0 1 0,0 0 0 0,0 0-26 0,0 0-5 15,0 0-1-15,0 0 0 0,0 0 16 0,0 0 15 16,0 0-3-16,7 9-1 0,0 1-11 0,1-1 0 15,-1-3 0-15,0 4 0 0,0-1-8 0,3 1 8 16,1-4 0-16,-4 3 0 0,3 1 0 0,1-1 0 16,0 1-9-16,-1-1 9 0,1-3 0 0,-4 4 0 15,3-7 0-15,-2 6 0 0,-1 1 0 0,0 2 0 16,-7-9 0-16,10 7 0 0,1 5 0 0,-8-5-8 16,1-1 8-16,-1 1 0 0,1-1-8 0,-1 0 8 15,1 1 0-15,-1-1 0 0,1 1 0 0,3 2-8 16,-7-2 8-16,4-7 0 0,-4 6 0 0,0 0 0 0,7-2-8 15,-7 2 8-15,0 1 0 0,0-4-8 16,3 3 8-16,-3-6 0 0,0 7 0 0,0-10 0 0,-3 0 0 16,3 9 0-16,0-3 0 0,0 4 0 0,-7-10 0 0,3 9 0 15,1-9 0-15,3 0 0 0,-4 10 0 0,0-4 0 16,-3-3 0-16,7-3 0 0,-3 6 0 0,-1-2 0 16,-3 2 0-16,0 3 0 0,0-9 0 0,-3 10 0 15,6-1 0-15,-6 0 0 0,-5-2 0 0,-2-4 0 16,3 6 0-16,-8-3 0 0,-2 4-8 0,6-10 8 15,1 9 0-15,-1-9 8 0,-3 7-8 0,0-7 12 16,-4 3-12-16,4-3 0 0,3 0 0 0,0 0 0 16,-3 0 0-16,4 0 9 0,-1 0-1 0,0 0 0 15,4 0-8-15,0 0 0 0,4 0-12 0,-5 6 12 16,5-6 0-16,3 3 0 0,-4-3 14 0,1 0-4 16,3 6-10-16,-1-2 8 0,1-8-8 0,0 8 8 0,0-4-8 15,0 6 0-15,4-6-10 0,-1 3 10 0,1 3-15 16,-1-6 3-16,-3 0 1 0,4 10 0 15,-4-10-128-15,-1 9-25 0,1 0-6 0,0-2-1037 16</inkml:trace>
  <inkml:trace contextRef="#ctx0" brushRef="#br0" timeOffset="10356.154">28275 6420 57 0,'0'0'0'0,"0"0"0"16,0 0 0-16,0 0 0 0,0 0 253 0,0 0 46 15,0 0 9-15,0 0 1 0,0 9-160 0,0-9-32 16,0 10-6-16,-3-4-2 0,3-6-30 0,-4 3-7 0,4-3 0 0,0 0-1 16,-3 10-2-16,3-4 0 15,0-3 0-15,0 10 0 0,0-10-13 0,0 6-4 16,-4 1 0-16,1-1 0 0,3 7-32 0,-8-7-6 0,1 10-2 0,4-3 0 16,-4-4 5-16,0 10 1 0,-4-3 0 15,1 0 0-15,3 6-7 0,-1-3-2 0,-2 0 0 16,-1 0 0-16,1 3-9 0,3 0 12 0,0-6-12 15,-4-7 12-15,0 10-12 0,4-9 0 0,4 5 0 0,-1-2 0 16,-3 0 8-16,4-4-8 0,3-2 0 0,-4 5 8 16,4-5 4-16,-3-1 0 0,3 1 0 0,0-10 0 15,0 0 5-15,3 6 2 0,-3-6 0 0,0 0 0 16,0 0-4-16,0 0-1 0,4 3 0 0,-4-3 0 16,3 9-4-16,-3-9-1 0,0 0 0 0,4 7 0 15,-4-7-1-15,0 9 0 0,0-9 0 0,-4 6 0 16,4-2 8-16,-3 5 0 0,-1-3 1 0,4-6 0 15,0 0-17-15,0 10 0 0,0-10 8 0,0 0-8 0,0 0 10 0,0 0-2 16,0 0 0-16,4 3 0 0,3 3 0 0,3-6-8 16,1 3 12-16,3-3-4 0,0-3 3 0,0 3 0 15,0 0 0-15,-3 0 0 0,7-6-11 0,-1 6 8 16,-3 0-8-16,4 0 8 0,0-3-8 0,3 3 0 16,-7 0 0-16,4-7 8 0,-11 7-8 0,10 0 0 15,-6-3 9-15,-1 3-9 0,1-6 0 0,-4 6 0 16,4-3 0-16,-4-3 8 0,3 6-8 0,-3-4 0 15,4-2-8-15,0-3 8 0,-4 9-23 0,7-7 1 16,-4 7 0-16,-3-9 0 16,0 6-87-16,0-3-18 0,-3-4-3 0,3 7-610 15,-7-3-121-15</inkml:trace>
  <inkml:trace contextRef="#ctx0" brushRef="#br0" timeOffset="10773.278">28653 6530 748 0,'0'0'33'0,"0"0"7"0,0 0-32 0,0 0-8 16,0 0 0-16,0 0 0 0,-7 6 193 0,7-6 37 15,0 0 7-15,0 0 2 0,-7 6-139 0,7-3-27 16,-8 7-5-16,5-4-2 0,-1-3 1 0,1 7 0 16,-4-1 0-16,3 4 0 0,-3-1-19 0,4 7-4 15,-4-3-1-15,-7 12 0 0,10-3 1 0,-7 3 0 16,4 0 0-16,-3 4 0 0,-4-4-4 0,0 7-1 16,3 2 0-16,4-2 0 0,-4 2-9 0,1-2-2 15,-1 9 0-15,1-10 0 0,-1 4-5 0,0-1-2 16,-3 4 0-16,4-3 0 0,-4-1-10 0,3 4-3 15,-3-9 0-15,3 8 0 0,1-5-8 0,-4-4 8 16,7 1-8-16,-4-4 8 0,4 0 0 0,-4-3 0 16,-3-6 0-16,4 0 0 0,-1 0-8 0,4-4 0 0,0 4 0 15,-4-3 0-15,8-4-20 0,-4-5-2 0,3 2-1 16,4-6 0 0,0-3-125-16,0 0-26 0,0 0-5 0,0 0-842 0</inkml:trace>
  <inkml:trace contextRef="#ctx0" brushRef="#br0" timeOffset="11886.1">28963 6787 1371 0,'0'0'30'0,"0"0"6"0,0 0 2 0,0 0 1 0,0 0-31 0,0 0-8 15,0 0 0-15,0 0 0 0,0-9 66 0,0 9 12 16,7-4 2-16,-3-2 1 0,-1-3-18 0,-3 9-4 0,7-7-1 0,0-2 0 16,-3 9-17-16,-1-9-3 0,8 5-1 0,0-2 0 15,-8 3 2-15,8-3 0 0,-1-4 0 16,-3 4 0-16,0-3 3 0,4 9 1 0,-4-10 0 0,0 7 0 15,0-3-11-15,0 6-1 0,4-9-1 0,-8 5 0 16,4-2-9-16,4-3-1 0,-1 9-1 0,1-7 0 16,0 7-6-16,-1-9-1 0,4 9 0 0,0-3 0 15,-3 3-4-15,3 0 0 0,-7 0-8 0,0 0 12 16,0 0-12-16,0 0 11 0,0 3-11 0,-3-3 10 16,3 9-10-16,-3-2 0 0,-1 2 0 0,4 1 0 15,-3 5 12-15,-1-2-4 0,-6 2 0 0,3 4 0 16,-4 0-8-16,1 0 0 0,-1 3 0 0,4 0 8 15,0 0 20-15,0-3 3 0,0 2 1 0,0 5 0 0,-3-1-32 16,-8-7 0-16,11 1 0 0,0 6 0 16,-4-6 12-16,4 6-3 0,-7-12-1 0,4 9 0 0,3-3-8 15,-11-1 0-15,11 1 0 0,-7 0 0 0,0-3 0 0,0 3 10 16,-7-1-10-16,10 1 10 0,-6-3-10 0,-1 3 8 16,4-1-8-16,0 1 8 0,-7 3-8 0,0-9 10 15,3 2-10-15,4 4 10 0,-3 0-10 0,-4 0 0 16,3-10 0-16,0 7 8 0,-3 0-8 0,7-4 8 15,-7 4-8-15,0-7 8 0,3 1-8 0,-3-1 8 16,7 0-8-16,-3 1 8 0,-1-4-8 0,1 4 0 16,-1-1 0-16,0-3 0 0,-3-3 0 0,4 4 0 15,-1-4 0-15,4-3 0 0,-4 0 0 0,4 0 0 16,-3 0 0-16,3 0 0 0,3-3 0 0,-3 3 0 16,0-7 0-16,4 4 0 0,-1-3 0 0,1-3 0 0,-5-1 0 15,1 4 0-15,7-4 0 0,0 1 0 0,0-10 0 0,0 10 0 16,0-7 0-16,0 4 0 0,11 5 0 15,-7-2 0-15,-4 0 0 0,3-1 0 0,4 1 0 16,0-7 0-16,0 7 0 0,4-1 0 0,-4 1 0 0,3-1 0 16,-2 4 0-16,2-3 0 0,1 6 0 0,-1-4 0 15,1-2 0-15,-1 0 0 0,1 2 0 0,-4 4 0 16,7-3 0-16,-3 6 0 0,-1-3 9 0,1-4-9 16,-4 4 0-16,0-3 8 0,7 6-8 0,-3-3 0 15,-1-3 0-15,1 6 9 0,-1 0-9 0,1 0 0 16,0 0 24-16,-1 0-3 0,-3 6 0 0,7-3 0 15,-3-3-21-15,0 9-10 0,-1-2 1 0,4-4 0 0,-3 3 21 16,3 4 4-16,-3-1 0 0,3 0 1 16,-4 7-7-16,1-7-2 0,-1 1 0 0,-6-1 0 0,3 1 1 0,0-1 0 15,4 7 0-15,-1-7 0 0,-3 1-1 0,4-1 0 16,-4 7 0-16,3-4 0 0,1-2-8 0,-4 5 0 16,0 4 0-16,4-10 8 0,-4 7 18 0,0 0 3 15,-7-4 1-15,10 4 0 0,1-7-17 0,-7 4-3 16,6 3-1-16,1-1 0 0,-1-5-9 0,4-1 0 15,-3 7 0-15,0-7 0 0,-1 1 0 0,1-1 0 16,-4-6 0-16,10 7 0 0,-9-4 8 0,2-3-8 16,1 3 0-16,-4-6 8 0,0 10-8 0,3-10 0 15,-10 0 0-15,0 0 0 16,7 6-117-16,-7-6-16 0,7 3-3 0,-7-3-1153 0</inkml:trace>
  <inkml:trace contextRef="#ctx0" brushRef="#br0" timeOffset="14617.391">30272 7025 403 0,'0'0'17'0,"0"0"5"0,-4 0-22 0,4 0 0 15,0 0 0-15,0 0 0 0,-7 3 158 0,7-3 27 16,0 0 6-16,0 0 1 0,0 0-86 0,0 0-17 16,0 0-3-16,0 0-1 0,0 0-9 0,0 0-3 15,0 0 0-15,0 0 0 0,7 7-4 0,-7-7-1 16,4 3 0-16,3 3 0 0,-4-6-16 0,12 3-4 16,-5 3-1-16,4-6 0 0,-3 0-17 0,-1 7-3 15,5-4-1-15,-5-3 0 0,4 6-8 0,-3-3-2 16,-1 4 0-16,8-4 0 0,-4 3-3 0,0-3-1 15,-3 7 0-15,3-4 0 0,0 3 2 0,0-3 0 16,-3-2 0-16,-1 5 0 0,1 0 4 0,0 1 1 0,3-4 0 0,-4 4 0 16,1-1-1-16,3 0 0 0,-11-2 0 0,8 2 0 15,3 4-1-15,-3-7 0 0,-1 3 0 0,4 1 0 16,-3-1-1-16,0 0-1 0,-4 1 0 0,0-1 0 16,3 4-2-16,4-1 0 0,-3-2 0 0,0-1 0 15,-1 7 10-15,1-7 1 0,-1 1 1 0,-3-1 0 16,4 7-25-16,3-7 0 0,-3 1 0 0,-1-1 0 15,4 7 12-15,-3-4-4 0,-1-6 0 0,5 4 0 16,-5 6-8-16,4-4 0 0,-3-3 9 0,7 1-9 16,-1-1 8-16,-3 4-8 0,4-4 10 0,-4 1-10 15,0-1 9-15,0 0-9 0,7 1 8 0,-6-1-8 16,-5-2 14-16,4 2-2 0,4 0-1 0,-11 1 0 0,3-1-1 16,1 1 0-16,3-1 0 0,-3 0 0 0,-4 1-2 15,0-1-8-15,0 1 12 0,-4-1-4 0,8 7 3 0,0-7 0 16,-8 1 0-16,4-1 0 0,-3-3-3 0,10 4-8 15,-14-1 12-15,10 0-4 0,1 1-8 0,0-1 10 16,-8 1-10-16,8 2 10 0,3-2-10 0,-4-1 0 16,1 0 0-16,-4 4 8 0,0-7-8 0,4 4 0 15,3-1 0-15,-7 0 0 0,3 1 0 0,-6-1 0 16,10 1 8-16,-7 5-8 0,-3-5 0 0,6 5 0 16,-6-2 9-16,-4 3-9 0,10-1 0 0,-10-2 9 15,0-4-9-15,0 7 0 0,11-7 11 0,0 10-11 16,-8-9 10-16,8-1-10 0,-11 0 11 0,10 4-11 0,-6-4 12 15,6 1-12-15,-10-1 12 0,11 1-12 0,3-1 12 0,-7 0-12 16,-3 1 11-16,10-1-11 0,-14 1 10 16,10 5-10-16,1-5 8 0,3 5-8 0,-14-5 0 0,11 2 9 15,-4-2-9-15,0 5 0 0,-7 4 9 0,10-9-9 16,-10 5 0-16,7 1 9 0,-3-3-9 0,-4 5 0 16,0-8 9-16,7 5-9 0,0-5 0 0,-7-1 9 15,7 1 6-15,-3-1 1 0,-4 7 0 0,7-7 0 16,0 1-16-16,-7-1 0 0,10-3 0 0,-10 4 0 15,7-1 0-15,-3 0 0 0,-4 1-10 0,3-1 10 16,4 1 0-16,-3-1 0 0,-4-3 0 0,7 4 0 16,-7-1 0-16,4 7 8 0,-4-7-8 0,0-6 0 15,7 7 0-15,-7 2 0 0,0-2 0 0,3-1 0 0,1 1 0 16,-4-7 0-16,0 6 0 0,0 1 8 16,7 2-8-16,-4-2 0 0,-3-1 0 0,0 0 0 0,0 1 0 15,11-1 8-15,-11 1-8 0,0-1 0 0,3 0 0 0,4 1 9 16,-3-4-9-16,-4-3 0 0,0 7 8 0,7 2-8 15,-4-2 0-15,-3 2 0 0,0-3 8 0,8 7-8 16,-1-6 0-16,-7 5 0 0,0-2 0 0,7 2 0 16,-4-5 0-16,-3 9 0 0,0-4 0 0,0-5 0 15,7-1 0-15,-7 7 0 0,4-7 0 0,-4 4 0 16,0-4 0-16,0 7 0 0,3-7 8 0,-3 1-8 16,7-4 0-16,-7-6 0 0,0 9 0 0,4-5 0 15,-4-4 8-15,0 9-8 0,0-9 0 0,0 0 8 16,7 12-8-16,-4-8 0 0,5 5 10 0,-8-9-10 15,0 0 8-15,3 6-8 0,1-3 9 0,-4-3-9 0,0 0 10 0,7 7-10 16,-7-7 8-16,0 0-8 0,3 3 0 16,-3-3 9-16,0 0-9 0,0 0 0 0,0 0 0 0,0 0 0 15,0 0 0-15,0 9 0 0,7-2 0 0,-7-7 0 16,0 0 0-16,0 0 0 0,0 0 8 0,0 0-8 16,4 9 0-16,-4-9 0 0,0 0 9 0,0 0-9 15,3 0 13-15,-3 0-1 0,0 0-1 0,0 0 0 16,11-6 0-16,-4 3 0 0,-4-4 0 0,4 7 0 15,-7 0-3-15,8-9 0 0,-8-4 0 0,10 7 0 16,-10-7-8-16,11-2 8 0,-8 5-8 0,8-5 8 16,-11 5-8-16,10-5 0 0,1 5 0 0,-7-9 8 15,6 7-8-15,1-4 0 0,-8 1 0 0,8-4 0 16,-4 6 0-16,-4-3 0 0,8 1 8 0,-8 2-8 0,-3-2 0 16,11 5 0-16,-4-6 0 0,-3 7 0 0,-4 0 0 15,3-4 0-15,4 1 0 0,-3 2 0 16,3 1 0-16,-4-1 0 0,-3 1 0 0,7-4 0 0,-3 7 0 0,-1-3 0 15,-3 2 0-15,0-2 0 0,0 6 0 0,8-3 0 16,-8-4 0-16,0 1 0 0,0 9 0 0,3 0 0 16,-3-10 0-16,0 4 0 0,0 6 0 0,0 0 0 15,0-9 0-15,0 9 0 0,7 0-8 0,-7-10 8 16,0 7 0-16,0 3 0 0,0 0 0 0,4-6 0 16,-4 3-9-16,0 3 9 0,0 0 0 0,0 0 0 15,0 0 0-15,0 0 0 0,0 0 0 0,0-6 0 16,0 6 0-16,0-4 0 0,-11-2-9 0,11 6 9 0,0 0 0 15,0 0-9-15,0 0 9 0,0 6 0 0,-11-2-9 0,11 5 9 16,-3-3-10-16,-1-3 10 0,-3 7-13 16,7 5 5-16,0-5 8 0,-3 6 0 0,-4-7 0 0,3 3 0 15,-3 4 0-15,7-6-10 0,-3 5 10 0,3-2 0 16,-4 2 0-16,-3 1 0 0,7-3 0 0,-3 5 0 16,-5-2 0-16,1 3 0 0,0-3 0 0,4 2 0 15,-4 1 0-15,-4-3 0 0,8-3 0 0,-8 2 0 16,11 1 0-16,-10-4-8 0,6-2 8 0,0 5 0 15,-3-5 0-15,7-1 0 0,-10 1 0 0,10-4 0 16,-4 3 0-16,4-9 0 0,0 0 0 0,0 0 0 16,-10 4 0-16,10-4 0 0,0 0 0 0,-4 6 0 15,-3-3 0-15,-3 3 0 0,10-6 0 0,-8 6 0 16,8-6 0-16,-7 4 0 0,-3-4 0 0,-1 0 0 16,11 0 0-16,-3 6 8 0,-8-6-8 0,1 0 0 0,10 0 0 15,-7 0 0-15,-4-6 0 0,0 6 0 0,1 0 0 0,-1 0 8 16,1 0-8-16,3 0 0 0,-11-10 0 15,7 10 0-15,8 0 0 0,-11-6 0 0,0 3 0 0,-4-3 0 16,4 6 0-16,0 0 0 0,0-4 12 0,-4-2-3 16,0 6-1-16,-3-3 0 0,0-3-8 0,7 6 0 15,-7-3 0-15,7-4 8 0,-4 7-8 0,0-9-11 16,4 3 3-16,0 2 0 0,0-2 8 0,-4-3 0 16,8 6 0-16,-4-4 0 0,0 4 0 0,3-3 0 15,0 6 0-15,1 0 0 0,-4-9 0 0,10 9 0 16,-3 0 0-16,7 0 0 0,-7 0 0 0,7 0 0 15,-7 0 0-15,7 0-8 0,0 0-2 0,0 0 0 16,0 0 0-16,0 0 0 16,-4 0-94-16,4 0-18 0,0 0-4 0,0 0-786 0,0 0-158 15</inkml:trace>
  <inkml:trace contextRef="#ctx0" brushRef="#br0" timeOffset="15878.8">31277 9757 770 0,'0'0'34'0,"0"0"7"0,0 0-33 0,0 0-8 0,4-7 0 0,3 7 0 15,-4-9 73-15,-3 9 13 0,7-3 2 0,-3-4 1 16,-4 7-7-16,0 0-2 0,0-3 0 0,0 3 0 15,0-6-14-15,0-3-3 0,-4 2-1 0,-3 4 0 16,7 3-8-16,0-6-2 0,0 3 0 0,-10-3 0 16,10 2-12-16,0 4-2 0,-4-6-1 0,-6 3 0 15,10-3-1-15,-11 6-1 0,11 0 0 0,0 0 0 16,0 0-3-16,-7 0-1 0,0 6 0 0,-4-3 0 16,1-3 1-16,6 10 1 0,-6-4 0 0,-1-3 0 15,4 3-13-15,-3 4-4 0,-8-1 0 0,4 7 0 16,3-4-3-16,-3 4-1 0,0-7 0 0,-7 10 0 0,7-3 12 15,-7-4 3-15,10 10 0 0,-14-3 0 0,11 0-27 16,-4 0 8-16,1 0-8 0,6-1 0 0,-3 4 21 16,0-3-1-16,3 0 0 0,1 6 0 0,-1-3 7 0,-3 0 1 15,4 0 0-15,3-3 0 0,-1 3-13 0,-2 0-3 16,6-7 0-16,-3 10 0 0,-7-3-12 0,4-3 11 16,6 6-11-16,-6-6 10 0,-1 6-10 0,0 0 0 15,-3-6 0-15,4 9 0 0,3-9 8 0,0 6-8 16,-4-6 8-16,0 6-8 0,11-6 19 0,-3-3-2 15,-1-4 0-15,-3 4 0 0,7 3 3 0,0-10 0 16,0 7 0-16,0-7 0 0,0 1-5 0,11-1-1 0,-8 0 0 16,-3 1 0-16,11-4-4 0,-4-3-1 0,0 7 0 15,0-4 0-15,-3 3-1 0,6-2-8 0,1-4 12 16,-1 3-4-16,1-3-8 0,0 6 0 0,-4-9 0 0,3 10 0 16,4-4 0-16,-3-3 0 0,-1 4 0 0,1-1 0 15,0-3 0-15,-8-3 0 0,11 9 0 0,-3-9 0 16,3 0 0-16,-3 0 8 0,6 0-8 0,-10 0 8 15,11 0 0-15,-4 0-8 0,0-3 12 0,0-3-4 16,-3 6-8-16,6-3 0 0,1-3 0 0,-4-1 8 16,-3 4 1-16,3-3 0 0,-4-4 0 0,1 7 0 15,3-3-9-15,-3-3 8 0,-4 9-8 0,0-10 8 16,3 7-8-16,-2-3 0 0,-5 0 9 0,4 2-9 16,-3-2 8-16,-1 3-8 0,4-3 8 0,-3-4-8 15,-4 7 11-15,0-3-3 0,7-3 0 0,-4 2 0 0,1 4 0 16,-4-3-8-16,7-4 12 0,-4 1-4 15,-3 0-8-15,0-1 12 0,7 1-12 0,-3-1 12 0,-4-5-12 16,7 5 8-16,-14-2-8 0,7-4 8 0,7 0-8 0,-7 7 0 16,0 0 0-16,0-4 0 0,-7 1 0 15,7 2 8-15,0 1-8 0,-4-1 0 0,-3 7 0 0,4-6 8 16,-4 2-8-16,7-2 0 0,-4 3 0 0,-6-4 0 16,10 7 0-16,-4-3 0 0,-3-3 0 0,4 9 0 15,-8-10 0-15,11 1 0 0,-11 9 0 0,11-10 0 16,-10 4 0-16,10 6 0 0,-7-3 0 0,0-3 0 15,7 6 0-15,-11-3 0 0,8 3 0 0,-8 0 0 16,8 0 0-16,-5 0 0 0,-2 0 0 0,-4 0 0 16,3 3 0-16,4-3 0 0,-3 6 0 0,-5-3 0 15,5 3 0-15,-8 4 0 0,4-1 0 0,4 1 0 0,-1-1 0 16,-3 0 0-16,3 1 0 0,-3-4 0 16,4 3 0-16,-1 1 0 0,4 6 0 0,0-7 0 0,-4 0 0 0,8 1 0 15,-8-1 0-15,1 1 0 0,3-1 0 0,-1-3 0 16,-2-3 0-16,6 7 0 0,-3-4 0 0,4 4 0 15,3-10 0-15,0 0 0 0,0 0 0 0,0 0 0 16,0 0-24-16,0 0 2 0,0 0 1 0,0 0 0 31,0 0-64-31,0 0-13 0,10-7-2 0,-6 4-1 16,10-3-81-16,-3-4-16 0,-1 1-3 0,11 0-1 0</inkml:trace>
  <inkml:trace contextRef="#ctx0" brushRef="#br0" timeOffset="16631.338">31761 9766 1454 0,'0'0'64'0,"0"0"14"0,0 0-62 0,0 0-16 0,0 0 0 0,0 0 0 16,0 0 101-16,0 0 18 0,0 0 3 0,0 0 1 16,0 0-20-16,0 0-4 0,-4 0-1 0,4 0 0 15,0 0-52-15,0 0-10 0,0 0-3 0,0 0 0 16,0 0 2-16,0 0 0 0,-11-6 0 0,11 6 0 15,-3 0-3-15,3 0 0 0,-7 6 0 0,-4-6 0 16,8 9-14-16,-8-2-3 0,11 2-1 0,-10-6 0 16,3 7 2-16,0-1 1 0,-4 0 0 0,-3 7 0 15,10-7-2-15,-3 7-1 0,-3-6 0 0,3-1 0 16,0 7-3-16,7-4-1 0,-11 4 0 0,11-7 0 16,0 1-10-16,-4 5 0 0,1-5 9 0,-4-7-9 15,7 6 0-15,0-2 0 0,0 2 0 0,0 0 8 16,0-9-8-16,7 10 11 0,-4-1-11 0,1-3 12 15,3-2 0-15,-7-4 1 0,4 6 0 0,10-3 0 0,-4-3-1 16,1 0 0-16,-1 0 0 0,1 0 0 0,0 0-12 16,-4 0 9-16,3 0-9 0,4 0 8 0,-3-3-8 0,-1 3 0 15,5 0 9-15,-8 0-9 0,-4 0 0 0,8 3 0 16,3 3 0-16,-4-3 0 0,1-3 0 0,0 7 0 16,-1 2 0-16,-3 1 0 0,4-1 0 0,-1 0 0 15,5 1 0-15,-5 5 0 0,1-5 0 0,3-1 0 16,-4 7 0-16,-3-7 0 0,1 1 8 0,2 9-8 15,-3-10 8-15,-3 7-8 0,-1 2 0 0,8 1 0 16,-1-3 0-16,-10 3 8 0,7 0-8 0,-7-1 0 16,7 1 0-16,-7 3 0 0,11 0 8 0,-11-6 0 15,0 9 0-15,11-6 0 0,-8 0-8 0,4-1 9 0,-3 1-9 16,-4-3 10-16,0-1-10 0,0-2 10 0,0 3-10 16,0-4 10-16,-4 4-1 0,-3 3 0 0,4-10 0 0,-1 7 0 15,-6 0 4-15,-5-7 1 0,-2 3 0 0,3-2 0 16,-7-4-5-16,-4 10-1 0,0-7 0 0,0 1 0 15,1-7-8-15,3 3 0 0,-4-3 0 0,0 3 0 16,0-6 0-16,1-6 0 0,3 6 0 0,-4-3 0 16,11-3-28-16,-7-4 3 0,7 1 0 0,-1 0 0 31,1-1-88-31,4-6-18 0,-1-2-3 0,1-7-690 0,-1 3-137 0</inkml:trace>
  <inkml:trace contextRef="#ctx0" brushRef="#br0" timeOffset="17034.662">31627 9794 1825 0,'0'0'80'0,"0"0"18"0,0 0-78 0,0 0-20 0,0 0 0 0,0 0 0 16,0 0 98-16,0 0 16 0,10-3 3 0,4-3 1 16,-3 6 10-16,10 0 1 0,-3 0 1 0,-8-3 0 15,15-4-67-15,-4 7-14 0,4-6-2 0,-1 3-1 16,8-3-4-16,-4 3-1 0,8-7 0 0,-1 1 0 15,0 2-18-15,1 4-4 0,-1-3-1 0,-7-3 0 16,7-1-18-16,-3 4 0 0,-7 6 8 0,-8-3-8 16,5-3 0-16,2 2 0 0,-10-2 0 0,4 6 0 31,-4-3-62-31,0 3-13 0,-14 0-2 0,0 0-1 16,4-6-148-16,-4 6-30 0</inkml:trace>
  <inkml:trace contextRef="#ctx0" brushRef="#br0" timeOffset="19727.842">27305 7063 990 0,'0'0'44'0,"0"0"8"0,0 0-41 0,0 0-11 0,0 0 0 0,0 0 0 16,0 0 104-16,0 0 20 0,0 0 3 0,0 0 1 16,0 0-26-16,0 0-5 0,0 0-1 0,0 0 0 15,0 0-48-15,0 0-9 0,-7 0-3 0,7 0 0 16,-4 6 0-16,-3-3-1 0,0-3 0 0,0 0 0 16,7 0-11-16,-7 10-1 0,0-4-1 0,0-3 0 15,0 7 10-15,-4-4 3 0,1 3 0 0,-1 1 0 16,1-1-22-16,-1-3-4 0,-3 4-1 0,0-1 0 15,0 1 2-15,0-1 0 0,7 0 0 0,-4 1 0 16,4 9 0-16,-4-10 0 0,-3 7 0 0,0-7 0 16,0 7-10-16,0-7 12 0,0 10-12 0,-4-3 12 15,4-4-12-15,0 4 0 0,0 3 0 0,0-1 8 16,-4-2 0-16,4 3 0 0,-4 0 0 0,4 0 0 16,0 6-8-16,0-7 10 0,0-2-10 0,0 3 10 0,0-3 7 15,0-4 2-15,-1 7 0 0,-2-3 0 0,3-1-19 0,3-2 10 16,-6 3-10-16,6-1 8 0,-7-2-8 0,8 3 8 15,-4-7-8-15,-1 10 8 0,1-10 0 0,4 7 0 16,-1-7 0-16,1 10 0 0,-1-10-8 0,8 10 0 16,-5-9 9-16,5 5-9 0,-8 4 0 0,4-9 0 15,0 5 0-15,-3-5 8 0,3 8-8 0,-4-2 9 16,0-3-9-16,4 2 10 0,-3 4-10 0,-1-3 0 16,1-4 0-16,-1 10 0 0,0-9 0 0,1 3 0 15,-4 2 0-15,3-2 0 0,1-3 0 0,-1 2 8 0,0-5-8 16,1 9 0-16,-4-4 8 0,3-2-8 15,1 2 8-15,3 1-8 0,-4-3 8 0,4 2-8 16,-4 1 8-16,8-3-8 0,-8-4 9 0,8 7-9 0,-8-7 10 16,4 10-10-16,-4-3 8 0,4-4-8 0,0 4 0 0,-3 3 9 15,3-4 6-15,0-2 1 0,-4 2 0 0,0 4 0 16,1-3-16-16,-1-3-18 0,4 2 4 0,-3 1 1 16,-1-4 21-16,0-2 4 0,1 5 0 0,3 1 1 15,-4-3-5-15,4 2-8 0,0-5 11 0,-3-1-11 16,3 1 9-16,-1 5-9 0,1-5 0 0,0-1 9 15,0 1-1-15,7-1 0 0,0-3 0 0,-3 4 0 16,-8-1-8-16,4 0 0 0,7 1 9 0,-3-1-9 16,-1 1 9-16,-3-1-9 0,3 0 12 0,1 1-12 15,-1-4 0-15,-3 4 0 0,4 5 0 0,-1-5 0 16,1-7 0-16,-1 6 0 0,-3-3 0 0,4 4 0 0,-4-4 0 16,3-3 0-16,1 7 0 0,-1-1 0 0,4-9 0 15,-3 6 0-15,3-6 10 0,0 0-10 0,-8 3 9 0,8-3-9 16,0 7 10-16,0-7-10 0,0 0 0 0,0 0 8 15,0 9-8-15,-3-3 0 0,3-6 0 0,-4 10 8 16,4-10-8-16,0 0 0 0,-3 3 0 0,-1 6 8 16,1 1-8-16,-4-4 0 0,7-6 0 0,-4 9 0 15,1-5 8-15,-1 2-8 0,-3 3 0 0,7-9-10 16,0 0 2-16,0 0 0 0,-3 7 8 0,3-7 9 16,-4 3-1-16,4-3-8 0,0 0 0 0,-3 9 0 15,3-9 0-15,0 10 0 0,-4-4 0 0,4-6 0 16,0 0-10-16,0 0 10 0,0 0 0 0,-7 3 10 15,3 3 1-15,4-6 0 0,0 0 1 0,0 0 1 0,-3 6 0 16,-4-2 0-16,0-4-4 0,7 0-1 0,0 0 0 0,-4 0 0 16,4 0 1-16,-7-4 0 0,0-2 0 0,4 0 0 15,-4 3 4-15,3-3 1 0,-3-7 0 0,3-3 0 16,1 7-4-16,-1-7-1 0,1 7 0 0,-4-10 0 16,0 6-9-16,3-9 8 0,-3 10-8 0,4-4 8 15,-4-3-8-15,3 4 0 0,1 2 0 0,-1-2 8 16,-3-4-8-16,3 3 0 0,1 7 0 0,-1-4 0 15,1-3 0-15,3 7 0 0,0 0 0 0,3-7 0 16,1 7-9-16,-1-1 9 0,1 1 0 0,-1-1 0 16,1 4 0-16,0-3 0 0,-1 5 0 0,-3 4 0 15,0 0 0-15,0 0-8 0,0 0 8 0,0 0-13 0,0 0 13 16,0 0-9-16,0 0 9 0,4 4-8 16,3 5 8-16,-4 7 0 0,1-7-9 0,-4 7 9 0,0-4 0 15,3 4 0-15,1-7 0 0,-1 10 0 0,-3-3-9 0,0-4 9 16,4 4 0-16,-4 3 0 0,3-3 0 0,1-4 0 15,-1 4 0-15,4-7 0 0,-7 7 0 0,4-4 0 16,-4-2 0-16,4 2 0 0,-1-2 0 0,1-1 0 16,-1 4 0-16,4-4 0 0,-7-3 0 0,4 10 0 15,-4-3 0-15,0-4 0 0,0-3 0 0,0-6 0 16,3 10 0-16,-3-10 0 0,0 0 0 0,0 0 0 16,0 0 0-16,4 3 0 0,-1 9 0 0,-3-12 0 15,0 0 0-15,7 4 9 0,-7-4-9 0,7 6 0 16,0-3 9-16,0-3-9 0,-7 0 9 0,8 6-9 0,-1-3 12 15,3-3-12-15,-3 0 16 0,4 0-3 0,-1-3-1 0,5 3 0 16,-1-6 3-16,3 3 0 0,1-3 0 16,-4-4 0-16,7-5-2 0,-7 5 0 0,4 1 0 0,0-10 0 15,-1 3-1-15,1-3-1 0,3 1 0 0,0 2 0 16,-3-3 0-16,3 0 0 0,-3 0 0 0,3 4 0 16,-7-4-3-16,0 10 0 0,4-10 0 0,-8 9 0 15,4-5-8-15,-3 5 0 0,0 1 0 0,-1-1 0 16,1 4 0-16,-4 3 0 0,0-3 0 0,0 6 0 15,-4-10 0-15,-3 10-14 0,0 0 2 0,7 0 0 16,-3-3-92-16,3-3-17 16,4 3-4-16,-4-3-771 0,0 6-155 0</inkml:trace>
  <inkml:trace contextRef="#ctx0" brushRef="#br0" timeOffset="21202.09">25573 9891 460 0,'0'0'41'0,"0"0"-33"0,0 0-8 0,0-6 0 16,0 6 164-16,0-3 32 0,0 3 5 0,3-6 2 15,1 6-79-15,-1-3-16 0,-3-4-4 0,4 4 0 16,0-3-9-16,3 3-3 0,-7 3 0 0,3-7 0 15,1-2-16-15,3 9-4 0,-4-9-1 0,4 2 0 16,-3 4-26-16,3-3-5 0,0 3 0 0,0-3-1 16,-4 2-11-16,8-2-1 0,-4-3-1 0,4-1 0 15,-1 10-6-15,1-9 0 0,-1 3-1 0,5-4 0 16,-5 7-7-16,1-3 0 0,3-4-1 0,-4 1 0 16,5 0-11-16,-5 2 0 0,1 7 9 0,-1-3-9 15,1-3 8-15,-1 6-8 0,-2-3 8 0,-1 3-8 16,0 0 12-16,0-6-3 0,0 6 0 0,0 6 0 15,0-6 4-15,-4 3 1 0,4 3 0 0,0-6 0 0,-7 0-6 16,8 3 0-16,-1 4-8 0,0-4 12 0,0 9-12 0,-4-2 9 16,8-1-9-16,-8 1 8 0,8-1 8 0,-4 0 2 15,-3 1 0-15,3-1 0 0,0 1-18 0,-4-1 8 16,4 0-8-16,-3 7 0 0,-4 0 0 0,0-4 0 16,0 4 0-16,0 0-9 0,-4-4 9 0,1 7 9 15,-1-3-1-15,-3 3-8 0,4-1 12 0,-4-2-4 16,-1 3 0-16,5 6-8 0,-8-6 13 0,8 0-4 15,-8-1-1-15,8 1 0 0,-8 6 0 0,8-6-8 16,-4-3 12-16,-1 3-4 0,1-1-8 0,0-2 10 16,0 0-10-16,0-4 10 0,4 4-10 0,-4-7 0 0,0 1 9 15,0 5-9-15,0-2 0 0,-1-4 9 0,-2 1-9 16,3-1 0-16,-4 4 9 0,4-4-9 16,-3 1 0-16,-1-1 9 0,0-6-9 0,1 7 8 0,-4-4-8 0,3 3 8 15,-3 1-8-15,0-1-14 0,0-3 3 16,0-3 1-16,0 7 34 0,-1-10 6 0,5 6 2 0,-4-6 0 15,-4 0-32-15,1 3 0 0,2-3 0 0,5 0 0 16,-4 0 0-16,3 0 0 0,-3-3 0 0,3 3 0 16,1-6 0-16,-1 6 0 0,1-10 0 0,-4 7 0 15,3-3 0-15,4-3 0 0,0 5 0 0,-4-5 0 16,1 3 0-16,3-4-13 0,0 4 4 0,-4-3 1 16,4-1 8-16,0 7 14 0,3-6-3 0,1 2-1 15,-1-2-18-15,1 3-4 0,-1 3-1 0,4 3 0 16,-3-7 13-16,-1 4 0 0,1-3 0 0,3 6-9 0,3-3 9 15,-3-3 0-15,4-4-9 0,3 10 9 0,-4-9 0 0,8 2 0 16,-1-2 0-16,1 6 0 0,3-3 0 0,0-4 18 16,4 1-2-16,0 6 0 0,-4-4-16 0,0 1-19 15,0 3 4-15,0 3 1 0,4 0 25 0,-4 0 5 16,0 3 0-16,0 3 1 0,0 4-17 0,0-4 0 16,-3-3 0-16,-4 7 0 0,3-1 0 0,1-3 0 15,0 4 0-15,-4-1 0 0,3 1 0 0,1 5 0 16,-4-12 0-16,3 7 0 0,-2 5 0 0,2-5 0 15,4-1 0-15,-3 1 0 0,-1-1 0 0,4 1 8 16,1 5 1-16,-5-5 0 0,4 5 3 0,-3-2 1 16,3-4 0-16,-3 7 0 0,3 0-4 0,-4-4-1 0,1-6 0 15,3 4 0-15,-3 5-8 0,-1-5 10 0,1 2-10 16,-4-2 10-16,0-4-10 0,3-3 0 16,-3 4 9-16,4-1-9 0,-7-3 0 0,3-3 8 0,0 6-8 15,0-6 0-15,0 3 0 0,-7-3-16 0,0 0 2 0,10-3 1 31,-3-3-99-31,0 6-20 0,-7 0-4 0,4-9-681 0,3 2-136 0</inkml:trace>
  <inkml:trace contextRef="#ctx0" brushRef="#br0" timeOffset="22438.064">26293 9844 403 0,'0'0'36'0,"0"0"-36"0,0 0 0 0,0 0 0 16,0 0 92-16,0 0 11 0,0 0 2 0,0 0 1 15,0 0 12-15,0 0 2 0,0 0 1 0,0 0 0 16,0 0 19-16,0 0 3 0,0 0 1 0,0 0 0 16,0 0-32-16,0 0-5 0,0 0-2 0,0 0 0 15,7-6-33-15,3 0-8 0,-10 6 0 0,4-3-1 16,3-4-4-16,0-2-1 0,0 9 0 0,0-9 0 16,-4 5-20-16,5-2-4 0,-1-3-1 0,0-1 0 15,-4 4-9-15,4-3-3 0,0 6 0 0,0-7 0 16,0 4-21-16,4-4 0 0,-4 1 0 0,4 3 0 15,-1 3 8-15,1-7-8 0,3 4 8 0,-4 3-8 16,5-3 0-16,-1 6 0 0,0-4 0 0,0-2 0 0,-4 6 8 16,1 0-8-16,0 0 10 0,-4 0-10 0,7 0 0 15,-7 6 0-15,0-2 0 0,4-4 0 0,-4 6 9 0,0-3-1 16,0 3 0-16,0-3 0 0,3 4 0 0,-3 2 0 16,-7-9 0-16,7 9 0 0,4 1-8 0,-7-4 0 15,3 4 0-15,0-1 0 0,0 0 0 0,0 1 0 16,-4-1 0-16,4 7 0 0,-3-4 0 0,3 4 0 15,-4 0 0-15,1-4 0 0,0 4 27 0,-4 3 3 16,3 0 1-16,-3-4 0 0,0 4-31 0,0 0 0 16,0 0 0-16,0-4 0 0,0 10 13 0,0-6-3 15,-3 0-1-15,-1 9 0 0,0-12-9 0,4 3 0 16,-7 6 9-16,4-6-9 0,-1 0 8 0,-3-1-8 0,4-2 10 16,-4 3-10-16,3-3 8 0,1-4-8 0,3 4 0 15,-4-1 9-15,1-2-9 0,-4 3 0 0,3-7 0 16,0 10 8-16,-3-10-8 0,0 10 0 0,0-3 0 0,0-7 0 15,4 1 8-15,-8 5-8 0,-3-5 8 16,7-1-8-16,0 1 8 0,3-4-8 0,-3-3 8 0,-3 6-8 16,-1-9 0-16,1 7 8 0,3-7-8 0,-4 3 0 15,0-3 0-15,4 0 8 0,7 0-8 0,-7-3 0 16,-3-4 0-16,-1 7 0 0,-3 0 8 0,7-9-8 16,-4 9 0-16,1-9 0 0,3 9 0 0,-4-7 0 15,4 4-9-15,0 3 9 0,0 0-12 0,0-6 12 16,-4 6-11-16,8-3 11 0,-4-4-10 0,7 7 10 15,-4-3 0-15,-3-3 0 0,4 6 0 0,3 0 0 16,0-9 0-16,-4 5-9 0,1-2 9 0,3 6 0 0,3-9 0 16,1-1 0-16,-1 4 0 0,1 3-8 0,3-6 8 15,-4 2 0-15,4-2-9 0,-3-1 9 0,6 1 0 0,-3 3 0 16,1 3 0-16,2-7 0 0,-3 4 0 0,0 6 0 16,0-9 0-16,4 9 0 0,-8-4 0 0,8-2 0 15,-4 6 0-15,0-3 0 0,-7 3 0 0,11 0 0 16,-11 0 0-16,10 0 0 0,4 0 0 0,-7 0 0 15,0 0 8-15,4 3-8 0,0-3 0 0,-1 6 0 16,-10-6 0-16,7 4 0 0,0 2 8 0,0-3-8 16,0 6 0-16,4-2 8 0,0-4-8 0,-1 3 10 15,-3 3-10-15,4 1 10 0,-1-4-10 0,5-3 0 16,-5 4 9-16,1-4-9 0,-1 6 0 0,1-3 0 0,-1 4 0 16,1-4 0-16,-4 3 23 0,4 1 9 15,-1-1 3-15,1-6 0 0,-1 13-35 0,-3-6 0 0,1-1 0 0,2 7-12 16,1-7 12-16,-4 0 12 0,0 1-3 0,0 5 0 15,0-5-1-15,4 2 0 0,-4-2 0 16,0-1 0-16,0 4-8 0,0-1 12 0,-4-5-12 0,4 2 12 16,0 0-12-16,-3 1 8 0,-1-1-8 0,4-2 8 15,1-4-8-15,-1 3 0 0,-4-3 0 0,4 3 8 16,-3-3-8-16,6-3 0 0,-10 0 0 0,7 0 8 16,-7 0-8-16,0 0 0 0,7 0-10 0,-7 0 10 15,0 0-37-15,4 0-2 0,-4 0 0 16,7 0 0-16,-3-3-161 0,-4 3-33 0,3-9-7 15</inkml:trace>
  <inkml:trace contextRef="#ctx0" brushRef="#br0" timeOffset="25305.483">24804 10067 460 0,'0'0'41'0,"0"0"-33"0,0 0-8 0,0 0 0 15,0 0 135-15,0 0 25 0,0 0 4 0,0 0 2 16,0 0-74-16,0-6-14 0,0 6-3 0,0 0-1 16,0 0-34-16,0 0-6 0,0 0-2 0,0 0 0 15,0 0 19-15,0 0 3 0,0 0 1 0,0 0 0 16,0 0 6-16,0 0 2 0,0 0 0 0,0 0 0 16,-7 9-9-16,3 1-2 0,-3-10 0 0,0 9 0 15,0-3-19-15,0-3-4 0,0 7-1 0,0-4 0 16,0 3-4-16,0 1-2 0,0-1 0 0,0 1 0 15,0-1-2-15,3-3-1 0,1 4 0 0,-8-4 0 16,4 3-3-16,3 1 0 0,-3-7 0 0,0 6 0 16,4 1-4-16,-4-4 0 0,0 3-1 0,3 1 0 15,1-1-11-15,-4-2 12 0,3 2-12 0,-3-6 12 16,3 6-4-16,1 4 0 0,-1 0 0 0,-3-4 0 16,0 0 4-16,4-2 1 0,-1 2 0 0,1 0 0 0,-1 1-1 15,1 6 0-15,-4-7 0 0,3 0 0 0,-3 1 4 16,0 5 0-16,3-2 0 0,-3-4 0 0,4 1 14 15,-1 6 3-15,-6-1 1 0,6-2 0 0,1 2-34 0,-4-5 0 16,0 5 0-16,-1-2 0 0,5-4 16 0,-4 7-3 16,0-6-1-16,3 5 0 0,1-2-3 0,3 2-1 15,-7-5 0-15,0 9 0 0,3-10-8 0,1 7 0 16,-1-7 9-16,-3 10-9 0,7-10 12 0,-3 7-3 16,-1-7 0-16,0 7 0 0,1-3-9 0,-4 2 0 15,3-2 0-15,1 3 0 0,3-7 0 0,-4 7 0 0,1-4 0 16,-1 4 0-16,8-7 28 0,-4 10 3 0,-4-3 1 15,4-7 0-15,-3 10-32 0,3-3 0 0,-4-4 0 0,1 4 0 16,-1-7 12-16,-3 7-4 0,7-3-8 16,-3 2 12-16,-1 1-12 0,0-4 0 0,1-2 0 0,3 6 0 15,-4-7 0-15,1 10 0 0,3-10 0 0,0 1 0 16,-4-1 9-16,1 0-1 0,3 4 0 0,-4-1 0 16,1-2 0-16,3-1-8 0,-4 1 12 0,1 5-4 15,3 1-8-15,-4-3 0 0,4-4 0 0,-3 0 0 16,-1 7 0-16,1-7 0 0,-1 7 0 0,1-6 0 15,-1-1 0-15,-3 7 8 0,3-7-8 0,1 4 12 16,-1-4-12-16,1-3 0 0,-1 4 9 0,1-1-9 16,-1 1 8-16,1 5-8 0,3-5 8 0,-4-1-8 15,4-3 0-15,-3 4 0 0,-1-1 0 0,4 1-8 16,0-7 16-16,-3 6 3 0,-1 7 1 0,1-7 0 16,-1 1-12-16,1-1 0 0,-1 0 0 0,4-2 8 0,-4 2 8 15,-3 0 0-15,4 1 1 0,-1-1 0 0,1 1-17 0,-1-1 0 16,1 0 0-16,-1 4 0 0,1-10 8 0,-1 7-8 15,1 5 0-15,-1-5 0 0,4-1-8 0,-3 0-6 16,-1 1-1-16,4-1 0 0,0 1 15 0,-3-1 0 16,-1-3 0-16,4 4 0 0,-3-1 15 0,-1 1-1 15,0-4 0-15,4 3 0 0,-3-6-14 0,3 7-13 16,-4-4 2-16,1 3 1 0,-1 1 10 0,1-4 12 16,-1-3-2-16,1 7-1 0,-1-4-9 0,4-3 0 15,-3 3-10-15,-1 4 10 0,1-1 0 0,3-3 0 16,-4-2 0-16,1 5 0 0,-1 0 0 0,1-2 13 15,-1-4-2-15,0 3-1 0,4-6-10 0,0 10 0 0,-3-1-10 0,3-3 10 16,-4 4 0-16,1-7 0 16,3-3 0-16,-4 9 0 0,1-3 0 0,-1 4 0 0,4-1 8 15,-3-2-8-15,-1-4 0 0,1 6 0 0,-1 0 0 0,1-2 0 16,3-7 8-16,-4 3-8 0,4 9 0 0,-3-8 0 16,3-4 0-16,-4 9 0 0,1 0 0 0,-1 1 0 15,1-1 0-15,-1-3 0 0,4 4 0 0,-4-1 0 16,4 1 8-16,-3-1-8 0,3-9 0 0,-4 9 0 15,1-2 0-15,3 2 0 0,-4 1 0 0,1-1 0 16,-1-3 8-16,4 4-8 0,-3-1 0 0,3 0 0 16,-4-5 0-16,4 8 0 0,-3-9 0 0,3 7 0 15,-4-1 0-15,4 1 0 0,-3-4 0 0,-1 3 0 16,1 1 0-16,-1-4 0 0,1-3 0 0,3 6 0 0,-4 1 0 16,0-4 0-16,1-3 0 0,3-3 0 0,0 6 8 15,-4 4-8-15,4-1 0 0,-3-2 0 0,-1-4 0 0,1 6 0 16,3-9 0-16,-4 6 0 0,4-2 8 15,0-4-8-15,-3 6 0 0,-1 3 0 0,4-9 0 0,0 10 0 16,-3-4 0-16,3-6 0 0,0 3 0 0,-4 6 0 16,4-2 0-16,-3-4 0 0,-1 6 0 0,4-2 0 15,-3 2 0-15,3-9 0 0,-4 6 0 0,4-6 0 16,-3 3 0-16,-1 7 0 0,4-10 0 0,0 6 0 16,0-6 0-16,0 9 0 0,-3-5 0 0,3-4 0 15,0 9 0-15,0-3 0 0,0-6 8 0,-4 10-8 16,4-10 0-16,-4 9 0 0,4 0 0 0,0-2 0 15,0-7 0-15,-3 9 0 0,3-9 0 0,0 10 0 16,-4-4 0-16,1-3 0 0,-1 6 0 0,4-9 0 0,0 0 0 16,0 10 0-16,-3-4 0 0,3-6 0 0,-4 9 0 0,1-5 0 15,3-4 0-15,0 0 0 0,0 0 0 0,-4 9 0 16,4-3 0-16,0-6 0 0,0 0 0 0,-3 10 0 16,-1-1 8-16,4-9-8 0,0 0 0 0,-3 6 0 15,3-6 0-15,0 10 0 0,0-10 0 0,0 0 0 16,-7 3 8-16,7-3-8 0,0 6 0 0,0-6 0 15,0 0 0-15,0 0 0 0,-4 10 0 0,4-10 0 16,0 0 0-16,0 0 0 0,0 0 0 0,0 0 0 16,0 0 0-16,0 0 0 0,-3 9 0 0,3-9 0 15,0 0 0-15,0 0 0 16,0 0 0-16,0 0 0 0,-8 6 0 0,8-6 0 0,0 3 0 0,0-3 0 16,-3 10 0-16,3-10 0 0,0 0 0 0,-4 6 0 0,4-6 0 15,0 0 0-15,0 0 0 0,0 0 0 0,0 0 0 0,0 0 0 16,-3 3 0-16,3-3 0 0,0 0 0 0,0 0 0 15,0 0 0-15,0 0 0 0,0 0 0 0,0 0 0 16,0 0 0-16,0 0 0 0,0 0 8 0,0 0-8 16,0 0 0-16,0 0 0 0,0 0 9 0,0 0-9 15,0 0 0-15,0 0 9 0,0 0-9 0,0 0 0 16,0 0 0-16,0 0 8 0,0 0-8 0,0 0 0 16,0 0 0-16,0 0 0 0,-4-3 0 0,4 3 0 15,-7-6 0-15,4-4 0 0,-1 1 0 0,-3-7 0 16,4 7 0-16,-4-1 0 0,0 1 0 0,3 0 0 15,1-7 0-15,-5 7 0 0,1-1 0 0,4 1 0 0,-1-1 0 16,1 1 0-16,-1 0 0 0,-3-1 0 0,4 4-9 16,-1-4 9-16,1 1 0 0,-1 0-10 15,1-1 10-15,-4 1-8 0,3 3 8 0,4-4 0 0,-4 1-9 0,1-1 9 16,-1 1 0-16,4 0-9 0,-3 2 9 0,3 4 0 16,0-3-9-16,0 6 9 0,0 0 0 0,0 0-9 15,0 0 9-15,0 0-8 0,0 0 8 0,0 0-8 16,0 0 0-16,0 0 0 0,0 0 0 0,0 0 0 15,7 6-1-15,0 4 0 0,-3-1 0 0,3 0 0 16,-4 1 9-16,4-1-12 0,-3 1 12 0,3 5-12 16,-4 1 12-16,4-4-8 0,-3 4 8 0,3 0-8 15,-4-4 8-15,1 7 0 0,-4-3 0 16,4 0-8-16,-4-4-4 0,3 4 0 0,1-7 0 0,-1 1 0 0,-3 5 12 16,4-5 0-16,-1-1 0 0,1 0 0 0,-1 1 8 15,1-7 3-15,-1 3 1 0,1 4 0 0,-4-10-12 0,3 9 0 16,4-9 0-16,-7 0 0 15,0 0 0-15,0 0 0 0,0 0 0 0,0 0 0 0,11 0 20 0,0-3 0 16,-1-3-1-16,4-4 0 0,-3 1-19 0,6 3 0 16,1-13 0-16,3 6 0 0,4-2 0 0,0-4-12 15,-1-6 3-15,1 6 1 0,3 0 8 0,-3-6 0 16,-4 6 0-16,0 3 0 16,-3-2-13-16,3-1 2 0,-7 3 1 0,0 7 0 15,0-10-88-15,-7 10-18 0,4-7-3 0,-4 6-728 16,-3 1-145-16</inkml:trace>
  <inkml:trace contextRef="#ctx0" brushRef="#br0" timeOffset="26620.918">23477 13444 511 0,'-7'0'22'0,"4"0"6"0,-1 7-28 0,4-7 0 15,0 0 0-15,0 0 0 0,0 0 92 0,0 0 12 16,0 0 4-16,0 0 0 0,0 0 3 0,0 0 1 16,0 0 0-16,0 0 0 0,0 0 1 0,0 0 1 15,0 0 0-15,0 0 0 0,0 0-10 0,0 0-3 16,0 0 0-16,0 0 0 0,0 0-13 0,0 0-4 15,0 0 0-15,4 9 0 0,-4-6-36 0,0 13-8 16,-4-7-2-16,4 10 0 0,-3-3-11 0,3 2-3 16,-4 8 0-16,1 2 0 0,3-3 1 0,0 3 0 15,-4 0 0-15,1 1 0 0,-1 5-2 0,1-6-1 0,3 7 0 16,-4-1 0-16,-3-6-6 0,3 7-2 0,1-1 0 16,-4 1 0-16,0-7-6 0,-4 7-8 0,4-7 11 0,-3 0-11 15,-1 7 9-15,7-10-9 0,-3-3 0 0,4 3 9 16,-1-6-9-16,1-1 0 0,-4 4 0 0,7-9 8 15,0 3-8-15,0-7 0 16,0 7 0-16,0-13-11 16,-4 6-13-16,4-9-4 0,0 0 0 0,0 0 0 15,0 0-121-15,0 0-25 0,0 0-5 0,4-9-526 0,3-4-106 0</inkml:trace>
  <inkml:trace contextRef="#ctx0" brushRef="#br0" timeOffset="27782.137">24126 13526 403 0,'0'0'17'0,"0"0"5"15,0 0-22-15,0 0 0 0,0 0 0 0,0 0 0 16,0 0 195-16,0 0 34 0,0 0 7 0,0 0 2 15,0 0-125-15,0 0-25 0,0 0-4 0,0 0-2 0,0 0 1 0,0 0 0 16,0 0 0-16,0 0 0 0,0 0-8 0,0 0-2 16,0-3 0-16,0 3 0 0,-3-7-7 0,3 7-2 15,0 0 0-15,-4-3 0 0,4-6-27 0,-3 3-5 16,-1-4-2-16,4 7 0 0,-3-3-8 0,-1-4-2 16,1 4 0-16,-1 6 0 0,-3-9 1 0,4-1 0 15,-1 7 0-15,-3-3 0 0,4 3-3 0,-4-4-1 16,-1 7 0-16,1 0 0 0,0 0-2 0,-3 0-1 15,-1 0 0-15,1 7 0 0,-1-4-14 0,0-3 8 16,-3 6-8-16,0-3 0 0,0 7 8 0,4-4-8 16,-8 3 0-16,4 1 9 0,0-1-9 0,3 1 0 15,-3 5 0-15,0-2 0 0,-4-4 0 0,4 7 0 16,0 0 0-16,0-4 0 0,3 4 0 0,-3 3 0 0,4-10-8 16,3 10 8-16,-1-4 0 0,5 1 0 0,-4-3 0 15,3 2 0-15,4 1 0 0,4-3 0 16,-4-4 0-16,3 0 0 0,4 7 0 0,1-6 0 0,2-1 0 0,4 0 0 15,0-2 0-15,-3-4 0 0,7 3 0 0,-8-6 0 16,4 3 0-16,-3-3 8 0,3 0-8 0,-3-3 0 16,-11 3 11-16,17-6-3 0,-3 3-8 0,0-4 12 15,1 4 3-15,-8-3 0 0,3-3 0 0,1-1 0 16,-1 4 2-16,1-4 1 0,-1 1 0 0,1 0 0 16,0-10-7-16,-4 3-2 0,3 4 0 0,-3-7 0 15,4 3-9-15,-4 0 0 0,0-2 9 0,0 5-9 16,-3-3 0-16,-1 7 9 0,1 0-9 0,-1-7 0 15,1 6 8-15,-1 4-8 0,1 3 0 0,-4 3 0 16,0-6 8-16,0 6-8 0,0-3 0 0,0 3 0 0,0 0 0 0,0 0 8 16,0 0-8-16,0-7 0 0,0 4 10 0,0 3-10 15,0 0 8-15,0 0-8 0,0 0 11 0,0 0-3 16,0 0-8-16,0 0 12 0,0 0-2 0,0-6-1 16,0 3 0-16,0 3 0 0,0 0-1 0,0 0 0 15,0 0 0-15,0 0 0 0,0 0 0 0,0 0 0 16,-7 3 0-16,3 6 0 0,-3 1-8 0,0-4 12 15,4 10-12-15,-1-4 12 0,1-2-12 0,-1 5 0 16,0 1 9-16,1 3-9 0,3-7 0 0,-4 13 9 16,1-6-9-16,-4 0 0 0,7 3 8 0,-4 0-8 0,1 3 0 15,-1 3 0-15,1-3 14 0,-1 4-4 0,1-1-1 16,-1-3 0-16,4 3-9 0,-3-3-11 16,-1 0 3-16,1-3 0 0,3 3 8 0,0-6 0 0,-4 6 0 15,4-6 8-15,4 0 0 0,-4 3 0 0,0-3 0 16,0-7 0-16,3 4-8 0,-3 3 0 0,4-10 8 0,-4 1-8 15,0 5 0-15,0-5 0 0,0-1 0 0,0 7 8 16,0-7-8-16,0 1 0 0,-4-1 0 0,1-3 0 16,3 7-10-16,0-7-3 0,-4 3-1 0,4-5 0 15,0 5-30 1,-4-3-7-16,4-6-1 0,0 0 0 0,0 0-15 16,0 0-3-16,0 0-1 0,0 0 0 0,0 0-101 0,0 0-20 0,0-9-4 15</inkml:trace>
  <inkml:trace contextRef="#ctx0" brushRef="#br0" timeOffset="32140.361">18006 7025 1011 0,'0'0'44'0,"0"0"11"0,0 0-44 0,0 0-11 0,0 0 0 0,0 0 0 15,0 0 79-15,0 0 13 0,0 0 4 0,0 0 0 16,0 0-12-16,0 0-3 0,0 0 0 0,0 0 0 15,0 0 7-15,0 0 0 0,0 0 1 0,-4 10 0 16,4-10-13-16,-3 3-4 0,-1 3 0 0,-3 3 0 16,4 1-16-16,-4-1-4 0,0-2-1 0,-1 2 0 15,5-6-16-15,-8 7-3 0,1 5-1 0,3-5 0 16,0 5-10-16,0-2-1 0,3-4-1 0,-7 13 0 16,1-3-1-16,-1-6 0 0,1 12 0 0,-4-7 0 0,3 1-2 15,-3 6 0-15,3-6 0 0,-3 0 0 16,0 6-4-16,4-6-2 0,-5 3 0 0,5-3 0 0,-1-1 0 15,-3 1 0-15,4 0 0 0,-5 0 0 0,5 3 0 0,-1-3 0 16,-3-7 0-16,4 7 0 0,-5-3 3 0,5 3 1 16,-1-4 0-16,1 4 0 0,-4 0-14 0,3-3 11 15,0 2-11-15,-3 1 10 0,0 0-2 0,0-3-8 16,4 9 12-16,-5-13-4 0,1 10 0 0,4 0 0 16,-4-3 0-16,3-3 0 0,0 2 1 0,1-2 0 15,3-3 0-15,0 2 0 0,-4 4-9 0,1-9 8 16,-1 5-8-16,-3 1 8 0,3-4-8 0,-3-2 0 15,7-1 0-15,-3 7 8 0,-5-7-8 0,5 7 0 0,3-7 0 16,-4 1 0-16,1-1 0 0,3 1 0 0,-4-1 8 16,4 1-8-16,-4-1 0 0,4 0 0 0,0 1 0 15,-3 5 0-15,3-5 8 0,0-1-8 0,-4 1 0 16,4-1 8-16,0-3-8 0,0 10 0 16,-4-3 0-16,4-4 8 0,-3 0-8 0,3-2 0 0,-1 2 9 0,1 7-9 15,-3-7 0-15,3 1 8 0,-4-1-8 0,4 0 0 16,-3 1 0-16,-1-1 8 0,4 1-8 0,-4-1 0 15,4 7 0-15,0-7 8 0,-3 0-8 0,3 1 0 16,-4-1 0-16,7 1 0 0,-3-1 0 0,0-3 0 16,4-2 0-16,-1 2 0 0,1 3 0 0,-4-3 8 15,0-2-8-15,-4 2 0 0,8 3 0 0,-4 1-8 16,-1-1 8-16,1 0 0 0,-3 1 0 0,3-1 0 16,0 1 0-16,-4-1 0 0,1 1 0 0,-1 2 0 15,0 1 0-15,4-7 0 0,-3 3 0 0,-1-6 0 16,4 7 0-16,0-4 0 0,0 4 0 0,0-1 8 0,0-3-8 15,0 4 0-15,0-7 0 0,0 6 0 0,-4-3 0 16,4 4 0-16,4-4 0 0,-5-3 0 0,1 4 0 0,4-4 0 16,-4 6 0-16,3-3 0 0,4-6 0 0,-10 3 0 15,3 4 0-15,0 2 0 0,7-9 0 0,-4 6 11 16,-3 4-11-16,4-7 12 0,3-3-12 0,-8 9-11 16,5 1 3-16,-4-4 0 0,7-6 8 0,-7 3 11 15,3 3-3-15,1 4 0 0,-4-1-8 0,7-9-11 16,0 0 3-16,-7 7 0 0,0 2 8 0,3-6 11 15,-3 6-3-15,7-9 0 0,0 0-8 0,-4 7 0 16,1 2 0-16,-1 1 0 0,4-10 0 0,-7 6-11 16,4 3 3-16,3-9 0 0,0 0 8 0,-4 3 11 15,-3 7-3-15,4-1 0 0,3-9-8 0,-4 6 0 0,4-6 0 0,-3 10 0 16,-1-1 0-16,1-2-11 0,-4-4 3 0,7-3 0 16,0 0 8-16,0 0 0 0,-4 6 0 0,4-6 0 15,-3 3 0-15,3-3 0 0,0 0 0 0,0 0 0 16,0 0 21-16,0 0 0 0,0 0 0 0,0 0 0 15,-8 0-11-15,8 0-2 0,-7-3-8 0,4-3 12 16,-1-4 0-16,1 7-1 0,-1-3 0 0,4-10 0 16,-3 7-11-16,3-4-11 0,-4-2 3 0,1 5 0 15,3-6 8-15,0 4 8 0,-4-4-8 0,1-3 11 16,3 4-11-16,-4 2-14 0,1-2 3 0,-1-4 1 16,4 3 10-16,-3-3 0 0,3 4 0 0,-4 5 0 15,4-9 0-15,0 10 0 0,0-10 0 0,0 3-8 0,0-2 8 16,0-1 0-16,4 3-9 0,3 4 9 0,-4-4 0 0,1 3-9 15,-1 1 9-15,1 2 0 0,6 1 0 0,-6 0 14 16,3-1-1-16,0 7 0 0,0-3-25 0,0-4-4 16,0 10-2-16,-3-6 0 0,-1 3 3 0,-3 3 1 15,7-6 0-15,-7 6 0 0,0 0 14 0,7 0 16 16,-3-3-3-16,-4 3-1 0,0 0 4 0,0 0 1 16,0 0 0-16,7 3 0 15,0 3-37-15,-4-3-7 0,-3 7-1 0,4 5-1 0,-1 1 29 0,1-4 13 16,-4 4-1-16,0 3 0 0,4 0-12 0,-4 6 0 15,0 0 0-15,0-3 0 0,-4 3 0 0,0 0-16 16,4 0 3-16,-3-3 1 0,-1-3 32 0,4 3 8 16,-3-3 0-16,3-7 1 0,-4 10-29 0,4-9 0 0,0 2 0 0,0-2 0 15,0 3 0-15,-3-7-20 0,-1 7 4 0,4-7 0 16,0 0 25-16,0 1 6 16,0-1 1-16,-3 7 0 0,3-7-25 0,-4 1-5 0,4-1-1 0,0 1 0 15,-3-1 25-15,3 0 5 0,0-2 1 0,0 2 0 16,-4 0-16-16,1-5 0 0,3 8 0 0,0-9 0 15,0-3 0-15,0 0-18 0,0 0 2 0,0 0 1 16,0 10 23-16,0-10 4 0,0 0 0 0,0 0 1 16,0 0-13-16,10 0 11 0,-10 0-11 0,7 0 10 15,4-10-2-15,-1 1 0 0,5 3 0 0,-1 2 0 16,0-2-8-16,0-3 8 0,7-1-8 0,0 1 8 16,0-4-8-16,4 1 0 0,-4 3 0 0,8-1 0 15,-1 1 0-15,-4-4 8 0,1 1-8 0,0 2 0 16,0-2 0-16,3 2 0 0,-7 1 8 0,4-1-8 0,-4-2 0 15,0 2 0-15,-3 7 0 0,3-6 8 0,-7 3-8 0,3-4 0 16,-2 7 0-16,-1-3 8 0,0-4-8 0,-4 4 0 16,5 6 0-16,-5-9 0 0,4 6-8 0,-3-4-8 15,-1-2 0-15,1 0-1 16,0 5-103-16,-1-8-21 0,4 2-4 0,-3-2-715 16,3-4-144-16</inkml:trace>
  <inkml:trace contextRef="#ctx0" brushRef="#br0" timeOffset="48029.762">19068 6589 1220 0,'0'0'54'0,"0"0"11"0,0 0-52 0,0 0-13 15,0 0 0-15,3 0 0 0,4-6 35 0,-3 3 4 16,-4 3 1-16,3-6 0 0,4 6 18 0,-3-3 4 16,-1-4 1-16,1 4 0 0,-1-3 6 0,-3 6 2 15,0 0 0-15,0 0 0 0,0 0 2 0,0 0 1 16,0 0 0-16,0 0 0 0,0 0-8 0,0 0-2 15,0 0 0-15,-3 9 0 0,-4 1-19 0,0-4-4 16,-4 3-1-16,4 1 0 0,4 9-20 0,-4-10-4 16,0 7 0-16,-1 9-1 0,1-6-15 0,4-1 8 15,-1 7-8-15,-3-3 0 0,4 10 8 0,-4-10-8 16,3 3 0-16,-3-6 9 0,0 6-9 0,4-6 0 0,-1-1 9 0,4 1-9 16,4 3 8-16,-4-3-8 0,-4-7 8 15,1 10-8-15,-1-9 9 0,0 3-9 0,1-7 12 0,-1 7-12 16,1-7 14-16,3 1-4 0,-7-1-1 15,3-6 0-15,4-3 12 0,0 0 3 0,0 0 0 0,0 0 0 16,0 0-10-16,0 0-2 0,0 0 0 0,0 0 0 16,4 0 3-16,6 0 0 0,-3 0 0 0,1 0 0 15,-8 0-15-15,0 0 9 0,7-9-9 0,3 6 8 16,4-4-8-16,-3 4 0 0,3-3 0 0,0 6 0 16,0-3 0-16,4-4 0 0,-8 7 0 0,5-6 0 15,-1 6 0-15,3-3 0 0,-3 3 0 0,4 0 0 0,-4-6 0 16,4 3 0-16,-4 3 0 0,4-7 0 0,-1 4 0 15,-3-3 0-15,7 6 0 0,-3-3 0 0,3-3 0 0,0 6 0 16,-3-10 0-16,0 10 0 0,-1-6 0 0,1 3 0 16,-4 3 0-16,-3 0 8 0,3 0-8 0,-4 0 8 15,1 0-8-15,-4 0 8 0,4 0 12 0,-4 0 1 16,-7 0 1-16,0 0 0 0,0 0-22 0,3 0 0 16,8-7-10-16,-1 7 10 0,-3 0 0 0,0 0 0 15,0 0 12-15,1 0-3 0,2-3-9 0,-3 3 0 16,-7 0 0-16,7 0 0 0,0 0 0 0,-7 0 0 15,0 0 0-15,0 0 0 0,11 3 0 0,-11-3 0 16,0 0 0-16,0 0 0 0,0 0 0 0,0 0 0 16,3 0 0-16,-3 0 0 0,0 0 0 0,0 0 12 0,0 0-12 15,0 0 12-15,0 0-12 0,0 0 0 0,0 0-12 0,0 0 12 32,0 0-107-32,0-3-13 0,-7-3-4 0,0 6-1062 0</inkml:trace>
  <inkml:trace contextRef="#ctx0" brushRef="#br0" timeOffset="48720.066">19530 6464 403 0,'0'0'36'0,"0"0"-36"15,0 0 0-15,0 0 0 0,0 0 178 0,0 0 29 16,0 0 5-16,0 0 2 0,0 0-110 0,0 0-23 16,7 9-4-16,-4-2-1 0,-3-7 46 0,0 9 9 15,0 0 1-15,-3 1 1 0,-1-1-34 0,-3 1-7 16,4-1-2-16,-4 10 0 0,3-10-19 0,-3 7-4 15,0 3-1-15,4-4 0 0,-5 4-18 0,-2 0-3 16,3 0-1-16,0 6 0 0,3-6-22 0,-3 9-5 16,-3-3-1-16,-1 0 0 0,4-3-3 0,0 3-1 15,-4 3 0-15,4-2 0 0,0 8-12 0,0-6 9 16,0 0-9-16,0-2 8 0,-4 2-8 0,4 3 12 16,0-3-12-16,0-3 12 0,0-3-2 0,0 4 0 0,0-1 0 15,0-3 0-15,4-1 3 0,-1 1 1 0,-3-3 0 0,3 6 0 16,-3-6-14-16,4-3 0 0,-1 3 8 15,1-1-8-15,-1-2 18 0,1 3 1 0,-1-3 0 0,1-7 0 16,3 4-19-16,-4-4-17 0,4 4 3 0,-3-4 1 16,3 0 21-16,0-9 5 0,0 0 1 0,-4 3 0 15,4 7-14-15,-3-4 0 0,3-6 0 0,0 3 0 16,0-3 0-16,0 7 0 0,-4 2 0 0,4 0 0 16,0-2 8-16,-3 2-8 0,-1-6 11 0,4 3-11 15,0-6 12-15,-4 10-12 0,4-1 12 0,-3-2-12 16,3-7 8-16,-4 3-8 0,4-3 0 0,0 9 0 0,0-9 8 0,0 0-8 15,0 0 0-15,0 0 0 0,0 0 9 0,0 0-9 16,0 0 0-16,0 0 9 0,0 10-9 0,0-10 0 16,0 0 9-16,0 0-9 0,0 0 12 0,0 0-1 15,0 0-1-15,0 6 0 0,0-6 0 0,-3 3 0 16,-4 3 0-16,7-6 0 0,0 10-1 0,0-10 0 16,0 0 0-16,0 0 0 0,-4 0-9 0,4 0 0 15,0 0 0-15,0 0 8 0,0 0-8 0,0 0 0 16,0 0 0-16,0 0 0 15,0 0-66-15,0 0-15 0,0 0-3 0,-3-7-796 16,6-2-158-16</inkml:trace>
  <inkml:trace contextRef="#ctx0" brushRef="#br0" timeOffset="55060.11">20599 7107 172 0,'0'0'8'0,"0"0"1"0,0 0-9 0,0 0 0 0,0 0 0 0,0 0 0 16,7 0 212-16,-7 0 41 0,0 0 8 0,0 0 2 16,0 0-141-16,0 0-28 0,0 0-6 0,0 0 0 15,0 0 0-15,0 0 1 0,0 0 0 0,0 0 0 16,0 0-27-16,0 0-6 0,0 0 0 0,0 0-1 16,0 0-20-16,0 0-4 0,0 0-1 0,0 0 0 15,0 0 18-15,0 0 3 0,0 0 1 0,0 0 0 16,0 0-15-16,0 0-2 0,0 0-1 0,0 0 0 15,0 0-13-15,0 0-2 0,0 0-1 0,0 0 0 16,0 0-2-16,0 0-1 0,0 0 0 0,0 0 0 16,0 0-15-16,0 0 0 0,7 3 0 0,-7-3 0 15,0 0 0-15,0 0 8 0,0 0-8 0,0 0 9 16,0 0 4-16,0 0 1 0,0 12 0 0,0-12 0 16,0 0 6-16,0 0 2 0,0 0 0 0,0 0 0 15,0 0-2-15,0 0-1 0,0 0 0 0,0 0 0 16,0 0-2-16,0 0 0 0,0 0 0 0,0 0 0 0,0 0-1 0,0 0-1 15,0 0 0-15,0 0 0 0,7 4-7 0,-7-4 0 16,0 0-8-16,0 0 12 0,3 9-12 0,-3-9 0 16,0 0 0-16,4 6 0 0,-4-6 0 0,7 3 8 15,-3 7-8-15,-1-4 0 0,-3-6 0 0,7 10 0 16,-7-10 0-16,4 6 0 0,-4 3 0 0,0-9 0 16,3 3 8-16,-3-3-8 0,0 10 22 0,7-1 2 15,-7-9 0-15,4 10 0 0,3-4-14 0,-4 3-2 16,-3-3-8-16,4-2 12 0,3 5 0 0,0-3-1 15,-4 4 0-15,-3-7 0 0,8 6-3 0,-5-2-8 0,1 2 12 16,-1 0-4-16,1 1-8 0,3-1 0 16,-4-3 0-16,4 4 0 0,-3 6 0 0,3-4 0 0,0-6 0 15,0 4 8-15,-3-7-8 0,3 3 0 0,0 4 0 16,0-1 0-16,0 7 0 0,0-7 0 0,0 0 0 16,0 1 0-16,0-1 0 0,-4 1 8 0,5-1-8 0,-5 7 0 15,4-7 8-15,-3 1-8 0,3-1 8 0,-4 0-8 16,1 7 8-16,-1-7-8 0,1 1 8 0,-1-1-8 15,-3 7 12-15,7-7-4 0,-3 1 0 0,-1-1 0 16,-3 1 8-16,8-1 0 0,-5 0 1 0,4-2 0 16,-3 2-25-16,-1-6-6 0,4 7-1 0,-3-1 0 15,3 4 15-15,0-10 0 0,-4 12 0 0,4-11 0 16,0 5 0-16,1 0 0 0,-5 4 0 0,4-4 0 16,-3 1 0-16,3-1 0 0,0 1 0 0,-4-1 0 0,1 0 0 15,-1 1 0-15,4-1 0 0,-3 7 0 16,-1-7 8-16,1 7-8 0,0-7 0 0,3 1 0 0,0-1 0 15,0 1 0-15,0-1 8 0,-4 7-8 0,4-7 0 0,0 0 0 16,0-5 8-16,4 5-8 0,-4 0 0 0,0 7 0 16,4-7 8-16,-1 1-8 0,-3-4 0 0,4 4 8 15,0-1-8-15,-4 0 0 0,0 1 8 0,0-1-8 16,0-3 0-16,-4 4 0 0,1-1 8 16,3 1-8-16,-4-1 0 0,1 1 0 0,3 5 0 0,-4-5 0 15,5-1 0-15,-5 0 0 0,4 7 0 0,0-6 0 16,0 2 0-16,0-3 0 0,0 7 0 0,-3-6 0 15,6-1 0-15,-6 7 0 0,7-7 0 0,-4 0 0 0,3 7 0 16,-6-6 0-16,6-1 8 0,-6 0-8 16,3 1 0-16,0-1 0 0,0 7 8 0,0-7-8 0,0 1 0 0,0-1 0 15,-3 10 0-15,-1-10 0 0,4 1 8 0,-3-1-8 16,3 7 0-16,-4-7 0 0,1 7 8 0,-1-4-8 16,1-2 0-16,0 5 0 0,-1-5 0 0,4 6 0 15,-3-7 0-15,-1 0 0 0,1 1 0 0,-1-1 0 16,1 1 8-16,-1-1-8 0,1 0 0 0,3-2 0 15,-7-7 0-15,3 9 0 0,4-3 8 0,0-2-8 16,-7-4 0-16,4 9 0 0,-4-9 0 0,7 6 0 16,-3-3 8-16,-4-3-8 0,7 10 0 0,-7-10 0 15,7 6 0-15,-4-3 0 0,-3-3 0 0,0 0 0 16,0 0 0-16,4 10 0 0,-1 2 0 0,1-9 0 16,-4-3 8-16,3 10-8 0,1-4 0 0,-4-6 0 15,0 0 0-15,3 9 0 0,-3-9 8 0,7 3-8 16,-3 4 0-16,-4-7 10 0,0 0-10 0,7 3 8 0,0-3-8 15,-7 0 0-15,0 0 0 0,0 0 8 0,7 6-8 16,-7-6 0-16,4 6 0 0,-4-6 0 0,0 0 0 0,0 0 0 16,0 0 0-16,0 0 0 0,0 0 0 0,0 0 0 15,3 4 0-15,-3-4 0 0,0 0 0 0,0 0 0 16,4 9 8-16,3-3-8 0,-7-6 0 0,0 0 0 16,0 0 0-16,3 3 0 0,1 4 0 0,-4-7 0 15,0 0 0-15,0 0 0 0,0 0 0 0,0 0 8 16,0 0-8-16,0 0 0 0,0 0 0 0,0 0 0 15,7 3 0-15,-7-3 0 0,0 0 0 0,0 0 0 16,3 6 0-16,-3-6 0 0,0 0 0 0,0 0 0 16,0 0 0-16,4 3 0 0,-1 3 0 0,-3-6 0 0,0 0 0 15,0 0 0-15,4 4 0 0,-4-4 0 0,0 0 0 16,0 0 0-16,0 0 0 0,4 6 0 0,-4-6 0 16,0 0 0-16,0 0 0 0,0 0 0 0,0 0 0 0,0 0 0 15,0 0 0-15,0 0 0 0,0 0 8 0,0 0-8 16,0 0 0-16,0 0 0 0,0 0 0 0,0 0 0 15,0 0 0-15,0 0 8 0,0 0-8 0,0 0 0 16,0 0 0-16,0 0 0 0,0 0 0 0,0 0 0 16,0 0 0-16,0 0 0 0,0 0 0 0,0 0 0 15,-4 9 0-15,4-9 0 0,0 0 0 0,0 0 0 16,0 10 0-16,0-10 0 0,0 0 0 0,0 0 0 16,0 0 0-16,0 0 0 0,0 0 0 0,0 0 0 15,0 0 8-15,0 0-8 0,0 0 8 0,0 0-8 16,0 0 11-16,7-3-3 0,-7 3-8 0,0 0 12 15,0 0-4-15,0 0-8 0,7-7 11 0,0-2-11 0,-7-1 8 16,4 4-8-16,3-3 0 0,-4 6 0 0,4-7 10 0,-3 1-10 16,-1-7 8-16,4 7-8 0,8-1 9 15,-8-5-9-15,-4 5 10 0,1-9-10 0,10 4 10 0,-4 2-10 16,1-2 10-16,-4-4-10 0,-3-6 9 0,3 6-9 16,3 0 8-16,-6 0-8 0,-8 0 0 0,4-3 8 15,7 10-8-15,-3-4 0 0,-1-3 0 0,1 4 0 16,3 5 0-16,0-2 0 0,0-4 0 0,0 7 0 15,-7-1 0-15,4 1 0 0,3 3 0 0,0-4 0 16,-4 1 0-16,-3-1 0 0,0 10 0 0,4-6 0 16,-4 6 0-16,-4-9 0 0,1 6 0 0,3 3 0 0,0 0 0 15,0 0 0-15,-7-7 0 0,7 7 0 16,0 0 0-16,0 0 0 0,0 0 0 0,0 0 0 0,7-9 0 16,-7 9 0-16,7 0-8 0,-7 0 8 0,0 0 0 0,0 0 0 15,0 0 0-15,0 0-11 0,0 0 11 0,0 0-8 16,0 0 8-16,0 0 0 0,-4 9-9 0,1 1 9 15,-8-1 0-15,8-3 0 0,3 4-9 0,-4-1 9 16,-7 1 0-16,4 5 0 0,4-12 0 0,3 13 0 16,3-7 0-16,-6 7 0 0,-4-6 0 0,3 2 0 15,8-6 0-15,-1 4-8 0,-10-1 8 0,4 7 0 16,-1-4 0-16,1-2 0 0,-1-4 0 0,-3 10 0 16,-3-7 0-16,2 4 0 0,8-4 0 0,-3-3 0 15,-8 10 0-15,4-7 0 0,4 1 0 0,-1-7 0 16,-3 6 0-16,0-2 0 0,4 2 0 0,-4 1 0 15,0-4 0-15,3-3 0 0,-7 6 0 0,8-2 0 16,3-7 0-16,-7 3 0 0,0 3 0 0,0-3 0 0,7-3 0 16,-7 6 0-16,7-6 0 0,-7 0 0 0,0 0 0 0,7 0 8 15,0 0-8-15,-4 10 0 0,0-10 0 0,4 0 0 16,0 0 0-16,0 0 0 0,-7 0 0 0,7 0 0 16,-3 6 0-16,3-6 0 0,0 0 0 0,-7 3 0 15,0-3 0-15,3 7 0 0,4-7 0 0,0 0 0 16,-7 3 0-16,0 3 0 0,0-3 0 0,0-3 0 15,4 6 0-15,-1-3 0 0,0 4 0 0,-3-7 0 16,0 3 0-16,4-3 0 0,-4 6 0 0,3 0 0 16,-3-2 0-16,0 2 0 0,-3-3 0 0,2-3 0 15,-2 6 0-15,-1-3 0 0,1 4 0 0,-1-4 0 16,-6 3 8-16,2-3-8 0,1-3 8 0,0 6-8 0,-3-6 11 0,-1 10-11 16,0-10 9-16,-3 9-9 0,0-9 0 0,0 7 9 15,0-4-9-15,3 3 10 0,-3-3-10 0,0-3 10 16,7 6-10-16,-4-3 12 0,0-3-12 0,1 7 12 15,2-7-12-15,-2 0 12 0,3 3-12 0,0-3 12 16,0 6-12-16,-1-6 0 0,1 0 9 0,4 6-9 16,3-6 0-16,-4 4 0 0,4-4 0 0,0 0 8 15,3 0-8-15,4 0 0 0,-7 0 0 0,7 0 0 16,0 0 0-16,0 0-12 0,0 0 12 0,0 0-12 16,-3-4-8-16,3 4-1 0,0 0-1 0,0 0 0 15,-4-6-67-15,4 6-14 16,0 0-2-16,7-9-1 0,0 2-148 0,4-2-30 0</inkml:trace>
  <inkml:trace contextRef="#ctx0" brushRef="#br0" timeOffset="56774.092">21117 9634 633 0,'0'0'56'0,"0"0"-44"16,0 0-12-16,0 0 0 0,0 0 157 0,0 0 30 0,0 0 5 0,0 0 2 16,0 0-119-16,0 0-24 0,0 0-5 0,0 0-1 15,0 0 15-15,7 10 2 0,0-10 1 0,0 6 0 16,-7-6-1-16,8 0 0 0,2 0 0 0,-3-6 0 15,0 6-7-15,-7 0-2 0,0 0 0 0,0 0 0 16,0 0-17-16,0 0-3 0,0 0-1 0,0 0 0 16,11 6-17-16,-11-6-4 0,0 0-1 0,10 0 0 15,1 0-2-15,-11 0-8 0,11 9 12 0,-1-9-4 16,4 7 1-16,-7-4 0 0,4 3 0 0,-1-3 0 16,1 3 25-16,3-2 5 0,-3-4 1 0,3 6 0 15,0-6-20-15,4 3-4 0,-4-3-1 0,3 0 0 16,1 0 2-16,-4 0 1 0,7 0 0 0,-7 0 0 15,4 0-10-15,0-3-8 0,-4 3 12 0,0 0-12 16,4-6 8-16,-4 12-8 0,0-3 0 0,0-3 0 16,0 0 0-16,-3 6 0 0,-1-3 0 0,4 4 0 15,-3-7 0-15,-1 9 0 0,5-9 0 0,-5 9 0 0,-6-2 0 16,6-4 0-16,4 3 0 0,0-6 0 0,-14 0 0 16,7 3 8-16,11-3-8 0,-4 7 10 0,-3-7-10 0,-1 0 0 15,-3 3 0-15,4-3 0 0,3 0 0 16,-3 0 10-16,-11 0-10 0,0 0 10 0,7-3 9 0,-7 3 1 15,0 0 1-15,0 0 0 0,0 0-13 0,0 0-8 16,0 0 8-16,0 0-8 0,-7 3 12 0,7-3-1 16,0 0-1-16,0 0 0 0,0 0-10 0,0 0 0 15,0 0 9-15,0 0-9 0,0 0 8 0,0 0-8 16,0 0 10-16,0 0-10 0,3 6 0 0,-3-6 0 16,0 0 0-16,-7 9 0 0,7-9 0 0,0 7 0 0,0-7 0 15,-3 3 0-15,-8 6 0 0,4 1 0 0,7-10 0 16,0 9 0-16,-7-3 8 0,0-3-8 0,3 7 0 15,4 2 0-15,-3-2 11 0,-1-1-11 0,-6 1 12 16,10-1-12-16,7 0 0 0,-7 1 0 0,-11-1 0 0,1 7 0 16,6-4 0-16,-6 4 0 0,-5 3 0 0,5-3 0 15,-4 2 0-15,0 1 0 0,3 0 0 0,-3-3 0 16,0 9 11-16,0-6-2 0,3-1 0 0,1 8 0 16,-5-8-9-16,5 1 10 0,-4 6-10 0,0-6 10 15,0 0-10-15,-1 0 0 0,1-1 9 0,0-2-9 16,4 3 14-16,-5 0-2 0,5-4 0 0,-4 1 0 15,3-3-12-15,-3 2 0 0,4 1 0 0,-1-3 0 16,4 5 0-16,-4-8 0 0,1 6 0 0,-1-7 0 0,1 7 0 0,2-4 14 16,1-2-4-16,-3 2-1 15,6-3 3-15,-6 1 0 0,3 2 0 0,3-2 0 16,1-4-12-16,-4 4 0 0,-4-1 0 0,4 0 0 0,0 1 0 16,0-1 0-16,0 1 0 0,3-4 0 0,-3 3 0 0,4 1 0 15,-4-4 0-15,3 3 8 0,-3-6-8 0,0 4 10 16,3-4-10-16,4-3 10 0,-7 6 2 0,7-6 0 15,-3 10 0-15,-4-4 0 0,7-6-4 0,-4 3 0 16,4-3 0-16,0 0 0 0,-10 0-8 0,10 0 10 16,0 0-10-16,0 0 10 0,-7 6-10 0,7-6 0 15,0 0 0-15,0 0 8 0,0 0-8 0,0 0-17 16,0 0 4-16,0 0 1 16,0 0-153-16,0-6-31 0,3-3-5 0</inkml:trace>
  <inkml:trace contextRef="#ctx0" brushRef="#br0" timeOffset="59157.274">16559 9822 669 0,'0'0'29'0,"0"0"7"0,0 0-28 0,0 0-8 0,0 0 0 0,7-3 0 15,-3-3 12-15,-4 6 0 0,4-3 1 0,-1-3 0 16,-3 6-13-16,4-4 0 0,-1-2 0 0,-3 6 0 16,0 0 44-16,0 0 5 0,7-3 2 0,-7 3 0 15,0 0 56-15,0 0 11 0,0 0 2 0,0 0 1 16,0 0-17-16,0 0-3 0,0 0-1 0,0 0 0 15,0 0-19-15,0 0-4 0,0 0-1 0,0 0 0 16,0 0-24-16,0 0-4 0,-7-6-2 0,7 6 0 16,-7 0-19-16,7 0-4 0,-3-3-1 0,3 3 0 15,0 0-8-15,-4-7-2 0,4 7 0 0,-4 0 0 16,-3-6-12-16,4 3-8 0,-1 3 8 0,4 0-13 16,-7-6 13-16,7 6 0 0,-3 0 9 0,-8 0-9 15,4 0 25-15,-3 0-1 0,-1 6 0 0,0-6 0 0,1 0-2 0,-1 9-1 16,-3-9 0-16,0 0 0 0,0 7 5 15,3-4 1-15,1-3 0 0,-1 6 0 0,1-3-3 0,-1-3 0 16,0 6 0-16,4-2 0 0,0-4-13 0,7 0-3 16,0 0-8-16,-7 9 12 0,-3-3-12 0,-1-3 0 15,0 4-9-15,4 2 9 0,0-3 0 0,0-3 0 16,-3 7 0-16,-1-1 0 0,1-2 0 0,-1 2 0 16,0 0 0-16,1 1 0 0,-1 5 0 0,1-2 0 15,-1-7 8-15,0 4-8 0,1 5 9 0,-1-2-1 16,4-4-8-16,0 1 12 0,0 5 0 0,0 4-1 15,0-9 0-15,0 5 0 0,3 1-11 0,1-3 10 16,-4 2-10-16,3-2 10 0,4 2-10 0,-3 1 0 0,-1-3 0 16,1-4 0-16,-1 7 0 0,1-7 8 0,-1 10-8 15,1-10 0-15,-1 7 0 0,1 0 0 0,-1-4 0 0,4-2 0 16,0 5 0-16,0-5 0 0,-3 5 8 0,3-2-8 16,0 3 0-16,0-4 0 0,0 4 0 0,-4 0 8 15,4-4-8-15,0 4 0 0,0 3 9 0,-4-4-9 16,4-2 0-16,0 3 9 0,0-1-9 0,0-2 0 15,0 2 14-15,0-5-4 0,4-1-1 0,0 1 0 16,-4 5 2-16,3-12 0 0,-3 7 0 0,4-1 0 16,-1 4-3-16,1-4-8 0,3 1 12 0,-4-1-4 15,1 0 1-15,-1 1 0 0,4-1 0 0,-3 1 0 16,3-4-1-16,0 3-8 0,0 1 12 0,0-7-4 16,0 3 2-16,0 4 0 0,0-1 0 0,0 0 0 15,0-2-10-15,4 2 12 0,-4-6-12 0,4 3 12 0,-4 4-12 16,3-4 0-16,-3-3 0 0,0 7 0 0,7-10 8 15,-3 6-8-15,-4-3 0 0,7 3 8 0,-7-3 0 0,4-3-8 16,-1 7 12-16,1-4-4 0,-11-3 4 0,0 0 0 16,11 0 0-16,-1 0 0 0,-3 0-1 0,4 0 0 15,-1 0 0-15,4 6 0 0,-3-6-3 0,0 0-8 16,3 0 12-16,-4-6-4 0,4 6-8 0,1 0 0 16,-5 0 9-16,4 0-9 0,-3-3 0 0,-1-4 9 15,5 7-9-15,-5 0 0 0,1-3 9 0,-1-3-9 16,-3 6 0-16,0-3 9 0,0-3-9 0,1 6 12 15,-1-3-12-15,0-4 12 0,-7 7-3 0,7-3 0 0,0-3 0 16,0-4 0-16,0 4-1 0,0 3 0 16,0-6 0-16,0 2 0 0,4-2-8 0,-1 0 12 0,1-1-12 0,-1 4 12 15,1-4-12-15,0 1 0 0,-1 0 0 16,1-1 0-16,-4 1 10 0,7-1-10 0,-4 1 12 0,1-7-12 16,-4 7 0-16,4 0 0 0,-1 2 0 0,1-2 0 15,-1-1 0-15,1 1 0 0,-4 0 0 0,4-1 0 16,-4 1 0-16,0-7 8 0,0 7-8 0,0-4 0 15,3-2 9-15,1 5-9 0,-4-6 0 0,0 7 9 16,4 0-9-16,-1-4 0 0,-3-3 0 0,0 7 0 16,0-7 0-16,1 7 8 0,-5-7-8 0,4 7 0 15,-3-1 0-15,-4 1 0 0,3-4 0 0,1-2 0 16,-4 5 9-16,3 1 3 0,-6-7 1 0,3 7 0 16,0-10-13-16,-4 10-16 0,-3-7 3 0,7 7 1 15,-3-10 24-15,-1 3 6 0,-3 4 1 0,3-4 0 16,1-3-19-16,-1 3 0 0,-3 4 0 0,4-4 0 0,-4-3 0 15,0 4 0-15,3 5 0 0,-3 1 0 0,0-10 0 16,0 13 0-16,0-7 0 0,3 7 0 0,-3-3 11 0,0-1 1 16,0 1 1-16,-3 2 0 0,-1 4-13 0,-3-3-16 15,3-3 3-15,-3-1 1 0,0 10 12 0,4-9 0 16,-5-1 0-16,5 10 0 0,-4-9 0 0,3 9 0 16,1-6 0-16,3-4 0 0,-4 7 0 0,0-3 0 15,4-4 0-15,0 1 0 0,0 3 0 0,-3 3 0 16,6-4 0-16,-6 4 0 0,2-3 0 0,1 6 0 15,0-9 0-15,4 9 0 0,3 0 0 0,-11 0-9 16,4 0 9-16,0-4 0 0,7 4 0 0,-7 0-8 16,0 4 8-16,0-4 0 0,-4-4 0 0,8 4-10 0,3 0 10 15,-7 0 0-15,0 4-27 0,7-4 2 0,0 0 0 16,-7 0 0 0,7 0-73-16,0 0-14 0,-7 0-4 0,7 0 0 15,0 0-138-15,0 0-28 0</inkml:trace>
  <inkml:trace contextRef="#ctx0" brushRef="#br0" timeOffset="62801.596">15251 10054 1202 0,'0'0'53'0,"-7"0"11"0,-1 0-51 0,8 0-13 0,0 0 0 0,-3 0 0 16,-4 0 25-16,7 0 3 0,-7 7 0 0,7-7 0 16,0 0-28-16,0 0 8 0,0 0-8 0,0 0 0 15,0 0 0-15,0 0 0 0,0 0 0 0,0 0 0 16,-7 0 0-16,7 0 8 0,-4 9-8 0,-3 1 12 15,0-10 41-15,0 9 9 0,0-3 2 0,4 4 0 16,-1-1 21-16,-3 0 5 0,0 1 1 0,0-1 0 0,0 1-32 0,0-1-7 16,0 7 0-16,0-7-1 0,0 7-26 0,-1-4-5 15,-2 4 0-15,3-7-1 0,0 10-9 16,0-3-2-16,0-4 0 0,0 4 0 0,-4 3 2 16,0-10 0-16,4 7 0 0,0 3 0 0,0 0 10 0,0-4 3 15,0 4 0-15,-3 0 0 0,3 0 5 0,-1-3 0 16,1 2 1-16,0 1 0 0,-3 6-2 0,-1-6-1 15,1 0 0-15,-1 6 0 0,0 0-10 0,4-6-1 16,-7 6-1-16,4-3 0 0,-4-6 6 0,-1 9 2 16,8-7 0-16,-7 1 0 0,0 0 6 0,4 6 2 15,-4-6 0-15,3 6 0 0,0-6-30 0,-3 0 0 16,4 6-13-16,-1-6 4 0,0 6 20 0,4-6 4 16,-3-1 1-16,-1 7 0 0,-3-6-8 0,4 0-8 15,-1 0 11-15,-3 0-11 0,0 6 17 0,0-6-3 16,3 6-1-16,-3 0 0 0,-4-6 0 0,4 6 0 0,0-3 0 0,0-7 0 15,0 10-13-15,0-3 11 0,-4-6-11 16,8 9 10-16,-5-6-10 0,1 0 0 0,0 0 0 0,0-1 0 16,0 4 20-16,3-3-2 0,-3 3 0 0,0-6 0 15,0 9-18-15,3-6 0 0,-3 6 0 0,4-3 0 16,-4-7 0-16,3 14 0 0,1-11 0 0,-1 4 0 16,4-3 0-16,0 0 0 0,0 0 0 0,0 0 0 15,0-4 0-15,-4 4-11 0,4 0 11 0,0 0-13 16,-4-4 13-16,4 4 0 0,-3 0 0 0,3-3 0 15,-7 3 0-15,7-1 0 0,-1 1 0 0,1-3 0 16,-3 3 11-16,3-1-11 0,3-2 10 0,-3 3-10 16,-3-3 11-16,6-4-11 0,1 4 12 0,-5 0-12 0,1-4 12 15,4-3-12-15,-1 7 12 0,1-6-12 0,-1-1 0 16,1 0 0-16,-1 7 0 0,1-7 0 0,-1 1 13 16,-3 9-4-16,4-10-1 0,-1 7 0 0,-3-7-8 15,0 7 0-15,0-4 0 0,3 4 0 0,-3-7 0 0,4 7 0 16,-4-3 0-16,3-4 0 0,-3 7 0 0,0-7 0 15,4 7 0-15,-1-4 0 0,1-2 0 0,-1-1 0 16,-3 7 0-16,3-7 0 0,4 1 0 0,-3-1 0 16,-4 1 0-16,3-1 0 0,1 7 0 0,-1-7 0 15,1 0 8-15,-4 1-8 0,3-1 0 0,-3 4 0 16,4-1 9-16,-4-2-9 0,3-1 0 0,-3 7 8 16,0-7-8-16,0 1 0 0,3-1 0 0,-3 0 9 15,4 1-9-15,-1-1 0 0,-3-2 8 0,7 2-8 0,0-9 0 16,0 0 0-16,-3 9 8 0,3-9-8 0,-4 7 0 15,4-7 0-15,0 0 8 0,0 0-8 0,0 0 0 0,-3 3 0 16,-1 3 8-16,4-6-8 0,-4 3 0 0,4-3 0 16,0 0 11-16,0 0-11 0,0 0 10 0,0 0-10 15,0 0 10-15,0 0-10 0,-7 6 10 0,7-6-10 16,-3 4 8-16,3-4-8 0,-4 0 0 0,4 0 9 16,-3 0-9-16,3 0 0 0,0 0 0 0,0 0 8 15,0 0-8-15,0 0 12 0,-7 0-12 0,3 0 12 16,1-4-12-16,-1-2 10 0,1 6-10 0,-1-3 10 15,4-3-10-15,-3-4 0 0,-1 7 9 0,1-3-9 16,3-3 8-16,-4 2-8 0,1-2 8 0,-1-1-8 16,-3 7 0-16,3-6 9 0,-3 0-9 0,0-7 0 15,0 10 8-15,0-4-8 0,4-2 0 0,-4-4 0 0,3 7 0 16,1-7 0-16,-1 3 8 0,0-2-8 0,1 5 0 16,-1-5 0-16,1 5 0 0,3-2 0 0,0-4 0 0,-4 7 0 15,1-1 0-15,-1 4 0 0,4-4 0 0,-3 1 0 16,-1 6 0-16,4-3 0 0,0 6 0 0,0-10 0 15,-3 10 0-15,3 0 0 0,0 0 0 0,0 0 0 16,0 0 0-16,0 0 0 0,0 0 0 0,0 0 0 16,0 0 0-16,0 0 0 0,0 0-8 0,0 0 8 15,0 0 0-15,0 0-9 0,0 0 9 0,3 6 0 16,-3 7-9-16,0-4 9 0,0 1 0 0,4 6-11 16,-8 2 11-16,4-2-8 0,4-3 8 0,-4 2 11 15,3 4-3-15,1 0 0 0,-8 3-8 0,4-3-16 0,0-1 4 16,4 1 1-16,-1 0 11 0,-3 0 0 0,0 3 0 0,4-3 0 15,-1-7 0-15,1 4 0 0,-8 3 0 0,4 0 0 16,4-10 0-16,-4 7 0 0,3-1 0 0,1-2 0 16,0-4 0-16,-4 1 0 0,3-4 0 0,-3-6 0 15,0 0 0-15,4 9 0 0,-4-9 0 0,0 0 0 16,7 7 0-16,3-4 0 0,-10-3 8 0,7 0-8 16,7 0 11-16,-3-3-3 0,0-4 0 0,3 1 0 15,0 3 0-15,0-7 0 0,-4 4 0 0,5-3 0 16,-1-1 0-16,3-2-8 0,1-4 12 0,0 1-4 15,-1 5-8-15,4-9 10 0,-3 4-10 0,7 2 10 16,-4-12-10-16,4 6 0 0,-4 0 0 0,3 1 0 16,1-4 9-16,3 0-9 0,4-3 10 0,-4 6-10 15,1-6 0-15,-5 6 0 0,1 3 0 0,0-3 0 0,-4 7 0 16,-4-4-10-16,1 0 10 0,-4 4-8 16,-3-4-70-16,3 7-14 0,-7-1-2 0,0 1-821 15,-3 3-164-15</inkml:trace>
  <inkml:trace contextRef="#ctx0" brushRef="#br0" timeOffset="64288.894">12823 13758 460 0,'0'0'41'16,"0"0"-33"-16,0 0-8 0,0 0 0 16,-7 0 160-16,0 0 31 0,0 0 5 0,7 0 2 0,-7 0-141 0,7 0-28 15,-7 0-5-15,0 0-2 0,0 0-22 0,7 0 0 16,-3 6 0-16,-4-6 0 0,-4 0 9 0,7 3-9 15,4-3 12-15,-10 7-12 0,6-1 55 0,-6-3 4 16,3-3 1-16,0 9 0 0,0-9 28 0,7 0 7 16,-8 7 1-16,5-4 0 0,3-3 16 0,-7 0 3 15,0 6 1-15,7-6 0 0,0 0-41 0,0 0-8 16,-7 0-2-16,7 0 0 0,0 0-31 0,0 0-6 16,0 0-2-16,0 0 0 0,0 0-16 0,0 0-10 15,0 0 12-15,0 0-12 0,0 0 0 0,7 3 0 16,-7-3 0-16,10 6 0 0,-3-6 32 0,4 10 0 15,-4-10 0-15,4 9 0 0,3-9-32 0,-4 10 0 0,1-4 0 16,0-3 0-16,-1 3 13 0,4-3-4 0,-3-3-1 16,3 0 0-16,4 7-8 0,-1-4 8 0,-3-3-8 15,8 0 8-15,-8 0 2 0,3 0 0 0,4 0 0 0,1 0 0 16,-5 0-10-16,4 0 0 0,1 6 9 16,-5-6-9-16,1 3 0 0,-4 4 0 0,0-1 0 0,0-3 0 15,-3 3 0-15,-1-3 8 0,1-3-8 0,0 7 8 16,-1-7 0-16,1 3 0 0,-4-3 0 0,3 0 0 15,1 0-8-15,-1 0 0 0,1-3-8 0,3-4 8 16,-3 4 0-16,-1-3 0 0,4 3 0 0,1-3 8 16,-5-4-8-16,4 4 0 0,-3 3 0 0,3-4 0 15,-3 4-16-15,-4-3-2 0,0 6 0 0,3-3 0 16,-6-3-94-16,-4 6-18 16,0 0-4-16,0 0-608 0,0 0-122 0</inkml:trace>
  <inkml:trace contextRef="#ctx0" brushRef="#br0" timeOffset="65301.526">13593 13570 288 0,'0'0'12'0,"0"0"4"0,0 0-16 0,0 0 0 0,0 0 0 0,0 0 0 15,0 0 296-15,0 0 57 0,0 0 11 0,0 0 3 16,0-10-294-16,0 10-58 0,7-3-15 0,-4-3 0 16,-3 6 0-16,0 0 0 0,0 0 0 0,4-10 0 15,3 10 44-15,-7 0 7 0,0 0 1 0,3-9 0 0,8 3 24 16,-8 6 6-16,-3 0 1 0,0 0 0 0,4-10 11 0,-1 7 2 15,4-3 1-15,1 3 0 0,-1-3-33 0,0 2-6 16,0-2-2-16,3 3 0 0,-3-3-28 0,4-1-7 16,3 4-1-16,-3-3 0 0,-1 6-20 0,1-3 0 15,-1 3 0-15,1 0 0 0,0-6 0 0,-1 6 0 16,-10 0 0-16,7 0 0 0,4 0 0 0,-4-3 0 16,-7 3 0-16,10 0 0 0,-3 3 11 0,-7-3-3 15,11 0 0-15,-4 0 0 0,-7 0-8 0,11 6 0 16,-4-6 0-16,3 3 0 0,-10-3 0 0,7 0 0 15,0 0 0-15,4 6 0 0,-11-6 0 0,7 10 0 16,0-4 0-16,4-3 0 0,-8 7 0 0,4-1 0 16,-3 0 0-16,-1 1 8 0,1-1-8 0,-1 7 8 15,1 0-8-15,-1-4 8 0,-3 10 0 0,0-3 0 0,-3 3 0 16,-1 3 0-16,1 0-8 0,-1 0 10 0,1 3-10 16,-4-6 10-16,0 10-2 0,0-10-8 0,0 9 12 0,-4-3-4 15,0-3-8-15,1-3 12 0,-1 3-12 0,1 0 12 16,-1-6-1-16,0 9 0 0,-6-9 0 0,6-3 0 15,-3 3 8-15,4-1 1 0,-5-2 1 0,1 3 0 16,0-3-11-16,-3-4-2 0,2-2-8 0,-2 5 12 16,-1-5-12-16,1-1 11 0,-1 1-11 0,0-4 10 15,-3 3-10-15,0-6 0 0,3 4 0 0,-3-7 0 16,7 0 0-16,-4 0 0 0,1 0 0 0,3 0 0 16,3-7 0-16,-3 4 8 0,3-3-8 0,4 3 0 15,-3-3 0-15,3 2 0 0,3-5 0 0,1 3 0 16,-1-4 0-16,4 7 0 0,0-3 0 0,0-4 0 0,4 4 0 15,3-3-11-15,0-1 11 0,0 10-8 0,-4-9 8 16,8 0 0-16,-1-1-9 0,1 10 9 0,3-9 0 16,-3 2 0-16,3 7 0 0,0-3 0 0,0-3-8 0,0 3 8 15,0 3 0-15,0-6 0 0,1 6 0 0,-1 0 0 16,-4 0 0-16,4 0 0 0,4 0 9 0,-4 0-9 16,4 6 10-16,-1-3-10 0,-3 3 11 0,4-3-11 15,0 4 12-15,-1 2-12 0,1 1 18 0,0-1-3 16,-4 0-1-16,0 1 0 0,0-1 1 0,0 1 0 15,0 5 0-15,-3-5 0 0,3-1 0 0,-3 1 0 16,3-1 0-16,-4 0 0 0,1-2-5 0,-1 2-1 0,-3-3 0 16,4-3 0-16,0 4-9 0,-1-4 8 0,1 3-8 15,-1-3 8-15,1-3-8 0,0 7 0 0,-1-7 0 16,1 0 8-16,-4 3-8 0,3 3 0 0,1-6 0 16,-1 6 0-1,1-3-35-15,3-3 1 0,0 0 0 0,-3 7 0 16,3-4-157-16,-3-3-31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3T13:07:07.813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23209 3868 748 0,'0'0'33'0,"0"0"7"0,4-7-32 0,-4 7-8 16,7-3 0-16,-7 3 0 0,0 0 56 0,0 0 8 15,0 0 3-15,0 0 0 0,0 0-16 0,0 0-3 16,0 0-1-16,3 10 0 0,-3-1-12 0,0 0-3 16,-3 1 0-16,-1 5 0 0,1 4-5 0,-1 0-2 15,-3-3 0-15,0 3 0 0,0 9 11 0,0-3 1 16,0 3 1-16,-4 7 0 0,4 2 10 0,-7 7 1 15,0 0 1-15,0 0 0 0,0 3-6 0,-4 6 0 16,1-9-1-16,-5 9 0 0,-2-9-24 0,3 10-5 16,3-7-1-16,0-3 0 0,-6-1-3 0,10-8-1 15,3 9 0-15,4-16 0 0,0 0 15 0,-4-3 4 16,1 1 0-16,6-8 0 0,11 1-43 0,-7-9-8 0,-7-1-1 16,4 0-1-1,3-9-108-15,0 0-22 0,0 0-4 0,0 0-1 0</inkml:trace>
  <inkml:trace contextRef="#ctx0" brushRef="#br0" timeOffset="847.049">23622 3984 403 0,'0'0'36'0,"0"0"-36"0,7-7 0 0,-3 4 0 16,3-3 84-16,0-4 9 0,3 1 3 0,1 0 0 15,-4-1-35-15,0 1-6 0,4 3-2 0,-4-4 0 16,0 1 21-16,3-1 4 0,-3 1 1 0,4 0 0 15,-1-1-32-15,1 4-7 0,0-4 0 0,3 7-1 16,-4-3-27-16,1 6-4 0,0-3-8 0,-4 3 11 16,0-6-11-16,0 6 12 0,3 6-12 0,-3-3 12 15,-7-3 7-15,7 6 1 0,4-3 1 0,-8 7 0 16,5-4 2-16,-5 4 0 0,1-1 0 0,-1 0 0 16,4 1-9-16,-7 5-2 0,4-5 0 0,-4 9 0 15,3-1 0-15,-3-2-1 0,0 9 0 0,-3-3 0 16,-1-3-2-16,1 12 0 0,3-2 0 0,-7 5 0 15,0 1-9-15,-8-4 10 0,5 3-10 0,-4 1 10 0,0 3-10 16,-4-4 0-16,0 4-12 0,1-4 12 0,-1-6 0 16,0 7 20-16,1-7-3 0,-1 3 0 0,4-9-9 0,-4 3-8 15,4 1 9-15,0-8-9 0,0 1 16 0,-4 0-2 16,4-3-1-16,-3 2 0 0,3-2 1 0,-1-3 0 16,1-4 0-16,-3 7 0 0,3-7-14 0,-1-3 11 15,1-2-11-15,0 2 10 0,4-3-10 0,-4-3 10 16,3 0-10-16,0 0 10 0,4-3-10 0,-3-3 12 15,3 6-12-15,0-4 12 0,0-2-20 0,3-3-4 16,4-1-1-16,0 4 0 0,0 3 13 0,4-6 0 16,-1 2-10-16,4-2 10 0,4-1 0 0,-4 1 0 15,3 0-9-15,5-1 9 0,-5 4 0 0,1 3 12 16,-1-3-1-16,4 2-1 0,-3 4-2 0,0 4 0 16,3 2 0-16,0-3 0 0,-4 3 3 0,4 4 0 0,-3-1 0 15,3 0 0-15,-3 1 8 0,3-1 1 0,-4 1 1 16,5 5 0-16,-1-5-13 0,0-1-8 0,0 1 8 0,0 5-8 15,0-5 17-15,-3 5-1 0,3-5 0 0,0 2 0 16,-7-2-16-16,4-1 10 0,-1 7-10 0,1-7 8 16,-4 1-8-16,0-1 0 0,0 0 0 0,0 7 0 15,0-6-22-15,-3 5 0 0,-1-5 0 0,1 2 0 16,3 4-193-16,0 3-38 0,-4-4-8 16,1 4-2-16</inkml:trace>
  <inkml:trace contextRef="#ctx0" brushRef="#br0" timeOffset="3716.451">18514 7445 403 0,'0'0'36'0,"0"0"-36"0,0 0 0 0,0 0 0 15,0 0 111-15,0 0 15 0,-4-6 3 0,4 6 1 16,0 0-38-16,-3-3-7 0,-1-3-1 0,4 6-1 16,0 0-23-16,0 0-5 0,0 0-1 0,0 0 0 15,0 0-21-15,0 0-4 0,0 0-1 0,0 0 0 16,0 0 8-16,0 0 2 0,0 6 0 0,0 3 0 15,0 1-11-15,-3 6-3 0,-4-4 0 0,3 4 0 16,1-4 3-16,-4 13 0 0,-4-6 0 0,4-3 0 16,0 12-27-16,0-9 0 0,-4 6 0 0,1 0 0 15,-1-6 0-15,0 9 8 0,1-9-8 0,3 6 0 16,0-6 10-16,0 0-10 0,0-4 12 0,0 4-12 16,3-9 16-16,4-1-4 0,0 0-1 0,0-2 0 0,4 2-11 15,3 0 10-15,-7-9-10 0,7 7 10 0,3-4-1 16,1-3 0-16,-1 0 0 0,5 0 0 0,-1 0-9 15,0 0 10-15,0-3-10 0,4 3 10 0,6-7-10 0,1-2 0 16,3 6 0-16,0-3 0 0,1-4 0 0,-5 4 0 16,1-3 0-16,0 5 0 0,-1-2-11 0,-2-3-7 15,-5-1-2-15,-3 7 0 16,0-3-140-16,-7 0-28 0</inkml:trace>
  <inkml:trace contextRef="#ctx0" brushRef="#br0" timeOffset="4067.643">18870 7276 460 0,'0'0'41'0,"0"0"-33"0,0 0-8 0,0 0 0 16,0 0 184-16,0 0 36 0,0 0 6 0,0 0 2 16,7 10-154-16,-3-1-30 0,3 10-7 0,-4-4-1 15,-3-2 21-15,0 12 4 0,0-6 1 0,-3 15 0 16,3-5-18-16,-7 5-3 0,0 7-1 0,0 0 0 16,0 3-9-16,-1-1-3 0,-2 11 0 0,-1-4 0 15,1-3 6-15,-4 6 1 0,3 1 0 0,-3-1 0 16,0-6 1-16,0 3 0 0,0-3 0 0,-1-3 0 0,1-6-12 15,4 6-1-15,-4-10-1 0,7 4 0 0,-4-4-14 16,4-6-8-16,0-3 10 0,0 4-10 0,7-4-9 0,-4 0-8 16,4-13-2-16,4 4-631 15,-1 3-126-15</inkml:trace>
  <inkml:trace contextRef="#ctx0" brushRef="#br0" timeOffset="7544.061">22334 4956 57 0,'14'0'0'0,"-6"0"0"0,-8 0 0 0,7 0 0 15,0-7 0-15,-7 7 0 0,0 0 158 0,7 0 26 16,3-3 6-16,-10 3 1 0,-3-6-105 0,3 6-21 16,0 0-4-16,0 0-1 0,0-3 20 0,0 3 3 15,0 0 1-15,7-6 0 0,-7 6 0 0,0 0 0 16,0 0 0-16,0 0 0 0,7 0-46 0,-7 0-9 15,-4 0-1-15,-6 0-1 0,-1 0 8 0,8 6 1 16,3-6 1-16,-11 3 0 0,-7 3-22 0,8-3-5 16,10-3-1-16,-4 0 0 0,-10 10-9 0,7-10 10 15,7 0-10-15,-10 6 10 0,-1 3-10 0,-3 1 0 16,-4-1 0-16,11 1 8 0,4-1 0 0,-11-3-8 0,-8 10 12 16,5-3-4-16,3-4 8 0,-8 7 0 0,-2-4 1 15,-1 4 0-15,4 0-4 0,-4 2-1 0,1-2 0 16,-5 3 0-16,-2 0-12 0,2-1 0 0,-2 1 0 0,2-3 0 15,-6 3 14-15,0 0-3 0,3-1-1 0,0-2 0 16,-3 9-10-16,0-3 0 0,-8 0 0 0,5 0 0 16,2-3 0-16,5 3-11 0,-8-3 3 0,3-1 0 15,5 1 8-15,-1-3 0 0,0 3 0 0,0 0 0 16,1-1 0-16,-1-2 11 0,4-3-3 0,-4 2 0 16,7 4-8-16,-3-3 0 0,-4-1 0 0,4-2 0 15,7 3 0-15,-4-4 0 0,1 4 0 0,2 0 0 16,-2-4 0-16,3 7-11 0,-1-3 11 0,-6-7-8 15,3 10 8-15,4-3 0 0,-3-1 8 0,-1-2-8 16,4 2 0-16,0-2 0 0,-1 3-10 0,1-7 10 16,4 7 0-16,-1-4 8 0,4 4 0 0,3-7 1 0,-3 7-9 15,0-7 0-15,-4 1 0 0,1-1 0 0,3 1 0 0,-4 5-11 16,0-5 11-16,4-1-12 0,-3 1 12 0,3-1 8 16,-1 0-8-16,1 1 11 0,0-1-11 15,0 1-11-15,0-4 3 0,0 3 0 0,0 1 8 16,0-1 0-16,3 1-9 0,-3-1 9 0,3-3 0 0,-3 4 15 15,0-1-3-15,0-3 0 0,0 4-12 0,3-1-16 16,-3 0 3-16,4-5 1 0,-8 5 12 0,4 7 0 16,0-7 0-16,0-3-9 0,-4 7 18 0,4-4 4 15,0-2 1-15,0 2 0 0,0 0-14 0,-1 1 0 16,8-1 0-16,0 1 0 0,-7-1-14 0,4 4-6 16,-4-4 0-16,3 0-1 0,0 1 21 0,1-1-9 15,-4-6 9-15,0 7 0 0,3-4-8 0,0 3 8 16,-3 1 0-16,4-4 0 0,-1 4-8 0,1-7 8 0,-5 6 0 15,5-3 0-15,-1 4 0 0,1-1 0 0,-4-3 0 0,3-2 0 16,0 5 0-16,-3 0 0 0,4-2 0 16,-1-4 0-16,-3 9 0 0,3-9 0 0,1 7 0 0,-1-4 0 15,1-3 0-15,-1 7 0 0,1-10 0 0,2 6 0 16,1-3 0-16,0 3 0 0,0 1 0 0,0-4 0 16,0 3 0-16,4-3 0 0,-8 3 0 0,8-2 0 15,-8-4 0-15,4 6 0 0,0-3 0 0,-4-3 0 16,1 9 0-16,3-9 0 0,0 7 0 0,0-7 0 15,-4 9 0-15,7-9-10 0,1 6 10 0,-4-2-12 16,3-4 12-16,-3 0 16 0,-3 6-4 0,10-6-1 0,0 0-11 16,-4 0 10-16,-6 0-10 0,10 0 10 0,0 0 5 15,0 0 1-15,-8 0 0 0,8 0 0 0,0 0-16 0,0 0 0 16,0 0 0-16,0 0-10 0,0 0 10 0,0 0 0 16,-7 0 8-16,7 0-8 0,0 0 0 0,-7 3 0 15,0-3 0-15,7 0 0 0,-7 0 0 0,7 0 0 16,-7 0 0-16,7 0 0 0,0 0 0 0,-7 0 0 15,-3-9 0-15,6 5 0 0,1-2 17 0,-1-3 3 16,4 2 0-16,0-5 0 0,0 2-1 0,0-5 0 16,4-1 0-16,-1 7 0 0,1-4-19 0,-4-3 0 15,7-2 8-15,-4 2-8 0,1 7 0 0,3-10-9 16,0 9 1-16,0-5 0 0,-4 2 8 0,1-3 14 16,-8-2-3-16,4 11-1 0,4-5-10 0,3-4 0 15,-4 7 0-15,5-7-11 0,-5 13 11 0,4-6 0 16,-3-1 0-16,-1 4 0 0,-3 6 0 0,4-10 0 15,-1 1 0-15,-3 9 8 0,0 0-8 0,0 0-13 0,0 0 3 16,0 0 1-16,0 0-3 0,0 0 0 0,0 9 0 0,-3 1 0 16,-4-1 0-16,3 1 0 0,-3 5 0 0,0 1 0 15,7 3 3-15,-4-7 0 0,1 10 0 0,3-3 0 16,-4-6 9-16,1 12 0 0,-1-6 0 0,1-1 0 16,-4 4 0-16,0-3 0 0,0 0 0 0,0 0 0 15,0 6 0-15,3-6 0 0,-3 0 0 0,3-1 0 16,-3-8 8-16,4 5 0 0,-4-5 0 0,3 5 0 15,4-11-8-15,0-4 0 0,-3 9 0 0,3-9 0 16,0 0 0-16,0 6 0 0,0-6 10 0,3 3-10 16,-3-3 28-16,11 7 0 0,-1-7 0 0,1 3 0 15,3 3-15-15,-3-6-3 0,3 0-1 0,0 0 0 0,4 0 5 16,-1 0 1-16,4 0 0 0,1 0 0 0,-5 0-7 0,4 0 0 16,-3 0-8-16,0 0 12 0,-4 0-4 15,0 0-8-15,4 0 11 0,-4 0-11 0,-4 0 12 0,4 0-12 16,-3-6 12-16,-1 3-12 0,-2 3 0 0,2-7 0 15,-3 7 0-15,0 0 0 16,0-3-104-16,4-3-25 0,-4 6-5 0</inkml:trace>
  <inkml:trace contextRef="#ctx0" brushRef="#br0" timeOffset="10304.695">24730 5116 1072 0,'0'0'48'0,"0"0"9"0,0 0-45 0,0 0-12 0,0 0 0 0,0 0 0 16,0 0 16-16,0 3 2 0,0-3 0 0,7 9 0 16,0-3 26-16,0-6 4 0,3 10 2 0,1-10 0 15,-4 0-14-15,4 6-4 0,-4-3 0 0,3-3 0 16,4 6-20-16,-3-6-12 0,0 4 12 0,-1 2-12 15,-3-3 30-15,4 6-1 0,3-2 0 0,-3 2 0 16,-1 0-29-16,1 1 0 0,-1-1 0 0,4 1 0 16,-3-1 12-16,0-3-4 0,3-2-8 0,0 8 12 15,3-3-12-15,1 1 0 0,3 2 0 0,0-5-10 16,1 2 10-16,-1 1 9 0,0-1-1 0,-3 7-8 16,3-7 17-16,0 0-3 0,0 1-1 0,-3-1 0 0,3 1 0 15,0 5 0-15,0-5 0 0,0-1 0 0,1 1-13 16,2-1 8-16,1 0-8 0,0 1 0 0,-4-1 9 0,3 7-9 15,1-7 8-15,0 7-8 0,0-4 12 0,-1-2-2 16,-3 6-1-16,4-1 0 0,0-2 11 16,-1 2 1-16,-2 4 1 0,2-3 0 0,1-3-7 0,0 2-2 15,-1 4 0-15,1-3 0 0,3 2-5 0,-3 1 0 16,3-3-8-16,-3-3 12 0,0 2-12 0,3 1 8 16,0-4-8-16,0 7 0 0,-3-3 16 0,3 3-4 15,-7-4 0-15,4 4 0 0,3 0-2 0,-7 0-1 16,1-3 0-16,-1 2 0 0,0 1-9 0,0-3 10 0,-3 3-10 15,3-1 10-15,-3 1-2 0,-1-3 0 0,4 3 0 16,1-4 0-16,-5 4 0 0,4 0-8 0,1-3 12 16,-1 3-4-16,0-1-8 0,-3-2 0 0,6-3 0 0,1 2 0 15,-4 4 0-15,0-3 0 0,-3-4 0 0,3 4 0 16,0 0 0-16,0-4 0 0,1-2 0 0,-5 5 0 16,4 1 8-16,-3-3-8 0,0 2 0 0,-1-5 8 15,-3 8-8-15,4-2 10 0,-4-6-10 0,0 2 10 16,0 1-10-16,0-1 0 0,4-2 0 0,-4-1 8 15,0 0-8-15,-3-2 10 0,3 2-10 0,0 0 10 16,0 1-1-16,0-1 0 0,-3-2 0 0,3-4 0 16,0 6-1-16,-3-3-8 0,3 4 12 0,-4-10-4 15,1 9-8-15,0-3 0 0,3-2 9 0,-4 2-9 16,-6-3 20-16,3 6-1 0,0-9 0 0,4 7 0 16,-1 2-19-16,1 1 0 0,-1-10 0 0,1 9 0 0,-1-3 0 15,1-3 0-15,0 7 8 0,3-4-8 0,-4-3 0 0,4 3 0 16,-7 4 0-16,4-4 0 0,0-3-9 0,-4 7-6 15,0-4-1-15,3-3 0 0,-6 3 16 0,3-3 0 16,0 4 0-16,-7-7 0 0,7 0 0 0,-7 0 13 16,7 9-4-16,0-3-1 0,-7-6 1 0,11 4 0 15,-4-4 0-15,0 9 0 0,-7-9-9 0,10 0 10 16,-10 0-10-16,11 6 10 0,-4-3-10 0,-7-3 0 16,11 0 0-16,-4 0 8 0,-7 0-8 0,10 7 0 15,-10-7 0-15,0 0 0 0,0 0 0 0,0 0 8 16,7 3-8-16,-7-3 0 0,0 0 8 0,0 0-8 0,0 0 8 15,0 0-8-15,0 0 24 0,0 0 0 0,0 0 0 16,0 0 0-16,0 0-11 0,0 0-2 0,0 0-1 0,0 0 0 16,7 0-10-16,-7 0 0 0,0 0 0 15,0 0 8-15,0 0 3 0,0 0 0 0,7 0 0 0,-7 0 0 16,0 0-11-16,0 0 12 0,0 0-12 0,0 0 12 16,0 0-12-16,0 0 0 0,4-10 9 0,-4 10-9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0,0-3 13 15,0 3 0-15,-4-6 0 0,4 6 0 0,0-9 7 0,0 5 0 16,-3-8 1-16,3 9 0 0,0-7-5 0,0 4 0 16,-4-3-1-16,4-1 0 0,0 1-15 0,-3-1 11 15,3 1-11-15,0 0 10 0,0-1-10 0,-4-5 0 16,1 5 9-16,3-6-9 0,0 7 0 0,-4-4 0 16,4 4 0-16,-3-7 8 0,-1 1-8 0,1 5 0 15,3-2 0-15,0-4 0 0,-4 7 0 0,4-7 0 16,-3 7 0-16,3-1 0 0,-4 1 0 0,4-1 0 15,-3 1 0-15,3 3 0 0,-4 3 0 0,4 3 0 0,-3-7 0 16,3 7 0-16,0 0 0 0,0 0-12 0,0 0 12 0,0 0-12 16,0 0 0-16,0 0-1 0,0 0 0 0,0 0 0 15,0 10 2-15,0 5 1 0,0-5 0 0,0-1 0 16,0 7 10-16,0-7-8 0,3 1 8 0,1 5-8 16,-1-5 8-16,1-1 0 0,-4 4 0 0,3-7-8 15,1 3 8-15,-4 1 0 0,3-1 0 0,1 1 0 16,-4-1 0-16,3 0 0 0,-3 1 0 0,4 2 0 15,-1-2 0-15,1-1 0 0,-4 1 0 0,0-7 0 16,3 6 0-16,-3 4 0 0,4-4 0 0,-1-6 0 16,1 7 0-16,-1-1-8 0,-3-9 8 0,8 9-8 15,-5-2-5-15,1 2-1 0,-4-9 0 0,3 6 0 16,-3-6 3-16,0 0 1 0,0 0 0 0,4 10 0 16,-4-10 10-16,0 3 0 0,0-3 0 0,0 9 0 15,0-9 0-15,0 0 0 0,-4 10 0 0,1-4 0 0,3-6 0 0,-7 3 0 16,-1 3 0-16,1-6 0 0,0 10 0 0,4-10 0 15,-8 6 0-15,4-3 8 0,0-3-8 16,0 10 0-16,-3-4 0 0,2-3 0 0,1 3 0 16,-3-3 0-16,-1 4 0 0,1-7 0 0,-4 9 0 0,3-9 8 15,-3 10-8-15,-4-1 8 0,1-3 3 0,-1 4 1 16,-3-1 0-16,0 0 0 0,3-2 2 0,-3 2 1 16,0 1 0-16,3-1 0 0,0-6-7 0,1 6-8 15,-1 1 11-15,0-4-11 0,1 4 9 0,3-1-9 16,0-9 0-16,-1 9 9 0,5-2-9 0,3-4-12 15,0-3 2-15,0 0 1 16,7 0-115-16,0 0-22 0,0 0-5 0,0 0-541 16,0 0-108-16</inkml:trace>
  <inkml:trace contextRef="#ctx0" brushRef="#br0" timeOffset="15674.206">27884 7314 57 0,'0'0'0'0,"0"0"0"0,0 0 0 0,0 0 0 15,0 0 137-15,0-10 23 0,-4 1 4 0,4 9 0 16,0-9-2-16,0 2-1 0,0 7 0 0,4-3 0 15,-4-6-25-15,0 9-4 0,3-7-2 0,-3 7 0 16,0 0-26-16,0 0-6 0,0 0-1 0,0 0 0 16,0 0-49-16,0 0-11 0,0 0-1 0,0 0-1 15,0 0-15-15,0 0-4 0,-3 10 0 0,-1-1 0 16,1 7-3-16,-5 0-1 0,-2-4 0 0,6 4 0 16,-6 3 1-16,3-4 0 0,0-2 0 0,-4 3 0 15,0 2-2-15,4-2-1 0,0-7 0 0,0 10 0 16,0-9-10-16,0 5 0 0,4-2 9 0,-1-4-9 0,1 4 0 15,3-1 8-15,-4-5-8 0,1 2 0 0,3-9 0 16,0 3 0-16,0-3 0 0,3 10 8 0,-3-10-8 0,4 6 0 16,-4-6 0-16,0 0 8 0,7 9-8 0,-7-9 8 15,3 0-8-15,8 7 8 0,-4-4-8 0,0-3 11 16,3 0-11-16,1 0 12 0,0-3-12 0,-4 3 8 16,3-7-8-16,4 7 8 0,-3-6-8 0,3 3 0 15,0 3 0-15,0-6 0 0,0 6 0 0,4-4-12 16,-4-2 4-16,4 6 8 15,-4-3-36-15,0 3 0 0,0-6 0 0,0 3 0 16,-7 3-128-16,0 0-24 0,0 0-6 0</inkml:trace>
  <inkml:trace contextRef="#ctx0" brushRef="#br0" timeOffset="16003.443">28169 7232 1209 0,'0'0'53'0,"0"0"12"16,0 0-52-16,-3 10-13 0,-4-10 0 0,3 9 0 15,-3-3 120-15,4 7 22 0,-4-4 4 0,3 7 1 0,-7 3-79 0,4 0-15 16,0 6-3-16,-3-7-1 0,-4 8-9 15,3 2-1-15,0 6-1 0,-3-6 0 0,4 7-12 0,-4-1-2 16,0 1-1-16,-1 3 0 0,1-4 3 0,0 4 1 16,-3-1 0-16,2 4 0 0,1-3-3 0,4-4-1 15,-1 1 0-15,4-7 0 0,-3 6-11 0,6-12-3 16,-3 3 0-16,0 1 0 0,0-1-17 16,3-7-4-16,1-5-1 0,-1 3 0 15,1-7-153-15,3 1-30 0,-7 5-7 0,7-15-1 16</inkml:trace>
  <inkml:trace contextRef="#ctx0" brushRef="#br0" timeOffset="16675.295">28441 7427 1566 0,'0'0'34'0,"0"0"7"0,7-7 2 0,4-2 1 0,-4 6-35 0,3-3-9 0,1-4 0 0,3 4 0 16,-3 3 57-16,-4-4 10 0,14-2 1 0,-7 0 1 15,0-1-22-15,-3 1-5 0,10 3-1 0,-7-4 0 16,0 7-13-16,-3-6-2 0,6 2-1 0,-3-2 0 15,0 9 5-15,-3 0 1 0,-8-3 0 0,8 3 0 0,-11 0-4 0,7 3-1 16,-3-3 0-16,-4 0 0 0,7 9-13 0,-7-2-2 16,3 5-1-16,1-6 0 0,-4 7-2 0,0 3 0 15,7-1 0-15,-4 4 0 0,-3 0-8 0,4 6 0 16,-4-6 0-16,0 9 0 0,0-3 0 0,0 3 0 16,-4-3 0-16,1 4 0 0,6-4 16 0,-6 3 2 15,-1-3 0-15,-6 3 0 0,3 1-8 0,-4-4-2 16,0 3 0-16,-3-3 0 0,-3 3 10 0,3-9 2 15,0 6 0-15,-4-6 0 0,0 6-20 0,4-6 0 16,4 0-11-16,-5-4 11 0,1 4 0 0,4-10 0 16,-11 7 0-16,14-6 0 0,-8-1 0 0,1 0 0 15,4-9 0-15,-4 7 0 0,-1-4 0 0,5-3 8 16,-4-10-8-16,3 10 0 0,1-9 0 0,-1 3 0 0,0-7 0 16,1-3 0-1,3 4-23-15,0-4-10 0,3 1-3 0,4-4 0 0,-3 9 24 0,-4 1 12 0,7-7-12 0,0 13 12 16,0-6-9-16,0 9 9 0,0 0 0 0,0 0-9 15,14-7 9-15,-7 7 0 0,0 0 0 16,3 7 0-16,1-7 0 0,0 3 0 0,3 3 0 0,0-3 0 16,3 4 12-16,-2 2 5 0,6 0 1 0,-4 1 0 15,1-4 14-15,0-3 4 0,3 7 0 0,0-1 0 16,4 0-7-16,-4 7-1 0,-3-7 0 0,10 1 0 16,-4 6-5-16,-6-7-2 0,0 7 0 0,-4-4 0 15,3 4-2-15,-2-7-1 0,-1 10 0 0,0-9 0 16,-4-1-18-16,-3 7 0 0,11-7 0 0,-11 0 0 0,4 1 0 15,-4-1 0-15,0 1 0 0,0-1 0 16,-4-3-89-16,8-3-22 0,0 4-4 16,-8-7-633-16,8 6-128 0</inkml:trace>
  <inkml:trace contextRef="#ctx0" brushRef="#br0" timeOffset="28205.449">29563 8885 0 0,'0'0'0'0,"0"0"0"15,0 0 0-15,0 0 0 0,0 6 151 0,0-6-31 16,0 0 25-16,-7 0 5 0,0 0-54 0,7 0-12 16,0 0-1-16,0 0-1 0,0 0 13 0,0 0 2 15,0 0 1-15,0 0 0 0,0 0-22 0,0 0-4 16,0 0 0-16,0 0-1 0,0-6-17 0,0 6-3 15,0 0-1-15,0 0 0 0,0 0-22 0,0 0-5 16,0 0-1-16,0 0 0 0,0 0 0 0,0 0 0 16,0 0 0-16,0 0 0 0,0 0 3 0,-4 9 1 15,4-9 0-15,-7 6 0 0,7-6-3 0,0 10-1 0,0-1 0 16,0-9 0-16,0 0 3 0,11 10 1 0,-8-1 0 0,1 1 0 16,3-1-2-16,-7 3-1 0,14-8 0 0,-7 5 0 15,-4 0-8-15,8 1-2 0,3 5 0 0,-3-5 0 16,-4-1 7-16,0 7 0 0,3-3 1 0,1-4 0 15,-4 3-21-15,4 1-12 0,-4 3 2 0,3-4 0 16,1-2 10-16,-1 5 12 0,1 1-2 0,0-3-1 16,3 9-1-16,0-10 0 0,0 7 0 0,4-3 0 15,-1 2-8-15,-3-2 12 0,8-3-12 0,-8 9 12 16,3-10-1-16,1 7 0 0,0 0 0 0,-4-4 0 16,3 4-3-16,-6-3-8 0,3 0 12 0,-3-4-4 15,6 7 4-15,-3-3 0 0,-10-7 0 0,10 10 0 16,-3-4 3-16,3 4 1 0,-4-9 0 0,1 5 0 15,3-2-16-15,-3 3 9 0,3 2-9 0,-4-8 8 0,1 9-8 16,3-4 0-16,4 1 0 0,-4-3 8 0,0 2-8 0,0-2 0 16,4 2 0-16,-1 1 0 0,-3-3 0 0,4 9 0 15,0-10 9-15,-8 7-9 0,11-3 11 0,-7-1-3 16,-3-2 0-16,3 6 0 0,0-4-8 0,-3-5 0 16,-1 9 0-16,5-10-11 0,-5 7 11 0,4-1 11 15,-3-2-3-15,-1-4 0 0,-3 7-8 0,4 0 12 16,-4-4-12-16,11 4 12 0,-11-7-12 0,3 7 0 15,4-3 0-15,-3 2 8 0,3-2 0 0,-3 2 0 16,-1-5 0-16,4 6 0 0,-3-4-8 0,3-3 8 0,-3 7-8 16,-4-6 8-16,3 5-8 0,-3-5 0 0,4-1 9 15,-4 0-9-15,0 1 0 0,0 6 0 0,4-7 0 16,-8-6 8-16,8 6-8 0,-8-2 0 0,8 2 8 0,-4 1-8 16,-3-1 0-16,3-3 8 0,0-3-8 0,3 7 0 15,-3-4 9-15,0 3-9 0,-7-9 12 0,11 10-12 16,0-4 15-16,-4-3-4 0,-4 4-1 0,1-4 0 15,6 3-10-15,-3-3 0 0,0 3-10 0,4 4 10 16,-1-4 0-16,-2-3 0 0,-1 7 0 0,0-4 10 16,3-3-10-16,-3 6 0 0,-7-2 0 0,0-7 0 15,7 3 0-15,-3 3 0 0,6-3 0 0,-6 4 0 16,3 2 0-16,-3-9 13 0,-4 0-3 0,7 9-1 16,-4-2-9-16,-3-7 0 0,0 0 0 0,0 3 8 15,11 6-8-15,-8-3 0 0,-3-6 0 0,0 4 0 16,0-4 0-16,11 6 0 0,-11 3 0 0,0-9 0 0,0 0 0 15,0 0 0-15,10 0 0 0,-6 10 0 0,-1-4 0 16,-3-6 0-16,0 0 0 0,0 0 0 0,8 3 0 16,-8-3 0-16,0 0 11 0,0 0-11 0,10 6 0 0,-10-3 8 15,0-3-8-15,0 0 0 0,0 0 0 0,0 0 0 16,0 0 0-16,0 0 0 0,0 0 0 0,0 0 0 16,0 0 0-16,7 7 0 0,-7-7 0 0,0 0 0 15,0 0 0-15,0 0 0 0,0 0 8 0,0 0-8 16,0 0 11-16,0 0-11 0,4 3 15 0,-4-3-4 15,0 0-1-15,0 0 0 0,0 0-2 0,0 0 0 16,0 0 0-16,0 0 0 0,0 0-8 0,0 0 0 16,3 0 0-16,-3 0-11 0,0 0 35 0,0 0 6 0,0 0 2 15,11-10 0-15,-11 1-32 0,7 0 0 16,-4-1 0-16,-3 1 0 0,7-1 16 0,-7 1-4 0,0-7 0 0,4 7 0 16,0-10-12-16,-4 10 0 0,0-10 0 15,0 3 0-15,7 1 8 0,-7-4-8 0,3 6 0 0,-3-9 9 16,0 3-9-16,0 7 8 0,0-7-8 0,0-3 8 15,0 10-8-15,-3-4 0 0,3-3 0 0,0 3 0 16,-7 7 0-16,7 0 0 0,0-4 0 0,0 0 0 16,0 4 0-16,0 0 0 0,-4 6 0 0,0-4 0 15,8-2 0-15,-4-1 0 0,-4 4 0 0,4 6 0 16,0 0 0-16,0 0 0 0,0 0-11 0,0-3 11 16,-3-3 0-16,3 6-8 0,0 0 8 0,0 0 0 15,0 0 0-15,0 0-8 0,0 0 8 0,0 0 0 16,0 0-8-16,0 0 8 0,0 0-8 0,0 0 8 0,0 0-10 15,0 0 10-15,0 6-12 0,-4 3 12 0,1 1-11 16,3-10 11-16,0 9-10 0,0 1 10 0,-7-1-10 16,7 0 10-16,7-2-10 0,-7 2 10 0,3 1-8 0,-3-1 8 15,4 0 0-15,-1 1-9 0,1-1 17 0,0 4 3 16,-4-4 1-16,0 1 0 0,10 2-12 0,-10-6 0 16,7 4 0-16,-3 5 0 0,-1-5-11 0,4-1-4 15,-3 4-1-15,3-7 0 0,-4 3 16 0,1 1 0 16,3-1 0-16,-4-2 0 0,-3 2 0 0,0 0 0 15,0 1 0-15,8-4 0 0,-8 3 10 0,3 1 5 16,-3-1 1-16,0 1 0 0,7-7-26 0,-7 3-5 16,0 4-1-16,0-4 0 0,0-6 26 0,0 9 5 15,0 1 1-15,0-7 0 0,4 6-16 0,-4-9-18 16,3 6 4-16,-3 4 1 0,0-4 21 0,0-6 4 0,0 3 0 16,0-3 1-16,0 10-13 0,0-4 0 0,0 3 0 0,0-6 0 15,0 7-11-15,-3-4-1 0,3-6-1 0,0 10 0 16,-4-1 21-16,4 0 5 0,-7 1 1 0,7-1 0 15,-3-3-23-15,-5 4-5 0,8-4-1 0,-3-3 0 16,-4 7 24-16,7-4 5 0,-4-3 1 0,-6 6 0 16,6-9-15-16,-6 10-18 0,-1-10 4 0,1 6 1 15,2 4 13-15,1-10 0 0,-7 9 0 0,4-3 0 16,-1-3 15-16,-3 4-4 0,-7-4-1 0,7 3 0 16,3-3-10-16,-3 3 0 0,0-2 0 0,-4 2 0 15,4 0 0-15,4-3 0 0,-5 4 0 0,5-4 0 16,-4-3 0-16,3 6 0 0,1-3 0 0,-1-3 0 15,4 9 0-15,0-9 0 0,-4 7 0 0,8-4 0 16,-8-3 0-16,11 0 0 0,-10 0 0 0,10 0 0 0,0 6-26 0,0-6 2 16,0 0 1-16,0 0 0 15,0 0-70-15,0 0-15 0,0 0-2 0,0 0-669 16,0 0-133-16</inkml:trace>
  <inkml:trace contextRef="#ctx0" brushRef="#br0" timeOffset="29447.563">31217 11321 403 0,'0'0'17'16,"0"0"5"-16,0 0-22 0,0 0 0 0,0 0 0 0,0 0 0 0,0 0 198 0,0-9 35 15,-10 6 7-15,10 3 2 0,0 0-178 0,0 0-36 16,-4 3-8-16,-3-3 0 0,-7 6-8 0,11-3-2 16,-5-3 0-16,-2 10 0 0,-4-4 27 0,3 3 6 15,4 1 1-15,0 5 0 0,-4-5 16 0,-3-1 4 16,0 10 1-16,0-3 0 0,4 3-33 0,-5-1-6 15,-2 1-2-15,3 6 0 0,0 0-16 0,-1-3-8 16,-2 3 8-16,-1 4-8 0,1-4 20 0,-1 9 0 16,0-6-1-16,1 1 0 0,-1 5 1 0,4-6 0 15,0 4 0-15,3-10 0 0,1 9-8 0,3-3-2 16,0-3 0-16,3 4 0 0,-3-7-10 0,3 3-14 0,8 0 3 16,-4 3 1-16,0-3 10 0,0 0 0 15,7-3 0-15,0 3 0 0,0 0 0 0,-3-6 0 16,6 0 0-16,4 0 0 0,-3 0 0 0,-1-4 0 0,1 4 0 0,0-3 0 15,-8-7 0-15,8 0 0 0,-8 1 0 0,8-1 0 16,7 1 0-16,-4-10 0 0,0 6 0 0,-4-3 0 16,4-3 0-16,1-3 9 0,9 3-9 0,-3-6 0 15,-6 3 0-15,9-4 0 0,-3-2 0 0,1-1 0 16,-5 1 0-16,8 0 0 0,-7-1-10 0,-1-5 10 16,4 5-12-16,-7-5 12 0,8 5-12 0,-8-2 12 15,0-4 0-15,-4 6 12 0,1-5 0 0,3 5 0 16,-7 1-4-16,-3 0 0 0,-4-10 0 0,0 9 0 15,0-5 13-15,0 2 3 0,0-3 0 0,0 1 0 16,-4 2 6-16,-3-2 2 0,0 5 0 0,0-6 0 0,-4 13-20 16,1-6-4-16,-4 3-8 0,0 3 12 0,-1-4-12 0,-2 4 11 15,3 3-11-15,-11 0 10 0,14 0-10 16,-13 0 0-16,10 3 0 0,-8-3 0 0,-2 10 9 16,6-4-9-16,-3-3 10 0,0 6-10 0,-4-2 0 0,11 2 8 15,-7 1-8-15,10-1 0 0,-6 0 0 0,-1 1 0 16,4-1 0-16,0 7 0 0,3-7 0 0,1 1 0 15,3-1 0-15,-1-3 0 0,-2-3-20 0,10 4 2 16,0 2 1-16,-4-3 0 16,4-6-40-16,0 0-8 0,0 0-2 0,4 4-561 15,-4-4-112-15</inkml:trace>
  <inkml:trace contextRef="#ctx0" brushRef="#br0" timeOffset="30165.029">31828 11453 1908 0,'0'0'84'0,"0"0"18"16,0 0-82-16,0 0-20 0,0 0 0 0,0 0 0 0,0 0-13 0,0 0-7 15,-7 0-2-15,7 0 0 0,0 0 10 0,0 0 3 16,-7 0 0-16,-1 6 0 0,8-6 9 16,0 0 0-16,0 0 0 0,0 3 0 0,0-3 0 0,-10 10 0 15,10-10 0-15,-4 9 0 0,-6-2 27 0,10-4 7 16,-4 6 2-16,-3-3 0 0,-3 10 9 0,6-3 3 15,-7-4 0-15,1 0 0 0,6 7-27 0,-6 3-5 16,-1-3 0-16,8-4-1 0,-4 4-15 0,0-1 11 16,0-2-11-16,3-4 10 0,-3 1-10 0,7 5 0 15,0-5 0-15,-4-1 0 0,4 1 0 0,0-10 8 16,0 0-8-16,0 0 0 0,4 6 0 0,-4-6 8 16,0 0-8-16,0 3 0 0,0-3 8 0,0 0-8 15,0 0 0-15,7 6 8 0,-3 4-8 0,-4-10 0 0,0 0 0 16,7 6 0-16,-7-6 0 0,0 0 0 0,0 0 0 15,7 9 0-15,-7-9 15 0,0 4-3 0,0-4 0 16,10 6 0-16,1-6-12 0,-1 3 11 0,-6-3-11 0,6 0 10 16,5 0 0-16,-5 0 0 0,1 0 0 0,-1 0 0 15,4-3-10-15,-3 3 0 0,3 3 0 0,-3-3 0 16,3 0 0-16,3 6 0 0,1-6 0 0,-7 3 0 16,3 4 0-16,3-4 0 0,-9 9 0 0,2-2 0 15,1-1 0-15,-1 1 0 0,-6-1 0 0,3 0 0 16,-4 7 0-16,-3-3 0 0,7-4 0 0,-7 7 0 15,-7-1 0-15,7-2 0 0,7-4 0 0,-3 7 0 16,-1-7 0-16,-3 7 8 0,0-3-8 0,0 2 0 16,8-5 8-16,-8-1-8 0,-8 1 8 0,5-1-8 15,-1 7 12-15,-3-7-4 0,4 0 0 0,-8 7 0 0,1-6 1 16,-1-1 0-16,-3 0 0 0,0 1 0 0,-7-1-9 16,7 1 8-16,-8-1-8 0,8 0 8 0,-7-2-8 0,-4-4 0 15,11 6 0-15,-7-3 0 0,4-2-10 0,-5 2-4 16,1-6-1-16,-3 0 0 15,2-6-17-15,8 2-4 0,-10 4-1 0,6-9 0 16,0 0-115-16,4-7-22 0,-7 7-5 0</inkml:trace>
  <inkml:trace contextRef="#ctx0" brushRef="#br0" timeOffset="30462.607">31743 11522 2106 0,'0'0'93'0,"0"0"19"0,0 0-89 0,0 0-23 0,0 0 0 0,0 0 0 15,3 0 25-15,12-6 1 0,-5 6 0 0,1 0 0 16,13 0 10-16,-9-7 1 0,9 4 1 0,4-3 0 15,1 3-14-15,2-3-2 0,1-4-1 0,3 7 0 16,1-3-1-16,-1 3-1 0,0-4 0 0,-10-2 0 16,0 9-35-16,6-6-8 0,-6 3 0 0,-7-4-1 15,3 7-24-15,0 0-5 16,-7-3-1-16,7 3-620 0,-6-6-124 0</inkml:trace>
  <inkml:trace contextRef="#ctx0" brushRef="#br0" timeOffset="32178.515">27527 8857 633 0,'0'0'28'0,"0"0"6"0,0 0-34 16,0 0 0-16,0 0 0 0,7 0 0 0,-3-4 124 0,3-2 17 15,-4 6 4-15,4-6 1 0,-3 3-94 0,3 3-20 16,0-7-3-16,-7 7-1 0,0 0 1 0,0 0 0 15,7 0 0-15,-7 0 0 0,0 0-6 0,4-3-2 16,3-3 0-16,-7 6 0 0,0 0 17 0,0 0 3 16,0 0 1-16,0 0 0 0,-7 9-19 0,0-2-4 15,-4 2-1-15,4 1 0 0,-4-1-6 0,4 10 0 16,-3-4-1-16,-1 1 0 0,1-3-3 0,-4 6-8 16,3-4 12-16,-3 4-4 0,0-3 7 0,0 2 1 15,-1 1 0-15,1 6 0 0,0-6-2 0,-3 9 0 16,-1-2 0-16,-3 2 0 0,0 0-14 0,-1 3 8 15,1-2-8-15,-3-1 0 0,-1 6 8 0,4 1-8 0,-4-1 0 16,0-2 0-16,4 2 0 0,0 1 0 16,-4 8 0-16,4-5 0 0,-4 6 0 0,4-6 0 0,0 2 0 0,0-2 0 15,-4 6 0-15,8 0 0 0,-5-7 0 0,5 7 0 16,-4 0 8-16,3-6-8 0,0 6 0 0,1-10 0 16,-1 4 0-16,0 3 0 0,1-10 0 0,3 4 0 15,-4-1 0-15,0 1 8 0,4-7-8 0,0 6 0 16,0-6 8-16,0 7-8 0,-4-1 11 0,8-2-11 15,-4-7 11-15,3 3-11 0,4 3 10 0,0-2-10 16,-7-1 8-16,0 0-8 0,7 4 0 0,-4-11 9 16,4 5-9-16,-7 2 0 0,3-9 0 0,4 6 0 15,0-7 0-15,0 1 0 0,0 6 0 0,0-9 8 16,0 3-8-16,4-3 0 0,-1-4 0 0,-3 4 0 16,0-7 0-16,3 10 0 0,1-10 0 0,-1 1 0 15,-3-1 0-15,4-2 0 0,-1 2 0 0,1 0 8 0,-1 1 2 16,1-1 0-16,-1 1 0 0,1-1 0 0,-1-3 10 0,0-6 3 15,4 0 0-15,-3 10 0 0,-1-10-11 0,4 0-1 16,-7 9-1-16,7-9 0 0,0 0-2 0,0 0 0 16,0 0 0-16,-3 6 0 0,3-6-8 0,0 0 0 15,0 0 9-15,0 0-9 0,0 0 0 0,0 0 8 16,0 0-8-16,0 0 0 0,0 0 12 0,0 0-1 16,-4 3-1-16,4-3 0 0,-7 0 17 0,7 0 3 15,0 0 1-15,-3-3 0 0,-1-3-9 0,4 6-2 16,0-9 0-16,0 2 0 0,0-2-4 0,0 0 0 15,0-1-1-15,0 1 0 0,0-1-3 0,0 1-1 16,0 0 0-16,-3-1 0 0,-1-6 1 0,4 7 1 0,-3 0 0 16,3-7 0-16,-4 7-2 0,1-1-1 0,3 1 0 15,-4-4 0-15,1 7 0 0,-5-4 0 0,5 1 0 0,-4-7 0 16,0 7-10-16,3 0 0 0,-3-1 9 0,0 4-9 16,4-7 0-16,-4 4 9 0,3-7-9 0,-3 7 0 15,3-7 9-15,4 7-9 0,-3-1 0 0,3 1 9 16,0-7-9-16,0 7 0 0,0-1 0 0,0 7 0 15,0-6 0-15,3 0 0 0,-3-1 0 0,4 4 0 16,-4 6 0-16,0 0-9 0,0 0 9 0,0 0 0 16,0 0-11-16,0 0 11 0,0 0-10 0,0 0 10 15,0 0-8-15,0 0 8 0,0 0 0 0,7 6-9 16,-3 4 9-16,3-1-8 0,-4 0 8 0,4 4-8 16,-3-4 8-16,-4 7-12 0,3 3 12 0,1-4-12 0,3 4 12 15,-4 0-12-15,-3 0 12 0,4 3-12 0,-1-10 12 16,1 7 0-16,3-3 0 0,-3 3 0 0,3-4 0 15,-4-2 0-15,4 3 0 0,0-7 0 0,0 0 0 16,-3 1 9-16,3-1 0 0,0-2 0 0,0 2-9 0,0 0-11 16,4-2 3-16,-4-4 0 0,0 3 8 0,0-3 0 15,3-3 0-15,1 0 8 0,3 0 1 0,0-3 1 16,0-3 0-16,0 3 0 0,1-7 8 0,2-2 2 16,1 2 0-16,-1 1 0 0,5-4 9 0,2-2 3 15,1-4 0-15,0 3 0 0,-4-3-32 0,4 0-13 16,3 1 1-16,-4-1 0 0,-2-3 12 0,2 3 0 15,-2 0 0-15,-1 4 0 16,3 2-27-16,-2-3-2 0,-5-2-1 0,4 2 0 16,1 6-123-16,-1-2-25 0,0-4-5 0</inkml:trace>
  <inkml:trace contextRef="#ctx0" brushRef="#br0" timeOffset="33638.989">25742 11738 57 0,'0'0'0'0,"0"0"0"0,0 0 0 0,0 0 0 15,0 0 245-15,0 0 44 0,0 0 9 0,0 0 2 16,0 0-213-16,0 0-43 0,-3-6-8 0,3 6-1 0,0 0 6 0,3-9 2 15,-3 9 0-15,0-3 0 0,0-4 4 0,4-2 1 16,-4 9 0-16,0-3 0 0,3-4-7 0,1-2-1 16,-1 0 0-16,1 2 0 0,3-2 4 0,0 0 0 15,0 5 0-15,0-5 0 0,0-4-22 0,4 4-4 16,-1 0-1-16,1-1 0 0,3 1-4 0,-3-1-1 16,3 1 0-16,3 0 0 0,1 2 4 0,0-2 0 15,-1 0 0-15,4 9 0 0,4-4-16 0,-4-2 9 16,-7 6-9-16,4-3 8 0,-4-3-8 0,-3 6 0 15,3 0 0-15,-4 6-11 0,1-3 11 0,-4 3 0 16,4-2 0-16,-4 5 0 0,0-3 0 0,-4-3 0 16,4 7 0-16,0-4 0 0,-7 3 0 0,4 1 0 0,-1 6 0 15,1-4 0-15,-8-3 0 0,1 7-8 16,3 3 8-16,-4-3 0 0,1 2 0 0,-1 8 0 0,-3-8 0 16,0 1 8-16,4 6-8 0,-4-6 0 0,-4 6 0 0,0-3 0 15,-6 3 0-15,3-6 0 0,0 6 0 0,-4-6 0 31,0 0-24-31,-3 6-4 0,4-6 0 0,-5-1 0 0,5-2 13 0,-4 3 3 0,-1-3 0 0,1-7 0 16,0 0 12-16,3 1-11 0,-3 6 11 0,4-13-10 16,2 6 10-16,-2-3 0 0,3-3 0 0,0 4 0 15,0-7 0-15,-1 0 0 0,8 0 0 0,-3 0 0 16,6-7 11-16,4 7-3 0,-7 0 0 0,7 0 0 16,0 0-8-16,0 0 0 0,0-9 0 0,0 9 0 15,7-3-12-15,-3-3 12 0,6-4-10 0,1 10 10 16,0-3 0-16,3-3 0 0,-4 6 13 0,8-6-4 15,-1 2 6-15,1 4 1 0,0 0 0 0,-1 0 0 16,5 0-8-16,-1 4-8 0,3 2 11 0,-2 3-11 0,-1-2 15 16,0-4-4-16,0 6-1 0,0 0 0 0,0-2 2 0,1 8 0 15,-1-5 0-15,0-1 0 0,0 4-4 0,-3-4 0 16,-1 7 0-16,1-7 0 0,0 7-8 0,-4-3 8 16,3-4-8-16,-2 7 8 0,-5-7-19 0,1-3-4 15,3-3-1-15,-4 7 0 16,-3-10-100-16,0 6-20 0,4-3-4 0,-11-3-639 0</inkml:trace>
  <inkml:trace contextRef="#ctx0" brushRef="#br0" timeOffset="34356.162">26652 11694 1753 0,'-7'-18'77'0,"7"11"17"15,-3 7-75-15,3 0-19 0,0-9 0 0,3 0 0 0,1 5 32 16,3-5 4-16,-4 3 0 0,8-4 0 0,0 4-36 0,-1-3 0 16,4-1 0-16,0 1 0 0,1-1-9 0,-1 1 9 15,3 0-8-15,-3 2 8 0,4-2 0 0,0 6-8 16,-4-7 8-16,3 4 0 0,-2-3 0 0,-1 9 0 16,0-7 0-16,0 4 11 0,0 3 4 0,-3 0 1 15,3 0 0-15,-4 3 0 0,1 4-4 0,-1-1-1 16,1-3 0-16,0-3 0 0,-1 10-11 0,1-1 0 15,-4 0 0-15,3 1 0 0,-3 5 0 0,-3 4 0 16,3-3 0-16,-3 3 0 0,-1 6 0 0,-3-6 0 16,0 9 0-16,-3 0 0 0,-1-3 0 0,-3 3 0 15,0-3 0-15,0 4 0 0,-4 2 0 0,1-3 0 16,-1-3-12-16,1-3 12 0,-5 3-16 0,5 4 5 16,-4-11 1-16,0 8 0 0,-1-8 10 0,-2 1-8 15,-1-3 8-15,4 3-8 0,-4-10 8 0,4 7 0 0,0-7 0 16,-3 1 0-16,2-4 11 0,-2-3-3 0,3 3 0 0,3-6 0 15,-6 0-8-15,6 0 0 0,0 0 0 0,1 0 0 16,-1-6 0-16,1 6 0 0,-1-3 0 0,0-3 0 16,4-4-17-16,0 1-6 0,-3 2-1 0,3 4 0 15,3-3 6-15,-3 3 1 0,4-3 0 0,-4-4 0 16,3 10 17-16,4 0 0 0,0 0 8 0,0 0-8 16,0 0 21-16,0 0-1 0,0 0-1 0,11 0 0 15,3 10 11-15,3-10 2 0,1 0 1 0,3 6 0 16,4-3-1-16,0-3 0 0,-1 6 0 0,1-3 0 15,3 4-15-15,0 2-3 0,-3-3-1 0,0-2 0 16,-1 5 10-16,5 0 1 0,-8 1 1 0,4-1 0 0,-4 1-9 16,0 5-3-16,4-5 0 0,-4-1 0 0,-4 7-13 0,1-7 11 15,-4 1-11-15,4 5 10 0,-4-2-10 0,0-4-9 16,0-3 9-16,0 4-13 16,-3-1-120-16,3 1-24 0</inkml:trace>
  <inkml:trace contextRef="#ctx0" brushRef="#br0" timeOffset="37236.174">25601 12801 1234 0,'0'0'55'0,"0"0"11"0,-3 0-53 0,3 0-13 0,0 0 0 0,0 0 0 16,0 0 25-16,0 0 3 0,0 0 0 0,-4 0 0 31,4 0-49-31,0 0-10 0,0 0-1 0,-3 0-1 0,-1 7 25 0,0-4 8 0,1 3 0 0,-1-3 0 15,1 3 0-15,-1 4 0 0,-3-1 0 0,4 1 0 16,-1-1 18-16,-3 7 4 0,0-4 1 0,-3 4 0 16,-1 3-7-16,4 0-2 0,-7 3 0 0,3 0 0 15,1 3 12-15,-4 3 2 0,-1-3 1 0,1 3 0 16,0 0-2-16,0 7-1 0,0-1 0 0,0 1 0 16,0-7-4-16,0 10-1 0,3-4 0 0,-3-6 0 0,0 7-4 15,0 6-1-15,0-4 0 0,-1 1 0 0,1 6-5 16,0 0-2-16,-3 0 0 0,3 0 0 0,-1 3-9 15,-2-3 0-15,-1-1 0 0,-3 4 0 0,3-3 0 0,1-9 0 16,-4 9 0-16,-1 0 8 0,1-7-8 0,0 1 0 16,3 3 0-16,1-7 0 0,-1-2 16 0,0 2 2 15,1 1 0-15,3-7 0 0,0 6 1 0,-1-6 0 16,1-9 0-16,0 6 0 0,0-6-9 0,4 6-2 16,-1-6 0-16,0 0 0 0,4 6 7 0,-3-6 1 15,-1 0 0-15,1-4 0 0,3 4-3 0,-4 0 0 16,0 0 0-16,4 3 0 0,0-4 3 0,0 1 1 15,-3 0 0-15,3-3 0 0,0-4-17 0,-1 4-12 16,1 0 1-16,4-4 1 0,-4-2-3 0,3-1-1 0,1 4 0 16,-1-4 0-16,1-6-7 0,-1 7-2 0,1-4 0 15,3-3 0 1,-4 6-31-16,4-9-6 0,0 0-2 0,-3 0 0 16,3 0-22-16,-7 7-4 0,7-7 0 0,0 0-1 15,0 0-56-15,0 9-11 0</inkml:trace>
  <inkml:trace contextRef="#ctx0" brushRef="#br0" timeOffset="38307.037">24564 14899 518 0,'0'0'46'0,"0"0"-37"16,0 0-9-16,0 0 0 0,0 0 128 0,3-9 24 16,1 9 5-16,3-10 1 0,-7 10-97 0,0 0-19 15,4-3-4-15,-4 3-1 0,0 0 7 0,0 0 2 16,7-6 0-16,-7 6 0 0,0-9 2 0,3 2 1 15,-3-2 0-15,0 6 0 0,0-3 6 0,0-4 1 16,0 1 0-16,-3-1 0 0,3 4-10 0,-4-3-2 16,1-1 0-16,-1 1 0 0,1-10-3 0,-1 10-1 0,0-7 0 0,-3-3 0 15,4 0-4-15,-4 4 0 0,0-4-1 16,3 0 0-16,1 3-18 0,-1-3-3 0,1 1-1 0,-1 2 0 16,4 3-13-16,-3-2 8 0,-1 5-8 0,1-5 0 15,-1 5 0-15,0 1 0 0,4-1 0 0,-3 7 0 16,3-3 0-16,-4-3 0 0,4 9 0 0,0-7 0 15,4 4 0-15,-4 3 0 0,0 0 0 0,0 0-10 16,0 0 10-16,0 0-12 0,0 0 12 0,0 0-12 16,0 0 4-16,0 0 0 0,7 10 0 0,-3-1 0 15,3 0 0-15,-4 1 0 0,4-1 0 0,-3 7 0 16,-4 3 8-16,3 0-10 0,-3 6 10 0,0 0-10 16,-3-3 10-16,3 9-10 0,-4-3 10 0,1 1-10 15,-1 5 10-15,1-6 0 0,-4 7 0 0,-1-7 0 0,5 3-8 16,-4-2 8-16,3-11-8 0,-3 11 8 0,4-11 0 15,-4 4 0-15,3-3 0 0,1-6 0 0,-1 2 0 16,1-5 0-16,3-1 0 0,0 1 0 0,0-10 13 0,0 0 2 16,7 9 0-16,0-9 0 0,3 0 5 0,4-3 2 15,1-3 0-15,-1-4 0 0,3 1-2 0,4-1 0 16,1-5 0-16,-1 2 0 0,0-3-5 0,4-2-2 16,3-7 0-16,0 6 0 0,4-6 1 0,-4 3 0 15,4-3 0-15,0 0 0 0,3 6-14 0,-3 3 0 16,-4 4 0-16,-3-4 0 0,3 3-9 0,-4-2-5 15,-2 5-1-15,-1-5 0 16,0 5-35-16,-7 7-7 0,0-3-2 0,-3-4 0 16,3 10-130-16,-4-6-27 0,-10 6-4 0,0 0-2 0</inkml:trace>
  <inkml:trace contextRef="#ctx0" brushRef="#br0" timeOffset="39194.017">24067 15987 979 0,'0'0'87'0,"0"0"-70"16,-4 0-17-16,0 0 0 0,4 0 164 0,-3 0 28 16,-1 0 7-16,-3 0 1 0,0 0-157 0,7 0-31 15,-3 10-12-15,-1-1 8 0,1 1 12 0,-4-1 3 16,3 7 0-16,1 3 0 0,-1-1 2 0,1 7 1 0,3 4 0 16,0-4 0-16,0 9 13 0,0 4 2 0,0-4 1 0,0 10 0 15,0 0-21-15,-4 3-4 0,0 6-1 0,-6-2 0 16,-1-4-16-16,-3 9 0 0,0-6 8 0,4 4-8 15,-1-7 0-15,0-3 0 0,1-10 8 0,-1 1-8 16,-3-7 0-16,7 0 0 0,0-3 0 0,0-6 0 31,0-3-34-31,3-7-4 0,4-9-1 0,0 0-858 0</inkml:trace>
  <inkml:trace contextRef="#ctx0" brushRef="#br0" timeOffset="39877.244">24892 16172 806 0,'-14'-6'72'0,"7"6"-58"16,3-3-14-16,-3-3 0 0,0 3 118 0,0-4 21 0,4 7 4 0,-4-9 1 15,0 9-97-15,-1-6-19 0,5 6-4 0,-4-4-1 16,3-2 28-16,-3 3 5 0,0-3 2 0,-3 6 0 16,3-3-25-16,0-4-5 0,-4 7 0 15,4-3-1-15,-4-3-6 0,1 6-1 0,3 0 0 16,-4 0 0-16,1 0 12 0,-1 9 1 0,0-9 1 0,1 7 0 15,-1-4-10-15,1 6-3 0,-8 1 0 0,7-4 0 16,-3 10-1-16,4-4-1 0,-1 4 0 0,-3-7 0 16,7 10-5-16,-4 0-1 0,1 0 0 0,-1 6 0 15,4-6-4-15,-3 6-1 0,2-7 0 0,1 1 0 16,4 6-8-16,-1 0 0 0,1-12 0 0,3 12 0 16,0-6 0-16,3-3 0 0,1-4 0 0,3 4-11 15,0-7 3-15,0 1 0 0,7-4 0 0,-3-3 0 16,3-3 8-16,0 0-8 0,0 0 8 0,4-3-8 15,-4-7 8-15,3 4 0 0,1-3 0 0,0-1 0 0,-4-5 0 16,4 2 0-16,-4-6 0 0,3-3 0 16,-3 10 9-16,4-7-9 0,0-3 12 0,-4 3-12 0,0-3 19 15,0-3-3-15,0 6-1 0,0-6 0 0,0 7-3 0,-3 2-1 16,-1-3 0-16,-2 10 0 0,2-1-11 0,-6 1 12 16,-1 3-12-16,-3 6 12 0,0 0 1 0,0 0 1 15,0 0 0-15,0 0 0 0,-7 9-14 0,4 7 8 16,-4 2-8-16,-1 1 0 0,-2-3 8 0,-1 12-8 15,4-3 0-15,0 3 0 0,0 1 11 0,-3 5-11 16,6-9 12-16,-3 13-12 0,0-4 28 0,3 4 0 16,-3-3-1-16,4 2 0 0,-4 7-15 0,3-3-2 15,-3 6-1-15,0-3 0 0,0 3-9 0,0 3 0 0,3-6 0 16,1-7 0-16,-4 1 0 0,7-3 0 16,-4-1 0-16,8-6 0 15,-1-9-40-15,1 6-1 0,-1-9 0 0,5-7-652 0,-1 1-131 0</inkml:trace>
  <inkml:trace contextRef="#ctx0" brushRef="#br0" timeOffset="42843.123">19618 8606 1447 0,'0'0'64'0,"0"0"13"0,0 0-61 0,-7 0-16 0,0 0 0 0,-4 0 0 0,11 0 27 16,-7 3 2-16,4 3 1 0,-4 0 0 0,7-6-17 0,0 0-3 15,0 4-1-15,0-4 0 0,-4 9 12 0,1-3 3 16,3-6 0-16,0 10 0 0,0-10-2 0,0 3 0 15,-4 6 0-15,8-3 0 0,-1 4-2 0,1-1 0 16,-4 1 0-16,0 5 0 0,7-5-20 0,0-1 9 16,-7 10-9-16,3-10 0 0,1 10 24 0,-1-3-1 15,1 3-1-15,-4-4 0 0,3-2 6 0,4 9 2 16,1-3 0-16,-1-1 0 0,0 1-10 0,0 0-3 16,3 6 0-16,4-6 0 0,-3 6 0 0,0-6 0 15,-1 9 0-15,4-9 0 0,-3 6-7 0,-1 3-2 16,1-3 0-16,0 0 0 0,-1 4-8 0,1-4 8 15,-1-3-8-15,1 9 8 0,-1-9-8 0,-2 12 0 16,-1-5 9-16,0 5-9 0,0-9 8 0,0 10-8 0,0-7 8 0,3 0-8 16,1-3 13-16,0 4-1 0,-1-4-1 0,1 3 0 15,3-3 0-15,-4 3 0 0,1-9 0 0,3 6 0 16,0 0 0-16,-3-6 0 0,3 6 0 0,-3-3 0 16,3-3-3-16,-4 6-8 0,1 0 12 0,-1 3-4 15,1-9 0-15,-4 6 0 0,0 3 0 0,0 7 0 16,4-7-8-16,-4 3 8 0,-7 1-8 0,7-1 8 15,0-3-8-15,-4 1 0 0,1-4 9 0,3 0-9 16,4-3 20-16,-1 3-1 0,-3-6 0 0,0-1 0 16,4-2-19-16,-1 3 0 0,-6 0 8 0,7-4-8 15,-4 1 0-15,0-3 0 0,0 2 0 0,0-2 0 16,-4 3 0-16,1-7 12 0,3 7-3 0,-4-7 0 0,4 0-9 16,-3 1 0-16,0 5 0 0,-1-5 0 15,1-1 11-15,-1 1-3 0,-6-1-8 0,6 1 12 0,-3-1-12 16,0-9 9-16,0 9-9 0,0-9 8 0,0 0-8 0,0 0 8 15,0 0-8-15,0 0 8 0,0 0-8 0,0 0 10 16,0 0-10-16,0 0 10 0,0 0-10 0,0 0 0 16,0 0 0-16,0 0-11 15,0 0-40-15,0 0-8 0,11 0-1 0,-11 0-1 16,0 0-121-16,7 7-24 0,-7-7-5 0,0 0-1 0</inkml:trace>
  <inkml:trace contextRef="#ctx0" brushRef="#br0" timeOffset="44003.857">20362 10722 633 0,'0'0'28'0,"0"0"6"0,0 0-34 0,0 0 0 0,0 0 0 0,0 0 0 16,0 0 83-16,0 0 9 0,0 0 3 0,0 0 0 15,0 0-64-15,-3-3-13 0,3 3-2 0,0 0-1 16,-4-6 21-16,4-3 5 0,0 2 1 0,0 7 0 16,0-3 7-16,0-3 2 0,4-4 0 0,-1 1 0 15,-3 0 17-15,4-1 3 0,-1 1 1 0,4-1 0 16,-3 4-1-16,0-3 0 0,-1-1 0 0,1 1 0 16,3-7-20-16,-4 7-4 0,8-4-1 0,-4-2 0 15,0-4-17-15,3 9-3 0,1-8-1 0,-4 2 0 16,4-3 5-16,-1 3 1 0,1-2 0 0,-1-1 0 0,1 3-18 15,3-3-3-15,-3 0-1 0,-4 1 0 0,3-1-9 16,-3 3 0-16,4-3 0 0,0 4 8 0,-4 2-8 0,0-3 8 16,3 1-8-16,-3 2 8 0,0 4-8 15,-3-1 12-15,-4-5-12 0,3 8 12 0,-3 4-12 0,4-3 0 16,-1 3 9-16,-3 3-9 0,0 0 0 0,0 0 9 16,0 0-9-16,0 0 0 0,0 0 0 0,0 0 0 15,0 0 0-15,0 0 0 0,4 3 0 0,0 6-9 16,-4 4 9-16,3 0 0 0,-3-4 0 0,0 0-8 15,0 1 8-15,-3-4 0 0,3 10 0 0,-4-4 0 0,0-2 0 16,4 5 0-16,-3 4 0 0,-1 0 0 0,1 0 0 16,-1-4-8-16,1 11 8 0,-1-4 0 0,-3 3 0 0,0-7 0 15,0 8 0-15,0-8 0 0,4 1 0 16,-5-3 0-16,-2 3 0 0,6-4 0 0,-3-5 0 16,4-1 0-16,-4-6 0 0,3 10 0 0,-3-4 0 0,4 1 8 15,-4-1-8-15,3-6 0 0,-3 3 0 0,3 4 0 16,-3-1 0-16,4-2 0 0,-1-4 0 0,4-3 0 15,-3 6 0-15,-4 3 8 0,0-6-8 0,0 4 0 16,0-4 0-16,0 3 0 0,3-6 0 0,-3 10 8 16,0-10-8-16,0 6 9 0,0-3-9 0,0-3 10 15,-4 0-1-15,4 6 0 0,0-6 0 0,-4 0 0 16,4-6 8-16,-3 6 2 0,-4 0 0 0,3 0 0 16,-3 0 4-16,0 0 1 0,0-3 0 0,0-3 0 15,0 6 0-15,-4-7 1 0,0 4 0 0,1 3 0 0,-1-6 3 16,0-4 1-16,1 10 0 0,-4-3 0 0,6-3-11 15,1 3-2-15,-7-3-1 0,7 6 0 0,-4 0-15 0,1 0 8 16,-1 0-8-16,4 0 0 0,0 0 0 0,0 0 0 16,3 6 0-16,1-6 0 0,3 0 0 0,0 0 0 15,-4 0 0-15,7 0 0 0,4 0 0 0,-7 0 0 16,0 0-9-16,0 0 9 0,0 0-16 0,7 0 2 16,0 0 1-16,0 0 0 15,0 0-86-15,0 0-17 0,0 0-3 0,0 0-618 16,0 0-124-16</inkml:trace>
  <inkml:trace contextRef="#ctx0" brushRef="#br0" timeOffset="44861.959">20401 11453 1209 0,'0'0'53'0,"-7"0"12"0,0 0-52 0,4 6-13 0,3-6 0 0,0 0 0 15,0 0 116-15,0 0 21 0,-8 3 4 0,8-3 1 16,0 0-108-16,0 0-22 16,0 0-4-16,0 0 0 0,11 7 16 0,-4-4 3 0,0-3 1 0,4 0 0 15,3 0 16-15,-4 0 4 0,5-3 1 0,2-4 0 16,1 7-25-16,-1-3-6 0,5-3-1 0,2 0 0 15,-3 3-7-15,4 3-2 0,-4-7 0 0,1 7 0 16,2 0-8-16,-6 0 0 0,3 0 0 0,0 0 0 16,-3-3 0-16,3 3 0 0,-7 3 0 0,4-3 0 15,-1 0 0-15,1 0 0 0,0 0 0 0,-4 0 0 16,0 0 0-16,0 0 10 0,0 0-10 0,0-3 10 16,-3 3-1-16,3-6 0 0,-4 3 0 0,5-3 0 15,-8 6-9-15,7-4 0 0,-4-2 0 0,-3 6 8 16,4 0-8-16,-4 0 0 0,-7 0 0 0,0 0 0 15,0 0 0-15,7 0 0 0,-7 0 0 0,0 0 0 16,7 10 0-16,-7-10 0 0,0 0 0 0,0 9 0 0,0 0 15 16,0-2 7-16,0 2 2 0,-3 0 0 0,-1 1-24 0,-3-4 0 15,0 4-10-15,0 2 10 0,3-3 0 0,-3 7 16 16,-3-6-2-16,-1-1 0 0,4 0-6 16,0 7-8-16,-4 0 11 0,1-4-11 0,-1 4 16 0,1-7-3 15,-4 10-1-15,3-3 0 0,-7 3 4 0,4-1 0 16,0 1 0-16,-3 0 0 0,-1 3 5 0,0-3 2 15,1 0 0-15,-1 6 0 0,-3-3-23 0,7-3 0 16,3 6 0-16,-3-7 0 0,-7 8 0 0,3-1 0 16,1-7 0-16,-1 8 0 0,4-5 0 0,-4-5 0 15,1 9 0-15,-1-3 0 0,4 0-12 0,0-3-3 16,0-7-1-16,3 10 0 0,-3-9 6 0,0 6 1 0,3-4 0 0,4 4 0 31,-3 0-143-31,-1-3-29 0,4-1-6 0</inkml:trace>
  <inkml:trace contextRef="#ctx0" brushRef="#br0" timeOffset="51862.69">17628 8662 460 0,'0'0'20'0,"0"0"5"15,0 0-25-15,0 0 0 0,-3 6 0 0,-4-6 0 16,3 4 143-16,1 2 23 0,-4 0 5 0,0-3 1 0,0 7-124 0,3-10-24 16,4 0-4-16,-7 9-2 0,0-3-18 0,0-3 10 15,3 4-10-15,-3-4 8 0,0 3-8 0,0 4 10 16,-3 5-10-16,2-2 10 0,1-4 1 0,0 7 0 16,-7 3 0-16,4-1 0 0,-1-2 8 0,4 9 1 15,-4-3 1-15,-3 3 0 0,-3 0-7 0,-1 0-2 16,0 4 0-16,1-7 0 0,-1 9 4 0,4-3 0 15,-4 0 0-15,1 1 0 0,-1 2 0 0,0-3 1 16,1 0 0-16,-1-2 0 0,4 2-1 0,-4-3-1 16,1 3 0-16,3 0 0 0,0-3 7 0,-4 4 2 15,4-4 0-15,0 3 0 0,0 6-16 0,-4-5-8 16,0 2 8-16,1-3-8 0,-1 0 0 0,0 1 0 0,1 2 0 16,3-3 0-16,-7 0 9 0,3-2-9 0,0 2 12 15,1 0-12-15,-5-3 12 0,5 3-12 0,-1 7 12 16,4-7-12-16,-4 3 0 0,1-2 0 0,3-1 0 15,-4 0 0-15,4 7 10 0,0-7-10 0,0-3 8 0,0 3-8 16,3-3 0-16,0 0 8 0,-3-6-8 0,4 9 0 16,-4-9 8-16,3 6-8 0,0-6 8 0,-3 0-8 15,4 6 8-15,-1-6-8 0,1 0 0 0,-1 6 8 16,0-7-8-16,1 8 12 0,-1-8-12 0,1 1 12 16,-1 6-12-16,0-6 0 0,1 0 9 0,-1 6-9 15,1-6 19-15,-1-4-1 0,1 4 0 0,-1 0 0 16,4-3-18-16,-4-4-16 0,1 4 4 0,-1 0 0 15,1-4 12-15,3 4 13 0,-1-7-2 0,-2 7-1 16,3-4 3-16,0-2 1 0,-4 6 0 0,8-7 0 0,-1 7-14 16,-3-4 9-16,4-2-9 0,-4 2 8 15,3 1-8-15,-3-4 0 0,-4 7 0 0,4-7 0 0,0 10 0 0,0-10 8 16,-3 7-8-16,-1-6 0 0,0 5 0 0,4-2 0 16,0-4 0-16,0 1 0 0,0-1 0 0,0-3 0 15,0 4 0-15,0-4 0 0,4-3 0 0,-5 6 8 16,5-2-8-16,-1-4 0 0,4-3 19 0,-7 9-2 15,0-2 0-15,0-4 0 0,4 3-5 0,-4 0-2 16,0-3 0-16,3 7 0 0,-3-4-10 0,3-3 8 16,1-3-8-16,3 0 8 0,-4 6-8 0,4-6 10 15,0 0-10-15,-3 0 10 0,-4 0 2 0,7 0 1 16,-7 0 0-16,7 0 0 0,-4-6 4 0,-3 6 1 0,4-3 0 16,3 3 0-16,-7-6-2 0,3 6 0 15,-3-10 0-15,4 10 0 0,-1-3-8 0,-3-3-8 0,3 6 12 0,1-6-12 16,-1 6 8-16,1-3-8 0,-1-4 0 15,1 7 0-15,-1-3 0 0,1-3 0 0,3-4 0 0,-7 7 0 16,7-3 16-16,-4-3-3 0,4-1-1 0,-3 1 0 16,-1-1 10-16,4 1 2 0,0-7 0 0,0 7 0 15,0 0-13-15,4-1-3 0,-8-6 0 0,4-2 0 16,4 8 1-16,-4-5 0 0,3 2 0 0,-3-3 0 16,0 7-9-16,4-7 12 0,-4 7-12 0,0-1 12 15,0 1-12-15,3 0 0 0,-3 2 0 0,4 4 0 16,-4 3 0-16,0 0 0 0,0 0-8 0,0-6 8 15,0 6 0-15,0 0-9 0,0 0 9 0,0 0 0 16,7 0-9-16,-7 0 9 0,0 0 0 0,0 0-9 16,0 0 9-16,0 0 0 0,0 0 0 0,0 0-8 0,0 0 8 15,0 0 0-15,0 0 0 0,3 6 0 0,-3 10 0 0,0-4-10 16,0 4 10-16,0 3 0 0,0 0-9 0,0 0 9 16,0 6 0-16,-3-7-9 0,3 8 9 0,0-8 0 15,0 7 0-15,0-6 0 0,0 0 0 0,3 0 0 16,-3-3 0-16,0-1 0 0,0-2 0 0,4 2 0 15,-4-5 0-15,0-1 0 0,0 1 0 0,3-1 0 16,1 0 0-16,-4-9 0 0,0 0 0 0,0 0 0 16,3 10 0-16,-3-10 0 0,0 0 0 0,4 9 0 15,-4-9 0-15,0 0 8 0,3 7-8 0,5-4 11 16,-8-3-11-16,7 6 12 0,0 0 14 0,3-6 3 16,4-6 1-16,-3 6 0 0,3 0-2 0,0-6-1 15,7-4 0-15,-3 7 0 0,3-6-7 0,0 2-2 0,4-2 0 16,-4-7 0-16,-7 7-18 0,4 0-17 0,0-1 3 0,3 1 1 15,0-1 37-15,-4 1 7 0,5 0 1 0,-5-1 1 16,1-6-33-16,0 7 0 0,-4-7 0 0,0 7 0 16,0-4-14-16,-4 4 0 0,1 0 0 0,3-1 0 31,-7-2-20-31,4 2-4 0,-1 1-1 0,1-1 0 16,-4 7-41-16,4-6-9 0,-4-4-2 0,3 10-600 0,1-6-120 0</inkml:trace>
  <inkml:trace contextRef="#ctx0" brushRef="#br0" timeOffset="56698.138">15861 11594 633 0,'0'0'28'0,"0"0"6"0,0 0-34 0,0 0 0 0,0-6 0 0,3 6 0 16,-3 0 121-16,0-10 18 0,0 10 3 0,0-3 1 15,0 3-108-15,0-6-22 0,0 0-4 0,0 6-1 16,-3-3-8-16,3 3 0 0,0 0 0 0,-4-7 0 16,-3 7 0-16,4-3-14 0,-1-3 5 0,4 6 1 15,0 0 8-15,-7 0 11 0,0-3-3 0,0-3 0 16,4 6 13-16,3 0 3 0,0 0 0 0,-4-4 0 15,-3-2 48-15,0-3 11 0,3 9 1 0,-3-10 1 16,0 4-10-16,-3-3-3 0,3 9 0 0,-4-10 0 16,0 10-12-16,4-3-4 0,-7-3 0 0,4 6 0 0,-4-3-43 0,0 3-13 15,-1 0 0-15,-2 0 8 0,3 0-8 16,-4 3 8-16,4-3-8 0,-4 6 8 0,1-3-8 0,3 4 0 16,-8-4-11-16,5 6 11 0,-4-3 0 0,-1 4 0 15,5-1 11-15,-4 1-3 0,-4-1-8 0,4 0 0 16,-4 7 0-16,4-7 0 0,0 7 0 0,3-3 17 15,4 2-2-15,0 10-1 0,0-6-14 0,-4 0 0 16,0 6 0-16,1-3 0 0,-1 3 0 0,4 3 0 16,0-3 0-16,0 4 0 0,-4-4 0 0,4 9 0 15,0-5 0-15,3 5 0 0,-3 1 0 0,4-7 0 16,-1 6 0-16,4-6 0 0,0 10 0 0,3-3 0 0,-3-7 0 16,4-3 0-16,3 3 0 0,0-3 0 0,3 0 0 15,1-6 0-15,3 0 0 0,0 0 0 0,0-10 8 16,4 7-8-16,-1-1 0 0,4-2 0 0,4 3 0 0,0-4 0 15,-1 1 0-15,1-1 0 0,3-2 8 0,4-1-8 16,3-3 12-16,4-2 0 0,3 2 0 0,0-6 0 16,1 0-12-16,-5 0 0 0,5 0 0 0,-5-6 0 15,5 2 0-15,-1-2 9 0,0-3-9 0,0-1 12 16,1 1-4-16,-1 0-8 0,-7-1 12 0,4-6-4 16,3 4 8-16,-3-4 0 0,0 1 1 0,-4 2 0 15,0-3-2-15,0-3-1 0,-3-6 0 0,0 7 0 16,0-7 3-16,-4 6 1 0,0-10 0 0,0 4 0 15,-3-3 1-15,-1 0 0 0,1-7 0 0,-4 10 0 16,-3-3-3-16,-1 0 0 0,-3 3 0 0,0-3 0 16,-3 3 8-16,3-1 2 0,-7-2 0 0,0 3 0 0,-4 3-10 15,1-3-1-15,-1 0-1 0,-3 6 0 0,0-6-14 16,0 3 9-16,-3 3-9 0,-1-3 8 0,-3 4-8 16,0-1 0-16,0 3-10 0,-4 7 10 0,0-4-15 0,-3-3 3 15,0 7 1-15,0-7 0 0,0 7 11 0,0 0 0 16,-1 5 0-16,-2-2 0 0,3-3-11 0,-1 9 0 15,1 0 0-15,4 0 0 16,-5 0-33-16,1 0-8 0,4 9 0 0,-5-9-1 16,1 10-87-16,4-1-18 0,3 0-3 0,-4 1-731 0</inkml:trace>
  <inkml:trace contextRef="#ctx0" brushRef="#br0" timeOffset="59489.955">14781 12783 759 0,'0'0'33'0,"0"0"8"0,0 0-33 0,0 0-8 15,0 0 0-15,0 0 0 0,0 0 44 0,0 0 6 16,0 0 2-16,0 0 0 0,0 0-3 0,0 0 0 16,0 0 0-16,0 0 0 0,0 0-4 0,0 0-1 15,-7 0 0-15,0 6 0 0,-3-3-10 0,3-3-2 0,0 9-1 0,0-9 0 16,-1 10 9-16,1-4 3 15,7-6 0-15,-7 3 0 0,0 7-15 0,-3-4-2 0,6 3-1 16,-3 1 0-16,0-1-14 0,0 1-3 0,4-1-8 0,-5 0 12 16,1 7 4-16,0 0 0 0,-3-4 0 0,3 4 0 15,0 3 2-15,-4-4 1 0,0 4 0 0,1 0 0 16,-1 0 1-16,-3 6 1 0,4 0 0 0,-4-3 0 16,-1 9 3-16,-2-9 0 0,3 10 0 0,0-4 0 15,-4-3 2-15,0 3 1 0,4 0 0 0,-3 1 0 16,2-4-17-16,1 3-10 0,-3 0 12 0,-1 4-12 15,4-4 13-15,-7 0-4 0,3 6-1 0,-3-5 0 16,0 5 0-16,3-6 0 0,-3-3 0 0,0 10 0 16,7-7-8-16,-4 7 0 0,0-7 0 0,1 0 0 15,-1-3 10-15,0 3 0 0,1-2 0 0,-1 2 0 16,4-3 6-16,-4 0 2 0,4-3 0 0,-3 3 0 16,3 0-4-16,-1-6-1 0,5 0 0 0,-4 6 0 0,3-6 0 15,1-1 0-15,-4 1 0 0,6-3 0 0,-6 3-5 16,4 0-8-16,-1-4 11 0,1 4-11 0,-1 0 9 0,0-3-9 15,1 2 0-15,-1 1 9 0,1-3-9 0,-1 3 0 16,1-1 0-16,-5 1 0 0,5-3 15 0,-1 0-3 16,-3-4 0-16,4 4 0 0,-1-7 10 0,0 10 2 15,1-10 0-15,-1 7 0 0,-3-6-10 0,7 5-2 16,4-2 0-16,-5 2 0 0,-2-5-12 0,-1-1 0 16,4 10 8-16,-3-10-8 0,-1 1 0 0,0 6 0 15,4-7 0-15,0 7 0 0,-3-7 0 0,3 0 8 16,-4 1-8-16,4-1 0 0,0 1 0 0,-4-1 0 15,4-3 8-15,0 4-8 0,-3-1 0 0,3 1 8 0,0-1-8 16,0 0 0-16,-4 1 15 0,4-1-3 0,0 1-1 0,0-4 0 16,0 3-11-16,0 1 10 0,3-1-10 0,-3 1 10 15,4-1-10-15,-4-3 0 0,3-3-10 0,1 4 10 16,-5 2 0-16,1-3 20 0,4 4-4 0,-1-7 0 16,1 3-6-16,3-6-2 0,-7 3 0 0,7-3 0 15,0 0 0-15,-4 10 0 0,1-10 0 0,3 0 0 16,-7 6 0-16,7-6 0 0,0 0 0 0,-4 3 0 15,4-3-8-15,0 0 0 0,0 0 0 0,0 0 0 16,0 0 0-16,0 0 0 0,0 0 0 0,0 0 0 16,0 0 0-16,0 0 0 0,0 0 0 0,0 0-11 15,0 0 11-15,0 0 0 0,0 0 0 0,0 0 0 16,0 0 11-16,0 0-3 0,0 0 0 0,0 0 0 0,0 0-8 16,0 0 10-16,0 0-10 0,0 13 10 15,0-13-10-15,0 0 0 0,0 0 0 0,-3 3 0 16,3-3 0-16,0 0 0 0,0 9 0 0,0-9 0 0,3 10 0 0,-3-10 0 15,0 0 0-15,-3 9 0 0,3-9 0 0,0 0 0 16,0 0 0-16,0 9 0 0,-4-2 0 0,4-7 0 16,0 0 0-16,0 9 0 0,-3-3 0 0,3-6 0 15,0 0 0-15,0 0 0 0,0 3 0 0,0-3 0 16,0 0 0-16,-4 10 0 0,4-10 0 0,0 0 0 16,0 0 0-16,0 9 0 0,0-9 0 0,0 0 0 15,0 7 0-15,-4-4 0 0,4-3 0 0,0 0 0 16,-3 6 0-16,3-6 0 0,0 0 0 0,-4 9 0 15,4-9 0-15,0 0 0 0,0 0 0 0,0 0 0 0,0 0 9 16,0 0-9-16,0 0 0 0,0 0 9 16,-7 0-9-16,7 0 0 0,0 0 12 0,0 0-4 0,0 0 0 15,0 0-8-15,-7-6 16 0,7 6-3 0,0 0-1 16,-3-3 0-16,3 3 5 0,-4-6 1 0,1 6 0 0,-4-3 0 16,3-4-18-16,-3 4 0 0,7-3 8 0,-3-4-8 15,-1 7 0-15,1-3 0 0,-1-3 0 0,0 2 0 16,4-2 9-16,-3-4-1 0,-1 4-8 0,4-7 12 15,0 1-12-15,0 2 0 0,-3-6 0 0,6-3 0 16,-3 4 0-16,4-1 0 0,-1-6 0 0,5 6 0 16,-5 0 0-16,4-6 0 0,0 6 0 0,-3 7 0 15,3-10 0-15,0 9 0 0,0-3 0 0,-4-2 0 16,4 2 0-16,-3 6 0 0,-1-2 0 0,1-4 0 16,-4 7 0-16,4 3 0 0,-4 2 0 0,0-2 0 0,0 6 0 15,0 0 0-15,0 0 0 0,0 0-10 0,0 0-2 0,0 0-1 16,0 0 0-16,0 0 0 0,0 0-1 15,-4 10 0-15,4-1 0 0,-4 7 0 0,4-1 6 0,0-2 8 16,0 3-13-16,0 2 5 0,4 7 8 0,-4-6 0 16,-4 10 0-16,4-4 0 0,-3 3 0 0,3-3-8 15,-7 3 8-15,3 0 0 0,-3-3 0 0,4 1 0 16,-1-8 0-16,1 1 0 0,-1 0 0 0,1-3 0 16,-1 2 0-16,4-2 0 0,-3-6 0 0,3-1 0 15,3 0 0-15,1 1 0 0,-1-1 0 0,4-3 0 16,0-2 0-16,0 2 0 0,4-3 8 0,3-3 0 15,-3 0 0-15,3 0 0 0,3 0 1 0,1 0 1 16,3-3 0-16,0-3 0 0,4 2-10 0,0-5 10 16,3 0-10-16,-3-4 10 0,-4 4-2 0,4 6 0 0,-1-7 0 15,1 4 0-15,0-4-21 0,-1 10-5 0,-3-9-1 0,4 9 0 32,-4 0-65-32,1 0-12 0,-8 0-4 0,3 6 0 15,1-3-144-15,-4 4-28 0</inkml:trace>
  <inkml:trace contextRef="#ctx0" brushRef="#br0" timeOffset="60467.725">12090 16025 1630 0,'0'0'72'0,"0"0"16"0,0 0-71 15,0 0-17-15,0 0 0 0,0 0 0 0,0 0 67 0,0 0 9 0,0 0 3 0,0 0 0 16,-4 6-19-16,4-6-4 0,0 0-1 0,0 0 0 15,0 0-34-15,0 0-6 0,0 0-2 0,7 10 0 16,4-4-13-16,-1-3 0 0,1-3 0 0,3 6 0 16,0-2 12-16,0 2-4 0,0-6-8 0,4 3 12 15,-4 3 0-15,4-3 0 0,-4 4 0 0,0-7 0 16,4 6 0-16,-1-3 0 0,1-3 0 0,0 6 0 16,3-3 2-16,-4-3 0 0,1 0 0 0,0 0 0 15,-4 0-4-15,3 7-1 0,5-7 0 0,-5 3 0 16,-3-3-9-16,0-3 0 0,4 3 0 0,-4 0 8 15,0-7-8-15,0 7 8 0,1-3-8 0,-1-3 8 0,0-3-20 16,3 9-5-16,-2-10-1 0,2 4 0 16,-3 3-22-16,0-7-4 0,0 4 0 15,1-3-1-15,-8-1-116 0,7 1-23 0,-4 3-5 16,1 2-1-16</inkml:trace>
  <inkml:trace contextRef="#ctx0" brushRef="#br0" timeOffset="61251.106">12929 15818 1364 0,'0'0'60'0,"0"0"13"0,0 0-58 0,0 0-15 0,7-3 0 0,0-3 0 16,4-4 32-16,0 1 3 0,-4 3 1 0,0-4 0 15,7 7 3-15,-4-6 1 0,-3-1 0 0,4 4 0 0,0-3-7 0,-4 2-1 16,3-2 0-16,-3 6 0 15,0-4 18-15,0 4 3 0,4-3 1 0,0 3 0 16,-4-3-17-16,-4 2-3 0,8-2-1 0,-4 0 0 0,-4 3-13 0,8 3-2 16,-4 0-1-16,4-6 0 0,-1 6 3 0,1 0 1 15,-4 0 0-15,0-4 0 0,3-2 15 16,1 6 4-16,-4 0 0 0,4-3 0 0,-4-3-1 0,3 6 0 16,-3 0 0-16,0 0 0 0,4 0-31 0,-4 0-8 15,-7 0 0-15,7 6 0 0,0-3 0 0,4-3-8 16,-8 10 8-16,4-4-12 0,-3 9 12 0,3-2 8 15,0 3-8-15,-4-4 11 0,1 13-11 0,0-6 0 16,-1-3 0-16,-3 9 0 0,0-6 8 0,0 0 0 16,-3 6 0-16,3-3 0 0,-4 3-8 0,-3 3 0 15,0-3 0-15,0 0 0 0,-4-3 8 0,1 3 0 16,-1 0 0-16,-3 3 0 0,-4 7 0 0,1-7 0 0,-1 7 0 16,0-1 0-16,4-6-8 0,-7 10 0 0,-4-13 0 15,4 3 8-15,0 4-8 0,0-4 12 0,0-9-12 16,3 6 12-16,-3-6 5 0,3-1 2 0,1-2 0 0,3-3 0 15,-1-4-8-15,5-9-2 0,-4 6 0 0,3-3 0 16,-3-3-1-16,4-3 0 0,-1-3 0 0,4 6 0 16,-4-9-8-16,4-1 0 0,-3 1 0 0,3-10 0 15,3 3 0-15,-3 4 0 0,3-4 0 0,1-3-11 16,-1 4 11-16,4-4 0 0,0 9 0 0,4-5 0 16,-4 5 0-16,3 1 0 0,5-1 0 0,-8 10 0 15,7-3-18-15,3-3-2 0,4 3 0 0,0 3 0 16,4 0 20-16,0 0 9 0,3 0-1 0,0 3 0 0,0-3-8 15,0 9 0-15,4-2 0 0,0-4 0 0,-4 6 18 0,4-2 2 16,-4 2 0-16,3 0 0 0,-2 7-7 0,-1-7-1 16,3 4 0-16,-6 3 0 0,3-7-12 0,-3 10 8 15,3-10-8-15,0 7 0 0,-3 0 10 0,0-4-10 16,3-2 10-16,-4-1-10 0,1 7 0 0,0-7 0 16,3 1 0-16,0-4 0 0,0 3-8 0,0-6-8 15,0 4-2-15,4-7-806 16,-4 3-162-16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3T13:44:13.973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21314 3861 748 0,'0'0'33'0,"0"0"7"0,3-6-32 0,-3 6-8 16,6-2 0-16,-6 2 0 0,0 0 56 0,0 0 8 15,0 0 3-15,0 0 0 0,0 0-16 0,0 0-3 16,0 0-1-16,2 8 0 0,-2 0-12 0,0-1-3 16,-2 2 0-16,-1 3 0 0,0 4-5 0,0 0-2 15,-3-2 0-15,0 2 0 0,0 7 11 0,1-1 1 16,-1 1 1-16,-3 7 0 0,3 1 10 0,-6 6 1 15,1 0 1-15,-1 0 0 0,0 3-6 0,-3 4 0 16,1-7-1-16,-4 8 0 0,-2-8-24 0,3 9-5 16,2-7-1-16,0-2 0 0,-5 0-3 0,8-8-1 15,3 8 0-15,3-13 0 0,1-1 15 0,-4-1 4 16,0-1 0-16,6-5 0 0,9 0-43 0,-6-8-8 0,-6 0-1 16,3-1-1-1,3-7-108-15,0 0-22 0,0 0-4 0,0 0-1 0</inkml:trace>
  <inkml:trace contextRef="#ctx0" brushRef="#br0" timeOffset="1">21656 3959 403 0,'0'0'36'0,"0"0"-36"0,6-6 0 0,-2 3 0 16,1-2 84-16,1-3 9 0,3 0 3 0,0 1 0 15,-4-2-35-15,1 2-6 0,3 2-2 0,-3-4 0 16,0 2 21-16,2-2 4 0,-2 2 1 0,3-1 0 15,0 0-32-15,0 3-7 0,0-4 0 0,2 7-1 16,-2-3-27-16,0 5-4 0,0-3-8 0,-3 3 11 16,0-5-11-16,-1 5 12 0,4 5-12 0,-4-2 12 15,-5-3 7-15,6 5 1 0,3-3 1 0,-6 7 0 16,4-4 2-16,-5 3 0 0,1 0 0 0,0-1 0 16,3 2-9-16,-6 3-2 0,3-3 0 0,-3 7 0 15,2-1 0-15,-2-2-1 0,0 9 0 0,-2-4 0 16,-1-2-2-16,0 10 0 0,3-1 0 0,-6 3 0 15,1 2-9-15,-8-4 10 0,5 3-10 0,-4 0 10 0,1 3-10 16,-4-3 0-16,0 3-12 0,1-4 12 0,-1-4 0 16,0 6 20-16,1-7-3 0,-1 3 0 0,3-7-9 0,-3 2-8 15,4 1 9-15,-1-7-9 0,0 1 16 0,-3 0-2 16,4-2-1-16,-3 1 0 0,2-2 1 0,0-2 0 16,0-3 0-16,-2 5 0 0,2-5-14 0,0-3 11 15,0-2-11-15,1 2 10 0,2-2-10 0,-2-3 10 16,2 0-10-16,-1 0 10 0,5-3-10 0,-4-2 12 15,3 5-12-15,1-3 12 0,-1-2-20 0,3-3-4 16,3 0-1-16,0 3 0 0,0 2 13 0,3-4 0 16,-1 1-10-16,4-2 10 0,3 0 0 0,-3 0 0 15,2 1-9-15,5-2 9 0,-5 4 0 0,1 2 12 16,0-2-1-16,2 2-1 0,-2 3-2 0,0 3 0 16,3 2 0-16,0-2 0 0,-4 2 3 0,4 4 0 0,-3-2 0 15,2 1 0-15,-2 0 8 0,3 0 1 0,-4 0 1 16,5 5 0-16,-2-5-13 0,1 0-8 0,0 0 8 0,-1 5-8 15,1-5 17-15,-3 5-1 0,3-5 0 0,-1 2 0 16,-5-1-16-16,3-2 10 0,-1 7-10 0,2-6 8 16,-5 0-8-16,1 0 0 0,0-1 0 0,0 7 0 15,0-6-22-15,-3 5 0 0,-1-5 0 0,2 2 0 16,2 4-193-16,-1 2-38 0,-2-4-8 16,0 4-2-16</inkml:trace>
  <inkml:trace contextRef="#ctx0" brushRef="#br0" timeOffset="2">17419 6876 403 0,'0'0'36'0,"0"0"-36"0,0 0 0 0,0 0 0 15,0 0 111-15,0 0 15 0,-4-5 3 0,4 5 1 16,0 0-38-16,-2-2-7 0,-1-4-1 0,3 6-1 16,0 0-23-16,0 0-5 0,0 0-1 0,0 0 0 15,0 0-21-15,0 0-4 0,0 0-1 0,0 0 0 16,0 0 8-16,0 0 2 0,0 6 0 0,0 1 0 15,0 2-11-15,-3 4-3 0,-3-3 0 0,3 4 0 16,1-4 3-16,-4 11 0 0,-3-5 0 0,3-3 0 16,0 11-27-16,0-8 0 0,-3 5 0 0,1 0 0 15,-1-5 0-15,0 8 8 0,0-8-8 0,3 5 0 16,1-5 10-16,-1 0-10 0,0-4 12 0,0 4-12 16,3-7 16-16,3-2-4 0,0 1-1 0,0-2 0 0,3 2-11 15,3-1 10-15,-6-7-10 0,6 6 10 0,2-3-1 16,1-3 0-16,0 0 0 0,3 0 0 0,0 0-9 15,-1 0 10-15,1-3-10 0,3 3 10 0,5-6-10 0,0-1 0 16,4 4 0-16,-1-2 0 0,1-3 0 0,-4 2 0 16,1-1 0-16,-1 4 0 0,0-3-11 0,-2-1-7 15,-3-2-2-15,-4 7 0 16,1-3-140-16,-6 0-28 0</inkml:trace>
  <inkml:trace contextRef="#ctx0" brushRef="#br0" timeOffset="3">17714 6734 460 0,'0'0'41'0,"0"0"-33"0,0 0-8 0,0 0 0 16,0 0 184-16,0 0 36 0,0 0 6 0,0 0 2 16,6 8-154-16,-3 0-30 0,3 8-7 0,-3-4-1 15,-3-1 21-15,0 10 4 0,0-5 1 0,-3 13 0 16,3-5-18-16,-6 5-3 0,0 6-1 0,1-1 0 16,-1 3-9-16,-1 0-3 0,-1 8 0 0,-1-3 0 15,0-2 6-15,-2 5 1 0,2 0 0 0,-3 0 0 16,1-6 1-16,-1 3 0 0,0-2 0 0,0-3 0 0,0-5-12 15,4 5-1-15,-4-8-1 0,6 3 0 0,-3-3-14 16,4-6-8-16,-1-2 10 0,0 4-10 0,6-4-9 0,-3 0-8 16,3-11-2-16,3 3-631 15,-1 4-126-15</inkml:trace>
  <inkml:trace contextRef="#ctx0" brushRef="#br0" timeOffset="4">20588 4778 57 0,'12'0'0'0,"-6"0"0"0,-6 0 0 0,6 0 0 15,0-6 0-15,-6 6 0 0,0 0 158 0,6 0 26 16,2-2 6-16,-8 2 1 0,-3-5-105 0,3 5-21 16,0 0-4-16,0 0-1 0,0-3 20 0,0 3 3 15,0 0 1-15,6-5 0 0,-6 5 0 0,0 0 0 16,0 0 0-16,0 0 0 0,6 0-46 0,-6 0-9 15,-3 0-1-15,-6 0-1 0,0 0 8 0,7 5 1 16,2-5 1-16,-9 3 0 0,-6 2-22 0,6-3-5 16,9-2-1-16,-3 0 0 0,-9 9-9 0,7-9 10 15,5 0-10-15,-9 5 10 0,0 2-10 0,-2 2 0 16,-4-2 0-16,9 2 8 0,3-2 0 0,-8-2-8 0,-7 9 12 16,3-3-4-16,4-4 8 0,-7 7 0 0,-2-4 1 15,-1 4 0-15,4-1-4 0,-4 2-1 0,1-1 0 16,-4 2 0-16,-2 0-12 0,2-1 0 0,-2 1 0 0,2-3 0 15,-5 3 14-15,0 0-3 0,3 0-1 0,-1-3 0 16,-2 8-10-16,0-2 0 0,-7-1 0 0,5 1 0 16,1-3 0-16,4 2-11 0,-6-2 3 0,2 0 0 15,4 0 8-15,0-3 0 0,-1 3 0 0,1 0 0 16,0-1 0-16,-1-1 11 0,4-3-3 0,-3 1 0 16,5 4-8-16,-2-2 0 0,-4-2 0 0,4-1 0 15,5 3 0-15,-2-4 0 0,0 3 0 0,2 1 0 16,-2-4 0-16,2 6-11 0,0-2 11 0,-5-7-8 15,2 9 8-15,4-2 0 0,-3-2 8 0,-1-1-8 16,3 2 0-16,1-2 0 0,-1 2-10 0,0-5 10 16,4 5 0-16,-1-2 8 0,4 2 0 0,2-5 1 0,-3 5-9 15,0-5 0-15,-3 0 0 0,1 0 0 0,3 0 0 0,-4 5-11 16,0-5 11-16,3 0-12 0,-2 0 12 0,3 0 8 16,-2-1-8-16,1 2 11 0,1-2-11 15,-1 2-11-15,1-4 3 0,-1 2 0 0,0 2 8 16,1-2 0-16,2 2-9 0,-3-1 9 0,3-3 0 0,-3 3 15 15,1 0-3-15,-1-3 0 0,0 3-12 0,3 0-16 16,-2-1 3-16,2-3 1 0,-6 3 12 0,4 7 0 16,-1-7 0-16,1-2-9 0,-4 6 18 0,3-3 4 15,0-2 1-15,1 1 0 0,-1 1-14 0,0 0 0 16,6 0 0-16,0 0 0 0,-5 0-14 0,2 3-6 16,-2-3 0-16,2-1-1 0,-1 2 21 0,2-2-9 15,-3-4 9-15,-1 5 0 0,3-3-8 0,0 3 8 16,-3 0 0-16,4-3 0 0,-1 4-8 0,0-7 8 0,-3 6 0 15,4-3 0-15,-2 3 0 0,2 0 0 0,-3-3 0 0,1-2 0 16,1 5 0-16,-2-1 0 0,2-1 0 16,0-3 0-16,-2 7 0 0,1-8 0 0,2 7 0 0,-1-4 0 15,1-2 0-15,-1 5 0 0,0-8 0 0,3 5 0 16,0-2 0-16,0 2 0 0,0 0 0 0,0-2 0 16,1 2 0-16,2-2 0 0,-6 2 0 0,7-2 0 15,-8-3 0-15,5 5 0 0,-1-2 0 0,-3-3 0 16,0 7 0-16,4-7 0 0,-1 6 0 0,0-6 0 15,-3 8 0-15,6-8-10 0,0 5 10 0,-3-2-12 16,3-3 12-16,-3 0 16 0,-2 5-4 0,8-5-1 0,0 0-11 16,-3 0 10-16,-6 0-10 0,9 0 10 0,0 0 5 15,0 0 1-15,-6 0 0 0,6 0 0 0,0 0-16 0,0 0 0 16,0 0 0-16,0 0-10 0,0 0 10 0,0 0 0 16,-6 0 8-16,6 0-8 0,0 0 0 0,-6 3 0 15,0-3 0-15,6 0 0 0,-6 0 0 0,6 0 0 16,-5 0 0-16,5 0 0 0,0 0 0 0,-6 0 0 15,-3-8 0-15,6 5 0 0,1-2 17 0,-2-3 3 16,4 2 0-16,0-4 0 0,0 2-1 0,0-5 0 16,4 0 0-16,-2 5 0 0,1-3-19 0,-3-3 0 15,6-1 8-15,-3 2-8 0,0 5 0 0,3-8-9 16,0 8 1-16,-1-5 0 0,-2 2 8 0,0-2 14 16,-6-2-3-16,3 9-1 0,3-4-10 0,3-4 0 15,-3 6 0-15,3-5-11 0,-3 10 11 0,3-4 0 16,-3-2 0-16,-1 4 0 0,-2 5 0 0,4-8 0 15,-2 0 0-15,-2 8 8 0,0 0-8 0,0 0-13 0,0 0 3 16,0 0 1-16,0 0-3 0,0 0 0 0,0 8 0 0,-2 0 0 16,-4 0 0-16,3 0 0 0,-3 5 0 0,0 1 0 15,6 2 3-15,-3-6 0 0,0 8 0 0,3-2 0 16,-3-5 9-16,0 10 0 0,0-5 0 0,0-1 0 16,-2 4 0-16,-1-3 0 0,0 0 0 0,0 0 0 15,0 5 0-15,3-5 0 0,-3 0 0 0,3-1 0 16,-3-6 8-16,4 3 0 0,-4-3 0 0,3 3 0 15,3-8-8-15,0-4 0 0,-3 7 0 0,3-7 0 16,0 0 0-16,0 5 0 0,0-5 10 0,3 3-10 16,-3-3 28-16,9 6 0 0,-1-6 0 0,1 2 0 15,3 3-15-15,-3-5-3 0,2 0-1 0,1 0 0 0,3 0 5 16,-1 0 1-16,4 0 0 0,0 0 0 0,-4 0-7 0,3 0 0 16,-2 0-8-16,0 0 12 0,-3 0-4 15,-1 0-8-15,4 0 11 0,-3 0-11 0,-4 0 12 0,4 0-12 16,-3-5 12-16,-1 3-12 0,-1 2 0 0,1-6 0 15,-2 6 0-15,0 0 0 16,0-3-104-16,3-2-25 0,-3 5-5 0</inkml:trace>
  <inkml:trace contextRef="#ctx0" brushRef="#br0" timeOffset="5">22576 4913 1072 0,'0'0'48'0,"0"0"9"0,0 0-45 0,0 0-12 0,0 0 0 0,0 0 0 16,0 0 16-16,0 3 2 0,0-3 0 0,5 7 0 16,1-2 26-16,0-5 4 0,2 9 2 0,2-9 0 15,-5 0-14-15,4 5-4 0,-3-3 0 0,3-2 0 16,2 5-20-16,-2-5-12 0,0 4 12 0,0 1-12 15,-3-3 30-15,3 6-1 0,2-2 0 0,-2 1 0 16,0 1-29-16,0 0 0 0,-1 0 0 0,4 0 0 16,-3 0 12-16,0-3-4 0,3-2-8 0,-1 7 12 15,3-2-12-15,1 0 0 0,3 3 0 0,-1-6-10 16,1 3 10-16,0 0 9 0,-1 0-1 0,-2 6-8 16,3-7 17-16,-1 1-3 0,0 0-1 0,-2 0 0 0,3 0 0 15,-1 5 0-15,1-5 0 0,-1 0 0 0,1 0-13 16,2 0 8-16,1-1-8 0,0 2 0 0,-4-2 9 0,3 7-9 15,1-6 8-15,-1 5-8 0,1-3 12 0,-1-1-2 16,-2 4-1-16,2 0 0 0,1-2 11 16,-1 1 1-16,-2 4 1 0,2-2 0 0,1-3-7 0,0 1-2 15,-2 4 0-15,2-2 0 0,2 1-5 0,-2 1 0 16,2-2-8-16,-2-3 12 0,0 1-12 0,2 2 8 16,0-4-8-16,1 6 0 0,-4-3 16 0,4 3-4 15,-7-3 0-15,4 3 0 0,2 0-2 0,-6 0-1 16,2-3 0-16,-2 3 0 0,0 0-9 0,1-3 10 0,-3 3-10 15,2-1 10-15,-2 1-2 0,-1-2 0 0,4 2 0 16,0-4 0-16,-4 4 0 0,3 0-8 0,2-2 12 16,-2 2-4-16,1-1-8 0,-3-1 0 0,4-3 0 0,2 1 0 15,-3 4 0-15,-1-2 0 0,-2-4 0 0,2 3 0 16,1 1 0-16,-1-4 0 0,1-2 0 0,-3 5 0 16,2 1 8-16,-2-4-8 0,0 3 0 0,-1-4 8 15,-2 6-8-15,3-2 10 0,-4-4-10 0,1 1 10 16,-1 1-10-16,1-1 0 0,3-2 0 0,-3 0 8 15,-1-1-8-15,-2-1 10 0,3 2-10 0,-1-1 10 16,1 2-1-16,0-1 0 0,-3-3 0 0,2-2 0 16,1 5-1-16,-3-3-8 0,3 3 12 0,-4-8-4 15,1 8-8-15,0-3 0 0,3-2 9 0,-4 2-9 16,-4-2 20-16,1 4-1 0,1-7 0 0,3 6 0 16,0 2-19-16,0 0 0 0,-1-8 0 0,1 8 0 0,-1-3 0 15,2-3 0-15,-1 7 8 0,2-4-8 0,-2-3 0 0,2 3 0 16,-5 4 0-16,3-4 0 0,0-3-9 0,-3 7-6 15,0-4-1-15,2-3 0 0,-4 3 16 0,1-2 0 16,1 3 0-16,-6-6 0 0,6 0 0 0,-6 0 13 16,6 7-4-16,0-1-1 0,-6-6 1 0,9 3 0 15,-4-3 0-15,1 7 0 0,-6-7-9 0,9 0 10 16,-9 0-10-16,9 6 10 0,-3-4-10 0,-6-2 0 16,9 0 0-16,-4 0 8 0,-5 0-8 0,9 6 0 15,-9-6 0-15,0 0 0 0,0 0 0 0,0 0 8 16,6 2-8-16,-6-2 0 0,0 0 8 0,0 0-8 0,0 0 8 15,0 0-8-15,0 0 24 0,0 0 0 0,0 0 0 16,0 0 0-16,0 0-11 0,0 0-2 0,0 0-1 0,0 0 0 16,5 0-10-16,-5 0 0 0,0 0 0 15,0 0 8-15,0 0 3 0,0 0 0 0,6 0 0 0,-6 0 0 16,0 0-11-16,0 0 12 0,0 0-12 0,0 0 12 16,0 0-12-16,0 0 0 0,4-8 9 0,-4 8-9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0-15,-4-6 0 0,4 6 0 0,0-7 7 0,0 4 0 16,-2-8 1-16,2 9 0 0,0-7-5 0,0 4 0 16,-4-2-1-16,4-2 0 0,0 2-15 0,-2-2 11 15,2 2-11-15,0-1 10 0,0 0-10 0,-3-5 0 16,0 5 9-16,3-6-9 0,0 7 0 0,-3-4 0 16,3 3 0-16,-3-5 8 0,0 0-8 0,0 5 0 15,3-3 0-15,0-2 0 0,-3 5 0 0,3-5 0 16,-2 5 0-16,2 0 0 0,-4 0 0 0,4 0 0 15,-2 0 0-15,2 3 0 0,-3 3 0 0,3 2 0 0,-3-6 0 16,3 6 0-16,0 0 0 0,0 0-12 0,0 0 12 0,0 0-12 16,0 0 0-16,0 0-1 0,0 0 0 0,0 0 0 15,0 8 2-15,0 5 1 0,0-5 0 0,0 0 0 16,0 5 10-16,0-5-8 0,3 0 8 0,0 5-8 16,-1-5 8-16,2 0 0 0,-4 3 0 0,2-6-8 15,1 3 8-15,-3 0 0 0,3 0 0 0,0 0 0 16,-3 0 0-16,3-1 0 0,-3 2 0 0,3 1 0 15,0-2 0-15,0 0 0 0,-3 0 0 0,0-5 0 16,2 4 0-16,-2 4 0 0,4-3 0 0,-2-6 0 16,2 7 0-16,-2-2-8 0,-2-7 8 0,7 8-8 15,-5-2-5-15,1 1-1 0,-3-7 0 0,3 6 0 16,-3-6 3-16,0 0 1 0,0 0 0 0,3 8 0 16,-3-8 10-16,0 2 0 0,0-2 0 0,0 8 0 15,0-8 0-15,0 0 0 0,-3 8 0 0,0-2 0 0,3-6 0 0,-5 2 0 16,-2 3 0-16,1-5 0 0,0 9 0 0,4-9 0 15,-7 5 0-15,3-3 8 0,0-2-8 16,0 9 0-16,-2-4 0 0,1-3 0 0,2 3 0 16,-4-2 0-16,0 3 0 0,1-6 0 0,-4 7 0 0,3-7 8 15,-2 9-8-15,-4-2 8 0,0-2 3 0,1 4 1 16,-4-2 0-16,1 1 0 0,2-2 2 0,-3 1 1 16,1 2 0-16,2-2 0 0,0-4-7 0,1 5-8 15,-1 0 11-15,0-3-11 0,1 3 9 0,2 0-9 16,1-8 0-16,-2 8 9 0,5-2-9 0,2-4-12 15,0-2 2-15,1 0 1 16,5 0-115-16,0 0-22 0,0 0-5 0,0 0-541 16,0 0-108-16</inkml:trace>
  <inkml:trace contextRef="#ctx0" brushRef="#br0" timeOffset="6">25192 6766 57 0,'0'0'0'0,"0"0"0"0,0 0 0 0,0 0 0 15,0 0 137-15,0-9 23 0,-3 2 4 0,3 7 0 16,0-8-2-16,0 2-1 0,0 6 0 0,3-2 0 15,-3-6-25-15,0 8-4 0,3-6-2 0,-3 6 0 16,0 0-26-16,0 0-6 0,0 0-1 0,0 0 0 16,0 0-49-16,0 0-11 0,0 0-1 0,0 0-1 15,0 0-15-15,0 0-4 0,-3 9 0 0,0-2 0 16,0 7-3-16,-3-1-1 0,-2-3 0 0,4 4 0 16,-4 2 1-16,2-4 0 0,0-1 0 0,-3 3 0 15,0 1-2-15,3-1-1 0,0-7 0 0,1 9 0 16,-1-7-10-16,0 3 0 0,4-1 9 0,-2-3-9 0,2 3 0 15,2-1 8-15,-4-4-8 0,2 1 0 0,2-7 0 16,0 3 0-16,0-3 0 0,2 8 8 0,-2-8-8 0,4 5 0 16,-4-5 0-16,0 0 8 0,6 8-8 0,-6-8 8 15,2 0-8-15,7 6 8 0,-3-4-8 0,0-2 11 16,2 0-11-16,1 0 12 0,0-2-12 0,-3 2 8 16,2-6-8-16,4 6 8 0,-3-5-8 0,3 2 0 15,-1 3 0-15,1-5 0 0,0 5 0 0,3-3-12 16,-4-2 4-16,4 5 8 15,-3-3-36-15,-1 3 0 0,1-5 0 0,0 3 0 16,-7 2-128-16,1 0-24 0,0 0-6 0</inkml:trace>
  <inkml:trace contextRef="#ctx0" brushRef="#br0" timeOffset="7">25429 6697 1209 0,'0'0'53'0,"0"0"12"16,0 0-52-16,-3 8-13 0,-3-8 0 0,3 8 0 15,-3-3 120-15,4 6 22 0,-4-4 4 0,3 7 1 0,-6 2-79 0,3 0-15 16,0 5-3-16,-2-6-1 0,-4 7-9 15,3 1-1-15,0 6-1 0,-3-5 0 0,4 5-12 0,-4 0-2 16,1 0-1-16,-2 3 0 0,2-3 3 0,-1 3 1 16,-2-1 0-16,1 4 0 0,2-3-3 0,3-3-1 15,-2 0 0-15,5-5 0 0,-4 4-11 0,6-9-3 16,-3 2 0-16,0 1 0 0,1-1-17 16,1-6-4-16,2-4-1 0,-2 2 0 15,2-5-153-15,2 1-30 0,-6 3-7 0,6-12-1 16</inkml:trace>
  <inkml:trace contextRef="#ctx0" brushRef="#br0" timeOffset="8">25654 6861 1566 0,'0'0'34'0,"0"0"7"0,6-6 2 0,3-2 1 0,-3 6-35 0,2-3-9 0,2-4 0 0,1 4 0 16,-2 3 57-16,-3-4 10 0,12-2 1 0,-7 1 1 15,1-2-22-15,-3 2-5 0,8 2-1 0,-5-4 0 16,0 7-13-16,-3-6-2 0,5 2-1 0,-3-1 0 15,1 7 5-15,-3 0 1 0,-6-3 0 0,6 3 0 0,-9 0-4 0,6 3-1 16,-3-3 0-16,-3 0 0 0,6 7-13 0,-6-1-2 16,2 4-1-16,1-5 0 0,-3 6-2 0,0 3 0 15,6-2 0-15,-3 4 0 0,-3 0-8 0,3 6 0 16,-3-6 0-16,0 7 0 0,0-2 0 0,0 3 0 16,-3-3 0-16,0 3 0 0,6-3 16 0,-6 3 2 15,0-3 0-15,-5 3 0 0,2 0-8 0,-3-3-2 16,0 3 0-16,-3-3 0 0,-2 2 10 0,2-7 2 15,1 6 0-15,-4-6 0 0,0 5-20 0,3-5 0 16,4 0-11-16,-5-4 11 0,2 4 0 0,3-8 0 16,-10 5 0-16,12-4 0 0,-6-2 0 0,0 1 0 15,4-8 0-15,-4 6 0 0,0-4 0 0,4-2 8 16,-4-8-8-16,3 8 0 0,1-8 0 0,-2 3 0 0,1-6 0 16,1-2 0-1,2 3-23-15,0-4-10 0,3 2-3 0,3-4 0 0,-2 7 24 0,-4 2 12 0,6-7-12 0,0 12 12 16,0-6-9-16,0 8 9 0,0 0 0 0,0 0-9 15,11-6 9-15,-5 6 0 0,0 0 0 16,2 6 0-16,1-6 0 0,1 3 0 0,1 2 0 0,1-3 0 16,2 4 12-16,-2 2 5 0,6-1 1 0,-4 2 0 15,1-4 14-15,0-3 4 0,2 7 0 0,1-2 0 16,2 1-7-16,-2 5-1 0,-3-5 0 0,8 0 0 16,-3 6-5-16,-5-7-2 0,0 7 0 0,-4-4 0 15,3 3-2-15,-1-5-1 0,-2 8 0 0,1-7 0 16,-4-2-18-16,-2 7 0 0,9-7 0 0,-9 1 0 0,3 0 0 15,-3 0 0-15,0 0 0 0,-1 0 0 16,-2-3-89-16,6-3-22 0,0 4-4 16,-6-6-633-16,6 5-128 0</inkml:trace>
  <inkml:trace contextRef="#ctx0" brushRef="#br0" timeOffset="9">26585 8090 0 0,'0'0'0'0,"0"0"0"15,0 0 0-15,0 0 0 0,0 5 151 0,0-5-31 16,0 0 25-16,-6 0 5 0,1 0-54 0,5 0-12 16,0 0-1-16,0 0-1 0,0 0 13 0,0 0 2 15,0 0 1-15,0 0 0 0,0 0-22 0,0 0-4 16,0 0 0-16,0 0-1 0,0-5-17 0,0 5-3 15,0 0-1-15,0 0 0 0,0 0-22 0,0 0-5 16,0 0-1-16,0 0 0 0,0 0 0 0,0 0 0 16,0 0 0-16,0 0 0 0,0 0 3 0,-4 7 1 15,4-7 0-15,-6 5 0 0,6-5-3 0,0 9-1 0,0-1 0 16,0-8 0-16,0 0 3 0,10 8 1 0,-8 0 0 0,1 0 0 16,3 0-2-16,-6 2-1 0,12-7 0 0,-6 5 0 15,-4-1-8-15,7 2-2 0,3 3 0 0,-3-3 0 16,-3-2 7-16,0 7 0 0,2-3 1 0,1-4 0 15,-3 3-21-15,3 1-12 0,-3 3 2 0,2-4 0 16,1-2 10-16,-1 5 12 0,2 1-2 0,-1-4-1 16,2 9-1-16,1-9 0 0,0 6 0 0,3-2 0 15,-1 1-8-15,-3-2 12 0,7-2-12 0,-6 8 12 16,2-9-1-16,1 6 0 0,0 0 0 0,-3-3 0 16,2 3-3-16,-5-3-8 0,3 1 12 0,-3-4-4 15,5 6 4-15,-3-3 0 0,-7-5 0 0,7 8 0 16,-2-4 3-16,3 4 1 0,-4-7 0 0,1 4 0 15,3-3-16-15,-3 4 9 0,3 1-9 0,-4-6 8 0,1 7-8 16,3-4 0-16,3 2 0 0,-4-3 8 0,1 1-8 0,0-1 0 16,3 2 0-16,-1 0 0 0,-3-2 0 0,4 8 0 15,0-9 9-15,-7 6-9 0,10-2 11 0,-7-2-3 16,-1-1 0-16,1 5 0 0,1-3-8 0,-3-5 0 16,-1 8 0-16,5-8-11 0,-5 5 11 0,4 0 11 15,-3-2-3-15,-1-4 0 0,-2 7-8 0,3-1 12 16,-3-2-12-16,9 2 12 0,-9-5-12 0,2 5 0 15,3-2 0-15,-1 2 8 0,1-2 0 0,-2 1 0 16,0-3 0-16,2 4 0 0,-2-3-8 0,3-2 8 0,-3 5-8 16,-3-4 8-16,2 4-8 0,-2-5 0 0,3 0 9 15,-3-1-9-15,0 2 0 0,0 4 0 0,3-5 0 16,-7-6 8-16,7 6-8 0,-6-2 0 0,6 1 8 0,-3 2-8 16,-3-2 0-16,3-2 8 0,0-2-8 0,2 5 0 15,-2-3 9-15,0 3-9 0,-6-8 12 0,9 8-12 16,0-3 15-16,-3-2-4 0,-4 3-1 0,1-4 0 15,6 3-10-15,-3-2 0 0,-1 2-10 0,4 3 10 16,0-3 0-16,-3-2 0 0,0 5 0 0,0-3 10 16,2-2-10-16,-2 5 0 0,-6-3 0 0,0-5 0 15,6 3 0-15,-3 2 0 0,6-2 0 0,-6 3 0 16,3 1 0-16,-3-7 13 0,-3 0-3 0,6 8-1 16,-4-2-9-16,-2-6 0 0,0 0 0 0,0 2 8 15,9 6-8-15,-6-3 0 0,-3-5 0 0,0 3 0 16,0-3 0-16,9 5 0 0,-9 3 0 0,0-8 0 0,0 0 0 15,0 0 0-15,8 0 0 0,-4 8 0 0,-2-3 0 16,-2-5 0-16,0 0 0 0,0 0 0 0,7 3 0 16,-7-3 0-16,0 0 11 0,0 0-11 0,8 5 0 0,-8-3 8 15,0-2-8-15,0 0 0 0,0 0 0 0,0 0 0 16,0 0 0-16,0 0 0 0,0 0 0 0,0 0 0 16,0 0 0-16,6 6 0 0,-6-6 0 0,0 0 0 15,0 0 0-15,0 0 0 0,0 0 8 0,0 0-8 16,0 0 11-16,0 0-11 0,3 3 15 0,-3-3-4 15,0 0-1-15,0 0 0 0,0 0-2 0,0 0 0 16,0 0 0-16,0 0 0 0,0 0-8 0,0 0 0 16,3 0 0-16,-3 0-11 0,0 0 35 0,0 0 6 0,0 0 2 15,9-9 0-15,-9 2-32 0,6-1 0 16,-4 0 0-16,-2 0 0 0,6 0 16 0,-6 0-4 0,0-5 0 0,3 5 0 16,1-8-12-16,-4 8 0 0,0-8 0 15,0 3 0-15,5 0 8 0,-5-3-8 0,3 5 0 0,-3-7 9 16,0 2-9-16,0 6 8 0,0-6-8 0,0-3 8 15,0 9-8-15,-3-3 0 0,3-3 0 0,0 2 0 16,-5 6 0-16,5 1 0 0,0-4 0 0,0 0 0 16,0 3 0-16,0 1 0 0,-4 4 0 0,1-3 0 15,6-1 0-15,-3-2 0 0,-3 4 0 0,3 5 0 16,0 0 0-16,0 0 0 0,0 0-11 0,0-2 11 16,-3-3 0-16,3 5-8 0,0 0 8 0,0 0 0 15,0 0 0-15,0 0-8 0,0 0 8 0,0 0 0 16,0 0-8-16,0 0 8 0,0 0-8 0,0 0 8 0,0 0-10 15,0 0 10-15,0 5-12 0,-3 2 12 0,1 2-11 16,2-9 11-16,0 7-10 0,0 2 10 0,-6-2-10 16,6 1 10-16,6-2-10 0,-6 1 10 0,2 2-8 0,-2-2 8 15,3 1 0-15,0 0-9 0,0 0 17 0,1 3 3 16,-4-3 1-16,0 0 0 0,8 2-12 0,-8-5 0 16,6 4 0-16,-3 3 0 0,-1-3-11 0,4-2-4 15,-2 4-1-15,1-6 0 0,-2 3 16 0,0 0 0 16,3 0 0-16,-4-2 0 0,-2 1 0 0,0 1 0 15,0 0 0-15,7-3 0 0,-7 3 10 0,3 0 5 16,-3 0 1-16,0 0 0 0,5-5-26 0,-5 2-5 16,0 4-1-16,0-4 0 0,0-5 26 0,0 7 5 15,0 2 1-15,0-7 0 0,4 6-16 0,-4-8-18 16,2 5 4-16,-2 3 1 0,0-3 21 0,0-5 4 0,0 3 0 16,0-3 1-16,0 8-13 0,0-3 0 0,0 3 0 0,0-6 0 15,0 7-11-15,-2-4-1 0,2-5-1 0,0 8 0 16,-4 0 21-16,4-1 5 0,-5 2 1 0,5-2 0 15,-3-1-23-15,-4 2-5 0,7-3-1 0,-2-2 0 16,-4 5 24-16,6-3 5 0,-3-2 1 0,-5 4 0 16,4-7-15-16,-4 9-18 0,-1-9 4 0,1 5 1 15,1 3 13-15,1-8 0 0,-6 8 0 0,4-3 0 16,-1-3 15-16,-3 4-4 0,-5-3-1 0,5 2 0 16,3-3-10-16,-2 3 0 0,-1-1 0 0,-3 1 0 15,3 0 0-15,4-3 0 0,-4 4 0 0,3-3 0 16,-2-3 0-16,2 5 0 0,0-3 0 0,0-2 0 15,3 8 0-15,1-8 0 0,-4 6 0 0,6-4 0 16,-6-2 0-16,9 0 0 0,-8 0 0 0,8 0 0 0,0 5-26 0,0-5 2 16,0 0 1-16,0 0 0 15,0 0-70-15,0 0-15 0,0 0-2 0,0 0-669 16,0 0-133-16</inkml:trace>
  <inkml:trace contextRef="#ctx0" brushRef="#br0" timeOffset="10">27957 10143 403 0,'0'0'17'16,"0"0"5"-16,0 0-22 0,0 0 0 0,0 0 0 0,0 0 0 0,0 0 198 0,0-7 35 15,-8 4 7-15,8 3 2 0,0 0-178 0,0 0-36 16,-3 3-8-16,-3-3 0 0,-6 5-8 0,10-3-2 16,-5-2 0-16,-1 9 0 0,-4-4 27 0,3 2 6 15,3 2 1-15,1 3 0 0,-5-3 16 0,-1-2 4 16,-1 9 1-16,1-2 0 0,2 2-33 0,-3-1-6 15,-2 1-2-15,2 5 0 0,1 0-16 0,-2-2-8 16,-1 2 8-16,-1 3-8 0,1-3 20 0,-1 8 0 16,0-5-1-16,1 0 0 0,-1 5 1 0,3-6 0 15,1 4 0-15,2-8 0 0,0 7-8 0,4-3-2 16,-1-1 0-16,2 2 0 0,-1-5-10 0,1 2-14 0,8 0 3 16,-4 2 1-16,0-2 10 0,0 0 0 15,5-2 0-15,1 2 0 0,0 0 0 0,-3-5 0 16,6 0 0-16,2 0 0 0,-2 0 0 0,0-3 0 0,0 3 0 0,0-3 0 15,-7-5 0-15,8-1 0 0,-8 2 0 0,7-2 0 16,6 2 0-16,-3-9 0 0,-1 5 0 0,-2-2 0 16,2-3 0-16,2-3 9 0,7 3-9 0,-3-5 0 15,-4 2 0-15,6-3 0 0,-1-1 0 0,0-2 0 16,-4 2 0-16,7-1 0 0,-6 0-10 0,-1-5 10 16,3 5-12-16,-5-5 12 0,6 5-12 0,-6-2 12 15,0-4 0-15,-4 6 12 0,1-5 0 0,3 5 0 16,-7 0-4-16,-1 0 0 0,-4-8 0 0,0 8 0 15,0-5 13-15,0 2 3 0,0-2 0 0,0 0 0 16,-4 2 6-16,-1-1 2 0,-1 3 0 0,0-4 0 0,-3 10-20 16,1-4-4-16,-4 2-8 0,0 2 12 0,0-3-12 0,-2 4 11 15,2 2-11-15,-9 0 10 0,12 0-10 16,-11 0 0-16,9 2 0 0,-8-2 0 0,0 9 9 16,4-4-9-16,-3-3 10 0,1 6-10 0,-4-2 0 0,9 1 8 15,-5 2-8-15,8-2 0 0,-5 1 0 0,-1 0 0 16,3 0 0-16,1 5 0 0,1-5 0 0,2 0 0 15,2 0 0-15,0-3 0 0,-3-2-20 0,9 2 2 16,0 3 1-16,-3-3 0 16,3-5-40-16,0 0-8 0,0 0-2 0,3 3-561 15,-3-3-112-15</inkml:trace>
  <inkml:trace contextRef="#ctx0" brushRef="#br0" timeOffset="11">28464 10254 1908 0,'0'0'84'0,"0"0"18"16,0 0-82-16,0 0-20 0,0 0 0 0,0 0 0 0,0 0-13 0,0 0-7 15,-6 0-2-15,6 0 0 0,0 0 10 0,0 0 3 16,-5 0 0-16,-2 5 0 0,7-5 9 16,0 0 0-16,0 0 0 0,0 3 0 0,0-3 0 0,-8 8 0 15,8-8 0-15,-4 8 0 0,-4-2 27 0,8-4 7 16,-3 6 2-16,-3-3 0 0,-2 9 9 0,4-4 3 15,-5-2 0-15,1 0 0 0,5 5-27 0,-6 3-5 16,0-2 0-16,7-4-1 0,-4 3-15 0,0 0 11 16,0-2-11-16,3-4 10 0,-3 2-10 0,6 4 0 15,0-5 0-15,-3 0 0 0,3 0 0 0,0-8 8 16,0 0-8-16,0 0 0 0,3 5 0 0,-3-5 8 16,0 0-8-16,0 3 0 0,0-3 8 0,0 0-8 15,0 0 0-15,6 5 8 0,-3 3-8 0,-3-8 0 0,0 0 0 16,6 5 0-16,-6-5 0 0,0 0 0 0,0 0 0 15,6 8 0-15,-6-8 15 0,0 3-3 0,0-3 0 16,8 5 0-16,1-5-12 0,0 3 11 0,-6-3-11 0,5 0 10 16,5 0 0-16,-5 0 0 0,1 0 0 0,-1 0 0 15,4-3-10-15,-3 3 0 0,3 3 0 0,-3-3 0 16,3 0 0-16,2 5 0 0,1-5 0 0,-6 2 0 16,2 4 0-16,3-3 0 0,-7 7 0 0,1-2 0 15,1 0 0-15,0 0 0 0,-6 0 0 0,3-1 0 16,-4 7 0-16,-2-3 0 0,6-4 0 0,-6 7 0 15,-6-1 0-15,6-3 0 0,6-2 0 0,-2 6 0 16,-2-7 0-16,-2 7 8 0,0-3-8 0,0 1 0 16,7-3 8-16,-7-2-8 0,-7 2 8 0,5-2-8 15,-2 7 12-15,-2-7-4 0,4 1 0 0,-7 5 0 0,0-4 1 16,0-2 0-16,-2 1 0 0,-1 0 0 0,-5 0-9 16,5 0 8-16,-6 0-8 0,6 0 8 0,-5-2-8 0,-4-4 0 15,9 6 0-15,-5-3 0 0,3-2-10 0,-4 2-4 16,0-5-1-16,-2 0 0 15,2-5-17-15,6 2-4 0,-7 3-1 0,4-8 0 16,0 1-115-16,3-7-22 0,-5 6-5 0</inkml:trace>
  <inkml:trace contextRef="#ctx0" brushRef="#br0" timeOffset="12">28394 10313 2106 0,'0'0'93'0,"0"0"19"0,0 0-89 0,0 0-23 0,0 0 0 0,0 0 0 15,2 0 25-15,11-6 1 0,-5 6 0 0,1 0 0 16,11 0 10-16,-8-5 1 0,8 2 1 0,4-2 0 15,0 2-14-15,1-2-2 0,2-3-1 0,2 5 0 16,1-2-1-16,-1 3-1 0,0-4 0 0,-8-2 0 16,-1 8-35-16,6-5-8 0,-5 3 0 0,-6-4-1 15,2 6-24-15,1 0-5 16,-7-3-1-16,7 3-620 0,-6-5-124 0</inkml:trace>
  <inkml:trace contextRef="#ctx0" brushRef="#br0" timeOffset="13">24896 8066 633 0,'0'0'28'0,"0"0"6"0,0 0-34 16,0 0 0-16,0 0 0 0,6 0 0 0,-3-3 124 0,3-2 17 15,-3 5 4-15,2-5 1 0,-1 2-94 0,1 3-20 16,1-6-3-16,-6 6-1 0,0 0 1 0,0 0 0 15,6 0 0-15,-6 0 0 0,0 0-6 0,3-2-2 16,3-3 0-16,-6 5 0 0,0 0 17 0,0 0 3 16,0 0 1-16,0 0 0 0,-6 7-19 0,1-1-4 15,-5 2-1-15,5 0 0 0,-4 0-6 0,3 8 0 16,-3-4-1-16,0 2 0 0,1-3-3 0,-4 5-8 16,3-3 12-16,-2 3-4 0,-1-3 7 0,0 2 1 15,0 1 0-15,0 5 0 0,1-5-2 0,-3 8 0 16,-1-2 0-16,-3 1 0 0,1 1-14 0,-1 2 8 15,0-1-8-15,-2-2 0 0,0 6 8 0,2 0-8 0,-3 0 0 16,1-2 0-16,2 2 0 0,1 0 0 16,-4 7 0-16,4-4 0 0,-4 6 0 0,3-6 0 0,1 1 0 0,0-1 0 15,-4 5 0-15,7 1 0 0,-4-7 0 0,3 6 0 16,-2 0 8-16,2-5-8 0,0 5 0 0,1-8 0 16,-1 3 0-16,0 2 0 0,1-8 0 0,2 4 0 15,-2-1 0-15,-1 0 8 0,3-5-8 0,0 4 0 16,1-4 8-16,-1 5-8 0,-3 0 11 0,7-2-11 15,-4-6 11-15,3 3-11 0,3 2 10 0,1-2-10 16,-7 0 8-16,0-1-8 0,7 4 0 0,-5-9 9 16,5 4-9-16,-7 2 0 0,3-8 0 0,3 5 0 15,0-6 0-15,0 1 0 0,1 5 0 0,-1-8 8 16,0 4-8-16,4-4 0 0,-2-3 0 0,-2 4 0 16,1-7 0-16,1 9 0 0,2-8 0 0,-2 0 0 15,-1 0 0-15,2-2 0 0,0 1 0 0,0 1 8 0,0 0 2 16,1 0 0-16,-2 0 0 0,2 0 0 0,-2-3 10 0,1-5 3 15,3 0 0-15,-2 8 0 0,-2-8-11 0,4 0-1 16,-6 8-1-16,6-8 0 0,0 0-2 0,0 0 0 16,0 0 0-16,-2 5 0 0,2-5-8 0,0 0 0 15,0 0 9-15,0 0-9 0,0 0 0 0,0 0 8 16,0 0-8-16,0 0 0 0,0 0 12 0,0 0-1 16,-3 3-1-16,3-3 0 0,-6 0 17 0,6 0 3 15,0 0 1-15,-3-3 0 0,0-2-9 0,3 5-2 16,0-8 0-16,0 2 0 0,0-1-4 0,0-1 0 15,0 0-1-15,0 0 0 0,0 0-3 0,0 0-1 16,0 1 0-16,-2-2 0 0,-2-4 1 0,4 5 1 0,-2 1 0 16,2-7 0-16,-4 7-2 0,2-2-1 0,2 2 0 15,-3-4 0-15,0 6 0 0,-3-4 0 0,3 1 0 0,-3-5 0 16,0 5-10-16,3 1 0 0,-3-2 9 0,0 4-9 16,4-6 0-16,-4 4 9 0,3-7-9 0,-3 7 0 15,3-7 9-15,3 7-9 0,-3-2 0 0,3 2 9 16,0-7-9-16,0 7 0 0,0-2 0 0,0 7 0 15,0-6 0-15,3 0 0 0,-3 0 0 0,3 3 0 16,-3 5 0-16,0 0-9 0,0 0 9 0,0 0 0 16,0 0-11-16,0 0 11 0,0 0-10 0,0 0 10 15,0 0-8-15,0 0 8 0,0 0 0 0,6 5-9 16,-3 3 9-16,3 0-8 0,-4 0 8 0,4 3-8 16,-2-4 8-16,-4 7-12 0,2 2 12 0,1-4-12 0,3 4 12 15,-3 0-12-15,-3 0 12 0,3 3-12 0,0-9 12 16,0 6 0-16,3-2 0 0,-3 2 0 0,3-4 0 15,-4-1 0-15,4 3 0 0,0-7 0 0,0 1 0 16,-3 0 9-16,3 0 0 0,0-2 0 0,-1 1-9 0,1 1-11 16,3-2 3-16,-3-4 0 0,0 3 8 0,0-2 0 15,2-3 0-15,1 0 8 0,3 0 1 0,-1-3 1 16,1-2 0-16,0 3 0 0,0-7 8 0,2-1 2 16,1 2 0-16,-1 0 0 0,4-3 9 0,2-1 3 15,1-4 0-15,0 2 0 0,-4-2-32 0,4 0-13 16,2 1 1-16,-3-1 0 0,-2-3 12 0,2 3 0 15,-1 0 0-15,-2 4 0 16,3 1-27-16,-2-3-2 0,-4-1-1 0,4 2 0 16,0 4-123-16,-1-1-25 0,1-3-5 0</inkml:trace>
  <inkml:trace contextRef="#ctx0" brushRef="#br0" timeOffset="14">23415 10495 57 0,'0'0'0'0,"0"0"0"0,0 0 0 0,0 0 0 15,0 0 245-15,0 0 44 0,0 0 9 0,0 0 2 16,0 0-213-16,0 0-43 0,-2-5-8 0,2 5-1 0,0 0 6 0,2-8 2 15,-2 8 0-15,0-3 0 0,0-2 4 0,4-3 1 16,-4 8 0-16,0-3 0 0,2-2-7 0,1-3-1 16,0 0 0-16,0 2 0 0,3-1 4 0,0-1 0 15,0 5 0-15,-1-5 0 0,1-3-22 0,3 4-4 16,0-1-1-16,0 0 0 0,2 0-4 0,-1 0-1 16,1 0 0-16,3 1 0 0,1 1 4 0,0-2 0 15,-1 0 0-15,4 8 0 0,2-3-16 0,-2-2 9 16,-7 5-9-16,4-2 8 0,-3-4-8 0,-3 6 0 15,3 0 0-15,-4 6-11 0,1-4 11 0,-3 3 0 16,3-2 0-16,-3 5 0 0,0-3 0 0,-4-2 0 16,4 5 0-16,0-3 0 0,-6 3 0 0,3 0 0 0,0 6 0 15,0-4 0-15,-6-3 0 0,0 7-8 16,3 2 8-16,-3-3 0 0,0 3 0 0,0 5 0 0,-3-5 0 16,0 0 8-16,4 5-8 0,-4-5 0 0,-3 5 0 0,0-3 0 15,-5 3 0-15,2-5 0 0,0 5 0 0,-2-5 0 31,-1 1-24-31,-3 4-4 0,4-5 0 0,-4-1 0 0,4-2 13 0,-4 3 3 0,0-2 0 0,1-7 0 16,-1 1 12-16,3 0-11 0,-2 6 11 0,3-12-10 16,1 6 10-16,-1-3 0 0,3-2 0 0,-1 2 0 15,0-5 0-15,0 0 0 0,6 0 0 0,-2 0 0 16,4-5 11-16,4 5-3 0,-5 0 0 0,5 0 0 16,0 0-8-16,0 0 0 0,0-8 0 0,0 8 0 15,5-3-12-15,-1-2 12 0,4-3-10 0,1 8 10 16,0-3 0-16,3-2 0 0,-4 5 13 0,7-5-4 15,-1 2 6-15,1 3 1 0,0 0 0 0,-1 0 0 16,5 0-8-16,-2 3-8 0,3 2 11 0,-2 3-11 0,0-2 15 16,-1-4-4-16,0 6-1 0,1 0 0 0,-1-3 2 0,1 8 0 15,0-4 0-15,-1-2 0 0,1 4-4 0,-3-3 0 16,-1 5 0-16,1-5 0 0,0 5-8 0,-4-2 8 16,3-3-8-16,-1 5 8 0,-5-5-19 0,1-3-4 15,3-3-1-15,-4 7 0 16,-2-9-100-16,0 5-20 0,3-3-4 0,-9-2-639 0</inkml:trace>
  <inkml:trace contextRef="#ctx0" brushRef="#br0" timeOffset="15">24170 10458 1753 0,'-6'-16'77'0,"6"10"17"15,-2 6-75-15,2 0-19 0,0-7 0 0,2-1 0 0,2 5 32 16,2-5 4-16,-4 3 0 0,7-3 0 0,0 3-36 0,0-3 0 16,2 0 0-16,1 0 0 0,0 0-9 0,0 0 9 15,2 1-8-15,-2 1 8 0,3-2 0 0,-1 6-8 16,-2-7 8-16,2 4 0 0,-1-3 0 0,-2 8 0 16,1-5 0-16,-1 2 11 0,1 3 4 0,-3 0 1 15,3 0 0-15,-4 3 0 0,1 2-4 0,0 1-1 16,0-4 0-16,0-2 0 0,-1 8-11 0,1 0 0 15,-3 0 0-15,2 0 0 0,-2 5 0 0,-3 3 0 16,3-3 0-16,-2 3 0 0,-2 5 0 0,-2-5 0 16,0 8 0-16,-2 0 0 0,-2-3 0 0,-2 2 0 15,1-2 0-15,-1 4 0 0,-3 1 0 0,0-3 0 16,0-1-12-16,1-4 12 0,-4 3-16 0,3 4 5 16,-2-10 1-16,-1 7 0 0,0-7 10 0,-3 1-8 15,1-3 8-15,2 3-8 0,-3-8 8 0,3 5 0 0,1-5 0 16,-3 0 0-16,1-2 11 0,-1-4-3 0,2 3 0 0,3-5 0 15,-5 0-8-15,5 0 0 0,0 0 0 0,1 0 0 16,-1-5 0-16,0 5 0 0,0-2 0 0,0-4 0 16,3-2-17-16,0 0-6 0,-2 3-1 0,2 2 0 15,3-2 6-15,-3 2 1 0,4-2 0 0,-4-3 0 16,3 8 17-16,3 0 0 0,0 0 8 0,0 0-8 16,0 0 21-16,0 0-1 0,0 0-1 0,9 0 0 15,2 8 11-15,3-8 2 0,1 0 1 0,3 5 0 16,2-2-1-16,1-3 0 0,-1 5 0 0,1-2 0 15,2 2-15-15,0 3-3 0,-2-3-1 0,0-2 0 16,-1 5 10-16,4 0 1 0,-7 0 1 0,4 0 0 0,-4 0-9 16,1 5-3-16,3-5 0 0,-4 0 0 0,-3 5-13 0,1-5 11 15,-3 0-11-15,3 5 10 0,-4-2-10 0,1-4-9 16,-1-2 9-16,1 4-13 16,-3-2-120-16,3 2-24 0</inkml:trace>
  <inkml:trace contextRef="#ctx0" brushRef="#br0" timeOffset="16">23298 11391 1234 0,'0'0'55'0,"0"0"11"0,-2 0-53 0,2 0-13 0,0 0 0 0,0 0 0 16,0 0 25-16,0 0 3 0,0 0 0 0,-4 0 0 31,4 0-49-31,0 0-10 0,0 0-1 0,-2 0-1 0,-1 5 25 0,-1-2 8 0,2 2 0 0,-1-2 0 15,0 2 0-15,0 3 0 0,-3 0 0 0,3 0 0 16,0 0 18-16,-3 5 4 0,1-3 1 0,-4 4 0 16,0 2-7-16,3 0-2 0,-5 2 0 0,2 1 0 15,0 2 12-15,-2 3 2 0,-2-3 1 0,2 2 0 16,-1 1-2-16,0 5-1 0,1 0 0 0,-1 1 0 16,0-7-4-16,1 9-1 0,2-3 0 0,-3-6 0 0,1 7-4 15,-1 4-1-15,0-2 0 0,0 0 0 0,0 5-5 16,1 0-2-16,-3 0 0 0,2 0 0 0,-1 3-9 15,-1-3 0-15,-1-1 0 0,-2 4 0 0,2-3 0 0,1-8 0 16,-3 8 0-16,-2 0 8 0,2-5-8 0,-1 0 0 16,4 2 0-16,-1-5 0 0,0-2 16 0,1 1 2 15,-1 2 0-15,4-6 0 0,-1 4 1 0,0-4 0 16,0-8 0-16,1 5 0 0,-1-5-9 0,4 5-2 16,-2-5 0-16,1 0 0 0,4 5 7 0,-4-5 1 15,0 0 0-15,1-3 0 0,2 3-3 0,-3 0 0 16,0 0 0-16,3 2 0 0,0-3 3 0,0 1 1 15,-2 1 0-15,2-4 0 0,0-3-17 0,0 4-12 16,0-1 1-16,4-3 1 0,-4-1-3 0,2-2-1 0,2 4 0 16,-1-3 0-16,0-6-7 0,0 7-2 0,0-4 0 15,3-3 0 1,-3 6-31-16,3-8-6 0,0 0-2 0,-3 0 0 16,3 0-22-16,-5 6-4 0,5-6 0 0,0 0-1 15,0 0-56-15,0 7-11 0</inkml:trace>
  <inkml:trace contextRef="#ctx0" brushRef="#br0" timeOffset="17">22438 13159 518 0,'0'0'46'0,"0"0"-37"16,0 0-9-16,0 0 0 0,0 0 128 0,2-8 24 16,2 8 5-16,2-8 1 0,-6 8-97 0,0 0-19 15,3-3-4-15,-3 3-1 0,0 0 7 0,0 0 2 16,6-5 0-16,-6 5 0 0,0-7 2 0,2 1 1 15,-2-2 0-15,0 6 0 0,0-3 6 0,0-4 1 16,0 2 0-16,-2-2 0 0,2 4-10 0,-4-2-2 16,2-2 0-16,-1 2 0 0,0-9-3 0,0 8-1 0,-1-5 0 0,-1-3 0 15,2-1-4-15,-3 5 0 0,1-4-1 16,1 0 0-16,2 2-18 0,-2-2-3 0,2 1-1 0,-1 2 0 16,3 2-13-16,-3-2 8 0,0 5-8 0,0-5 0 15,0 5 0-15,0 0 0 0,3 0 0 0,-3 5 0 16,3-2 0-16,-3-3 0 0,3 8 0 0,0-6 0 15,3 4 0-15,-3 2 0 0,0 0 0 0,0 0-10 16,0 0 10-16,0 0-12 0,0 0 12 0,0 0-12 16,0 0 4-16,0 0 0 0,6 8 0 0,-3 0 0 15,3 0 0-15,-3 0 0 0,2 0 0 0,-1 5 0 16,-4 3 8-16,2 0-10 0,-2 5 10 0,0 0-10 16,-2-2 10-16,2 7-10 0,-4-3 10 0,2 2-10 15,-1 4 10-15,0-6 0 0,-3 7 0 0,0-7 0 0,3 3-8 16,-3-1 8-16,3-10-8 0,-3 9 8 0,4-8 0 15,-4 2 0-15,3-2 0 0,0-5 0 0,0 2 0 16,0-5 0-16,3 0 0 0,0 0 0 0,0-8 13 0,0 0 2 16,6 8 0-16,0-8 0 0,2 0 5 0,4-3 2 15,0-2 0-15,0-3 0 0,2 0-2 0,3 0 0 16,2-5 0-16,-2 2 0 0,1-2-5 0,2-2-2 16,4-7 0-16,-1 6 0 0,3-5 1 0,-2 3 0 15,2-3 0-15,1 0 0 0,2 5-14 0,-3 2 0 16,-3 4 0-16,-2-3 0 0,2 2-9 0,-3-2-5 15,-1 5-1-15,-2-5 0 16,0 5-35-16,-5 5-7 0,0-2-2 0,-3-4 0 16,2 9-130-16,-2-5-27 0,-9 5-4 0,0 0-2 0</inkml:trace>
  <inkml:trace contextRef="#ctx0" brushRef="#br0" timeOffset="18">22026 14076 979 0,'0'0'87'0,"0"0"-70"16,-4 0-17-16,1 0 0 0,3 0 164 0,-2 0 28 16,-2 0 7-16,-2 0 1 0,1 0-157 0,5 0-31 15,-3 8-12-15,0 0 8 0,0 0 12 0,-3 0 3 16,3 6 0-16,1 2 0 0,-2-1 2 0,2 6 1 0,2 3 0 16,0-3 0-16,0 8 13 0,0 3 2 0,0-3 1 0,0 8 0 15,0 0-21-15,-3 2-4 0,-1 6-1 0,-4-2 0 16,-1-3-16-16,-3 7 0 0,1-5 8 0,2 4-8 15,0-7 0-15,0-2 0 0,1-8 8 0,-1 0-8 16,-3-5 0-16,6 0 0 0,0-3 0 0,1-5 0 31,-1-3-34-31,2-5-4 0,4-8-1 0,0 0-858 0</inkml:trace>
  <inkml:trace contextRef="#ctx0" brushRef="#br0" timeOffset="19">22710 14232 806 0,'-12'-5'72'0,"7"5"-58"16,1-3-14-16,-1-2 0 0,-1 3 118 0,0-4 21 0,3 6 4 0,-2-8 1 15,-1 8-97-15,-1-5-19 0,5 5-4 0,-4-3-1 16,3-2 28-16,-3 2 5 0,0-2 2 0,-2 5 0 16,2-2-25-16,0-4-5 0,-3 6 0 15,3-3-1-15,-3-2-6 0,1 5-1 0,2 0 0 16,-3 0 0-16,0 0 12 0,0 8 1 0,0-8 1 0,1 6 0 15,-1-4-10-15,0 6-3 0,-5 0 0 0,4-3 0 16,-1 9-1-16,3-4-1 0,-2 3 0 0,-1-5 0 16,5 8-5-16,-3 0-1 0,1 0 0 0,-2 5 0 15,5-5-4-15,-4 5-1 0,3-6 0 0,0 1 0 16,3 5-8-16,0 1 0 0,1-12 0 0,2 12 0 16,0-6 0-16,2-3 0 0,1-3 0 0,3 4-11 15,0-7 3-15,0 2 0 0,5-4 0 0,-1-3 0 16,1-2 8-16,1 0-8 0,-1 0 8 0,4-2-8 15,-3-7 8-15,2 4 0 0,1-2 0 0,0-2 0 0,-3-3 0 16,2 1 0-16,-2-5 0 0,2-3 0 16,-2 9 9-16,3-6-9 0,0-3 12 0,-4 3-12 0,1-2 19 15,-1-3-3-15,1 5-1 0,0-5 0 0,-1 5-3 0,-2 3-1 16,0-3 0-16,-3 8 0 0,3 0-11 0,-6 0 12 16,0 3-12-16,-3 5 12 0,0 0 1 0,0 0 1 15,0 0 0-15,0 0 0 0,-6 8-14 0,3 5 8 16,-3 3-8-16,0 0 0 0,-3-3 8 0,0 11-8 15,4-3 0-15,-1 2 0 0,0 2 11 0,-2 3-11 16,4-6 12-16,-2 10-12 0,1-4 28 0,1 4 0 16,-1-2-1-16,2 1 0 0,-3 6-15 0,3-2-2 15,-3 4-1-15,0-2 0 0,1 3-9 0,-1 2 0 0,2-5 0 16,2-6 0-16,-4 1 0 0,6-2 0 16,-3-2 0-16,6-4 0 15,0-8-40-15,0 5-1 0,-1-7 0 0,5-7-652 0,-1 2-131 0</inkml:trace>
  <inkml:trace contextRef="#ctx0" brushRef="#br0" timeOffset="20">18335 7855 1447 0,'0'0'64'0,"0"0"13"0,0 0-61 0,-6 0-16 0,0 0 0 0,-3 0 0 0,9 0 27 16,-6 2 2-16,4 3 1 0,-4 0 0 0,6-5-17 0,0 0-3 15,0 4-1-15,0-4 0 0,-3 7 12 0,0-2 3 16,3-5 0-16,0 9 0 0,0-9-2 0,0 2 0 15,-3 6 0-15,6-3 0 0,0 3-2 0,0 0 0 16,-3 0 0-16,0 5 0 0,6-5-20 0,-1 0 9 16,-5 8-9-16,3-8 0 0,0 8 24 0,0-3-1 15,0 3-1-15,-3-3 0 0,3-2 6 0,2 7 2 16,2-2 0-16,-1-1 0 0,0 2-10 0,-1-1-3 16,4 5 0-16,2-5 0 0,-2 5 0 0,1-5 0 15,-2 7 0-15,3-7 0 0,-1 5-7 0,-2 3-2 16,1-3 0-16,0 0 0 0,-1 4-8 0,2-4 8 15,-2-3-8-15,1 8 8 0,-1-7-8 0,-1 10 0 16,-1-5 9-16,0 5-9 0,-1-8 8 0,1 8-8 0,0-5 8 0,2-1-8 16,1-2 13-16,1 4-1 0,-2-4-1 0,1 3 0 15,3-3 0-15,-4 2 0 0,1-7 0 0,3 5 0 16,-1 0 0-16,-2-5 0 0,3 6 0 0,-3-4 0 16,3-2-3-16,-4 5-8 0,1 0 12 0,-1 3-4 15,2-8 0-15,-5 5 0 0,1 2 0 0,0 7 0 16,3-6-8-16,-3 2 8 0,-6 1-8 0,6-1 8 15,0-3-8-15,-4 2 0 0,1-4 9 0,3 0-9 16,3-2 20-16,0 2-1 0,-4-5 0 0,1-1 0 16,3-2-19-16,0 3 0 0,-6 0 8 0,6-3-8 15,-3 0 0-15,0-2 0 0,-1 2 0 0,1-2 0 16,-3 3 0-16,0-7 12 0,3 7-3 0,-4-7 0 0,4 1-9 16,-3 0 0-16,1 5 0 0,-2-5 0 15,2 0 11-15,-2 0-3 0,-4 0-8 0,4 0 12 0,-2 0-12 16,0-8 9-16,0 7-9 0,0-7 8 0,0 0-8 0,0 0 8 15,0 0-8-15,0 0 8 0,0 0-8 0,0 0 10 16,0 0-10-16,0 0 10 0,0 0-10 0,0 0 0 16,0 0 0-16,0 0-11 15,0 0-40-15,0 0-8 0,9 0-1 0,-9 0-1 16,0 0-121-16,6 6-24 0,-6-6-5 0,0 0-1 0</inkml:trace>
  <inkml:trace contextRef="#ctx0" brushRef="#br0" timeOffset="21">18952 9638 633 0,'0'0'28'0,"0"0"6"0,0 0-34 0,0 0 0 0,0 0 0 0,0 0 0 16,0 0 83-16,0 0 9 0,0 0 3 0,0 0 0 15,0 0-64-15,-3-2-13 0,3 2-2 0,0 0-1 16,-3-5 21-16,3-3 5 0,0 2 1 0,0 6 0 16,0-2 7-16,0-3 2 0,3-4 0 0,0 2 0 15,-3-1 17-15,3 0 3 0,0 0 1 0,3 0 0 16,-3 2-1-16,0-1 0 0,0-2 0 0,0 2 0 16,3-7-20-16,-4 7-4 0,7-4-1 0,-3-2 0 15,0-3-17-15,2 8-3 0,1-7-1 0,-3 1 0 16,3-2 5-16,0 3 1 0,0-3 0 0,-1 0 0 0,1 3-18 15,3-3-3-15,-3 0-1 0,-3 1 0 0,2-1-9 16,-2 2 0-16,3-2 0 0,0 4 8 0,-3 1-8 0,0-3 8 16,2 1-8-16,-2 3 8 0,0 2-8 15,-3-1 12-15,-3-3-12 0,2 6 12 0,-2 3-12 0,4-2 0 16,-2 3 9-16,-2 2-9 0,0 0 0 0,0 0 9 16,0 0-9-16,0 0 0 0,0 0 0 0,0 0 0 15,0 0 0-15,0 0 0 0,4 2 0 0,-1 6-9 16,-3 3 9-16,2 0 0 0,-2-4 0 0,0 1-8 15,0 0 8-15,-2-2 0 0,2 7 0 0,-3-3 0 0,-1-1 0 16,4 3 0-16,-2 4 0 0,-2 0 0 0,2 0 0 16,-1-3-8-16,0 9 8 0,0-4 0 0,-3 3 0 0,0-5 0 15,0 6 0-15,1-7 0 0,2 1 0 16,-4-3 0-16,-1 3 0 0,5-3 0 0,-3-5 0 16,4 0 0-16,-4-6 0 0,2 9 0 0,-1-3 0 0,2 0 8 15,-3 0-8-15,3-6 0 0,-3 4 0 0,3 2 0 16,-3 0 0-16,4-3 0 0,-2-2 0 0,4-3 0 15,-2 5 0-15,-4 3 8 0,0-6-8 0,0 4 0 16,1-3 0-16,-1 2 0 0,2-5 0 0,-1 8 8 16,-1-8-8-16,0 5 9 0,0-2-9 0,0-3 10 15,-3 0-1-15,3 5 0 0,1-5 0 0,-4 0 0 16,3-5 8-16,-3 5 2 0,-2 0 0 0,2 0 0 16,-3 0 4-16,0 0 1 0,1-3 0 0,-1-2 0 15,1 5 0-15,-4-6 1 0,0 4 0 0,1 2 0 0,-1-5 3 16,0-4 1-16,1 9 0 0,-4-2 0 0,6-3-11 15,0 2-2-15,-5-2-1 0,5 5 0 0,-3 0-15 0,1 0 8 16,-1 0-8-16,4 0 0 0,-1 0 0 0,0 0 0 16,3 5 0-16,1-5 0 0,2 0 0 0,0 0 0 15,-3 0 0-15,6 0 0 0,3 0 0 0,-6 0 0 16,0 0-9-16,0 0 9 0,1 0-16 0,5 0 2 16,0 0 1-16,0 0 0 15,0 0-86-15,0 0-17 0,0 0-3 0,0 0-618 16,0 0-124-16</inkml:trace>
  <inkml:trace contextRef="#ctx0" brushRef="#br0" timeOffset="22">18984 10254 1209 0,'0'0'53'0,"-6"0"12"0,1 0-52 0,2 5-13 0,3-5 0 0,0 0 0 15,0 0 116-15,0 0 21 0,-6 3 4 0,6-3 1 16,0 0-108-16,0 0-22 16,0 0-4-16,0 0 0 0,9 6 16 0,-4-4 3 0,1-2 1 0,3 0 0 15,3 0 16-15,-4 0 4 0,5-2 1 0,1-4 0 16,1 6-25-16,-1-3-6 0,4-2-1 0,2 0 0 15,-3 3-7-15,4 2-2 0,-3-6 0 0,0 6 0 16,2 0-8-16,-5 0 0 0,2 0 0 0,1 0 0 16,-3-3 0-16,2 3 0 0,-5 3 0 0,2-3 0 15,1 0 0-15,0 0 0 0,-1 0 0 0,-2 0 0 16,0 0 0-16,-1 0 10 0,1 0-10 0,0-3 10 16,-3 3-1-16,2-5 0 0,-2 3 0 0,3-3 0 15,-6 5-9-15,5-4 0 0,-2-1 0 0,-3 5 8 16,3 0-8-16,-4 0 0 0,-5 0 0 0,0 0 0 15,0 0 0-15,6 0 0 0,-6 0 0 0,0 0 0 16,6 9 0-16,-6-9 0 0,0 0 0 0,0 7 0 0,0 1 15 16,0-2 7-16,0 1 2 0,-2 1 0 0,-2 0-24 0,-2-3 0 15,1 4-10-15,-1 1 10 0,3-2 0 0,-3 5 16 16,-3-5-2-16,0 0 0 0,3 0-6 16,1 5-8-16,-4 1 11 0,0-4-11 0,0 3 16 0,1-5-3 15,-4 8-1-15,3-3 0 0,-6 3 4 0,4 0 0 16,-1 0 0-16,-2 0 0 0,-1 2 5 0,0-2 2 15,1 0 0-15,-1 5 0 0,-2-2-23 0,5-3 0 16,3 5 0-16,-3-6 0 0,-5 7 0 0,2-1 0 16,1-6 0-16,-1 7 0 0,3-4 0 0,-3-5 0 15,1 8 0-15,-1-2 0 0,4-1-12 0,-1-2-3 16,0-5-1-16,3 7 0 0,-2-7 6 0,-1 5 1 0,3-3 0 0,3 3 0 31,-2 0-143-31,-1-3-29 0,3 0-6 0</inkml:trace>
  <inkml:trace contextRef="#ctx0" brushRef="#br0" timeOffset="23">16684 7902 460 0,'0'0'20'0,"0"0"5"15,0 0-25-15,0 0 0 0,-3 5 0 0,-3-5 0 16,3 3 143-16,1 2 23 0,-4 0 5 0,0-2 1 0,0 5-124 0,3-8-24 16,3 0-4-16,-6 8-2 0,0-3-18 0,0-2 10 15,3 2-10-15,-3-2 8 0,1 2-8 0,-1 3 10 16,-3 5-10-16,3-2 10 0,0-3 1 0,0 5 0 16,-5 3 0-16,2-1 0 0,0-1 8 0,3 7 1 15,-3-3 1-15,-2 4 0 0,-4-1-7 0,1 0-2 16,-1 3 0-16,1-5 0 0,-1 7 4 0,3-3 0 15,-3 1 0-15,1 0 0 0,-1 3 0 0,0-4 1 16,1 1 0-16,-1-2 0 0,3 1-1 0,-3-2-1 16,1 3 0-16,3 0 0 0,-1-3 7 0,-3 3 2 15,4-3 0-15,-1 3 0 0,0 4-16 0,-3-3-8 16,1 1 8-16,-1-2-8 0,0-1 0 0,1 2 0 0,-1 1 0 16,4-3 0-16,-7 1 9 0,3-2-9 0,1 1 12 15,-1 1-12-15,-3-3 12 0,4 3-12 0,-1 5 12 16,4-5-12-16,-4 2 0 0,0-2 0 0,4 0 0 15,-4 0 0-15,3 5 10 0,1-5-10 0,-1-3 8 0,0 2-8 16,3-2 0-16,0 1 8 0,-2-6-8 0,2 7 0 16,-2-7 8-16,2 5-8 0,-1-5 8 0,-1 0-8 15,3 5 8-15,-2-5-8 0,2 0 0 0,-1 5 8 16,0-5-8-16,1 6 12 0,-2-7-12 0,2 1 12 16,-1 5-12-16,0-5 0 0,1 0 9 0,-2 5-9 15,2-5 19-15,-1-3-1 0,1 3 0 0,-1 0 0 16,3-3-18-16,-3-3-16 0,0 4 4 0,0-1 0 15,1-3 12-15,2 4 13 0,0-7-2 0,-3 7-1 16,3-4 3-16,1-2 1 0,-4 6 0 0,6-7 0 0,0 7-14 16,-3-4 9-16,3-2-9 0,-2 3 8 15,1 0-8-15,-2-4 0 0,-3 7 0 0,4-7 0 0,-1 9 0 0,0-8 8 16,-2 5-8-16,-1-4 0 0,-1 3 0 0,5-1 0 16,-1-3 0-16,0 0 0 0,0 0 0 0,0-3 0 15,1 3 0-15,-1-3 0 0,3-2 0 0,-3 5 8 16,3-3-8-16,0-2 0 0,3-3 19 0,-6 8-2 15,0-3 0-15,0-2 0 0,4 2-5 0,-4 0-2 16,0-2 0-16,3 5 0 0,-3-3-10 0,3-2 8 16,0-3-8-16,3 0 8 0,-3 5-8 0,3-5 10 15,0 0-10-15,-2 0 10 0,-4 0 2 0,6 0 1 16,-6 0 0-16,6 0 0 0,-3-5 4 0,-3 5 1 0,3-3 0 16,3 3 0-16,-6-5-2 0,3 5 0 15,-3-8 0-15,4 8 0 0,-1-3-8 0,-3-2-8 0,2 5 12 0,2-5-12 16,-1 5 8-16,0-3-8 0,0-2 0 15,0 5 0-15,0-3 0 0,1-2 0 0,2-3 0 0,-6 5 0 16,6-2 16-16,-4-3-3 0,4 0-1 0,-2 0 0 16,-1 0 10-16,3 0 2 0,0-5 0 0,0 5 0 15,0 1-13-15,3-2-3 0,-6-4 0 0,3-2 0 16,3 6 1-16,-3-3 0 0,2 1 0 0,-2-3 0 16,0 7-9-16,4-7 12 0,-4 6-12 0,0 0 12 15,0 0-12-15,2 1 0 0,-2 1 0 0,4 3 0 16,-4 3 0-16,0 0 0 0,0 0-8 0,0-5 8 15,0 5 0-15,0 0-9 0,0 0 9 0,0 0 0 16,5 0-9-16,-5 0 9 0,0 0 0 0,0 0-9 16,0 0 9-16,0 0 0 0,0 0 0 0,0 0-8 0,0 0 8 15,0 0 0-15,0 0 0 0,3 5 0 0,-3 9 0 0,0-4-10 16,0 3 10-16,0 4 0 0,0-1-9 0,0 0 9 16,0 5 0-16,-3-6-9 0,3 7 9 0,0-7 0 15,0 6 0-15,0-5 0 0,0 0 0 0,3 0 0 16,-3-3 0-16,0 0 0 0,0-2 0 0,3 2 0 15,-3-5 0-15,0 0 0 0,0 0 0 0,3 0 0 16,0-1 0-16,-3-7 0 0,0 0 0 0,0 0 0 16,2 9 0-16,-2-9 0 0,0 0 0 0,4 7 0 15,-4-7 0-15,0 0 8 0,2 6-8 0,5-3 11 16,-7-3-11-16,6 5 12 0,-1 0 14 0,4-5 3 16,2-5 1-16,-1 5 0 0,1 0-2 0,1-5-1 15,5-4 0-15,-2 7 0 0,3-6-7 0,-1 2-2 0,4-1 0 16,-4-7 0-16,-5 7-18 0,3-1-17 0,0 0 3 0,2 0 1 15,0 0 37-15,-2 0 7 0,3 0 1 0,-4 0 1 16,1-5-33-16,0 5 0 0,-4-6 0 0,1 7 0 16,0-4-14-16,-4 3 0 0,1 1 0 0,3-2 0 31,-7-1-20-31,5 2-4 0,-2 0-1 0,1 0 0 16,-3 5-41-16,3-4-9 0,-3-4-2 0,2 8-600 0,1-4-120 0</inkml:trace>
  <inkml:trace contextRef="#ctx0" brushRef="#br0" timeOffset="24">15218 10373 633 0,'0'0'28'0,"0"0"6"0,0 0-34 0,0 0 0 0,0-5 0 0,2 5 0 16,-2 0 121-16,0-8 18 0,0 8 3 0,0-3 1 15,0 3-108-15,0-5-22 0,0 0-4 0,0 5-1 16,-2-2-8-16,2 2 0 0,0 0 0 0,-4-6 0 16,-1 6 0-16,2-3-14 0,0-2 5 0,3 5 1 15,0 0 8-15,-6 0 11 0,0-2-3 0,0-4 0 16,4 6 13-16,2 0 3 0,0 0 0 0,-3-3 0 15,-3-2 48-15,0-3 11 0,3 8 1 0,-3-8 1 16,0 3-10-16,-2-3-3 0,2 8 0 0,-3-8 0 16,0 8-12-16,3-3-4 0,-6-2 0 0,4 5 0 0,-4-2-43 0,1 2-13 15,-2 0 0-15,-1 0 8 0,3 0-8 16,-4 2 8-16,3-2-8 0,-3 5 8 0,1-2-8 0,2 3 0 16,-6-4-11-16,4 6 11 0,-3-3 0 0,-2 3 0 15,5 0 11-15,-3 0-3 0,-4 0-8 0,4 0 0 16,-4 5 0-16,4-5 0 0,-1 5 0 0,3-2 17 15,4 2-2-15,-1 8-1 0,0-5-14 0,-3 0 0 16,0 5 0-16,1-2 0 0,-1 2 0 0,4 2 0 16,-1-2 0-16,1 4 0 0,-4-4 0 0,3 7 0 15,0-3 0-15,3 4 0 0,-2 0 0 0,2-5 0 16,0 4 0-16,3-4 0 0,1 8 0 0,1-3 0 0,-1-5 0 16,2-3 0-16,3 3 0 0,0-3 0 0,3 0 0 15,0-5 0-15,3 0 0 0,-1 0 0 0,1-8 8 16,3 5-8-16,0 0 0 0,2-2 0 0,4 2 0 0,0-3 0 15,-1 1 0-15,1-1 0 0,3-1 8 0,2-2-8 16,4-2 12-16,2-1 0 0,3 1 0 0,0-5 0 16,1 0-12-16,-4 0 0 0,4 0 0 0,-5-5 0 15,5 1 0-15,-1-1 9 0,0-2-9 0,0-2 12 16,1 2-4-16,-1-1-8 0,-5 0 12 0,2-6-4 16,3 4 8-16,-2-3 0 0,-1 0 1 0,-3 2 0 15,1-3-2-15,-1-2-1 0,-2-5 0 0,-1 6 0 16,1-6 3-16,-3 5 1 0,-1-8 0 0,0 3 0 15,-2-3 1-15,-1 0 0 0,1-5 0 0,-3 8 0 16,-3-3-3-16,-1 1 0 0,-2 2 0 0,0-3 0 16,-3 3 8-16,3-1 2 0,-6-2 0 0,0 3 0 0,-3 3-10 15,0-3-1-15,0 0-1 0,-3 5 0 0,0-5-14 16,1 2 9-16,-4 3-9 0,0-3 8 0,-2 4-8 16,-1-1 0-16,0 3-10 0,-3 5 10 0,0-3-15 0,-2-2 3 15,0 5 1-15,-1-5 0 0,1 5 11 0,-1 0 0 16,0 5 0-16,-2-2 0 0,3-3-11 0,-2 8 0 15,2 0 0-15,3 0 0 16,-4 0-33-16,0 0-8 0,4 8 0 0,-4-8-1 16,1 8-87-16,2 0-18 0,4 0-3 0,-4 0-731 0</inkml:trace>
  <inkml:trace contextRef="#ctx0" brushRef="#br0" timeOffset="25">14322 11375 759 0,'0'0'33'0,"0"0"8"0,0 0-33 0,0 0-8 15,0 0 0-15,0 0 0 0,0 0 44 0,0 0 6 16,0 0 2-16,0 0 0 0,0 0-3 0,0 0 0 16,0 0 0-16,0 0 0 0,0 0-4 0,0 0-1 15,-6 0 0-15,0 5 0 0,-2-2-10 0,2-3-2 0,0 8-1 0,0-8 0 16,0 8 9-16,0-3 3 15,6-5 0-15,-6 3 0 0,0 5-15 0,-2-3-2 0,5 3-1 16,-3 0 0-16,0 0-14 0,0 0-3 0,4 0-8 0,-5-1 12 16,1 7 4-16,1-1 0 0,-4-3 0 0,4 4 0 15,-1 2 2-15,-3-3 1 0,-1 3 0 0,2 0 0 16,-1 0 1-16,-3 5 1 0,4 0 0 0,-3-3 0 16,-2 8 3-16,-1-7 0 0,2 8 0 0,1-3 0 15,-4-3 2-15,0 2 1 0,3 1 0 0,-2 0 0 16,2-3-17-16,0 3-10 0,-2-1 12 0,-1 4-12 15,3-3 13-15,-5 0-4 0,2 4-1 0,-2-3 0 16,-1 3 0-16,3-4 0 0,-2-3 0 0,-1 9 0 16,7-7-8-16,-4 7 0 0,0-7 0 0,1 1 0 15,-1-3 10-15,0 3 0 0,1-3 0 0,-1 3 0 16,3-3 6-16,-3 0 2 0,4-2 0 0,-3 2 0 16,2 0-4-16,0-5-1 0,3 0 0 0,-2 5 0 0,2-5 0 15,0-1 0-15,-2 1 0 0,4-2 0 0,-5 2-5 16,4 0-8-16,-1-4 11 0,1 4-11 0,-1 0 9 0,0-2-9 15,0 1 0-15,0 1 9 0,1-2-9 0,-1 2 0 16,0-1 0-16,-3 1 0 0,4-3 15 0,-1 1-3 16,-3-4 0-16,4 3 0 0,-2-5 10 0,1 8 2 15,1-8 0-15,-1 5 0 0,-3-5-10 0,6 5-2 16,4-2 0-16,-5 2 0 0,-1-5-12 0,-1 0 0 16,3 8 8-16,-2-9-8 0,-1 2 0 0,0 4 0 15,3-5 0-15,0 5 0 0,-2-5 0 0,2-1 8 16,-3 2-8-16,3-2 0 0,0 2 0 0,-3-1 0 15,3-3 8-15,0 3-8 0,-2 0 0 0,2 0 8 0,0 0-8 16,1-1 0-16,-4 2 15 0,3-2-3 0,0 2-1 0,0-4 0 16,0 2-11-16,1 2 10 0,1-2-10 0,-2 2 10 15,4-2-10-15,-4-2 0 0,3-2-10 0,0 3 10 16,-3 1 0-16,0-2 20 0,3 4-4 0,0-7 0 16,1 3-6-16,2-5-2 0,-6 3 0 0,6-3 0 15,0 0 0-15,-4 8 0 0,2-8 0 0,2 0 0 16,-6 5 0-16,6-5 0 0,0 0 0 0,-3 3 0 15,3-3-8-15,0 0 0 0,0 0 0 0,0 0 0 16,0 0 0-16,0 0 0 0,0 0 0 0,0 0 0 16,0 0 0-16,0 0 0 0,0 0 0 0,0 0-11 15,0 0 11-15,0 0 0 0,0 0 0 0,0 0 0 16,0 0 11-16,0 0-3 0,0 0 0 0,0 0 0 0,0 0-8 16,0 0 10-16,0 0-10 0,0 11 10 15,0-11-10-15,0 0 0 0,0 0 0 0,-3 2 0 16,3-2 0-16,0 0 0 0,0 8 0 0,0-8 0 0,3 8 0 0,-3-8 0 15,0 0 0-15,-3 8 0 0,3-8 0 0,0 0 0 16,0 0 0-16,0 8 0 0,-3-2 0 0,3-6 0 16,0 0 0-16,0 7 0 0,-2-2 0 0,2-5 0 15,0 0 0-15,0 0 0 0,0 3 0 0,0-3 0 16,0 0 0-16,-4 8 0 0,4-8 0 0,0 0 0 16,0 0 0-16,0 8 0 0,0-8 0 0,0 0 0 15,0 6 0-15,-3-4 0 0,3-2 0 0,0 0 0 16,-3 5 0-16,3-5 0 0,0 0 0 0,-3 8 0 15,3-8 0-15,0 0 0 0,0 0 0 0,0 0 0 0,0 0 9 16,0 0-9-16,0 0 0 0,0 0 9 16,-6 0-9-16,6 0 0 0,0 0 12 0,0 0-4 0,0 0 0 15,0 0-8-15,-6-5 16 0,6 5-3 0,0 0-1 16,-2-3 0-16,2 3 5 0,-3-5 1 0,0 5 0 0,-3-2 0 16,3-4-18-16,-3 3 0 0,6-2 8 0,-2-3-8 15,-2 5 0-15,2-2 0 0,-1-2 0 0,-1 1 0 16,4-2 9-16,-2-3-1 0,-2 4-8 0,4-7 12 15,0 1-12-15,0 2 0 0,-2-5 0 0,4-2 0 16,-2 3 0-16,4-1 0 0,-2-5 0 0,5 5 0 16,-5 0 0-16,4-5 0 0,0 5 0 0,-3 5 0 15,3-7 0-15,0 7 0 0,0-3 0 0,-4-1 0 16,4 2 0-16,-3 4 0 0,0-1 0 0,0-3 0 16,-3 5 0-16,4 3 0 0,-4 2 0 0,0-2 0 0,0 5 0 15,0 0 0-15,0 0 0 0,0 0-10 0,0 0-2 0,0 0-1 16,0 0 0-16,0 0 0 0,0 0-1 15,-4 8 0-15,4 0 0 0,-3 5 0 0,3 0 6 0,0-2 8 16,0 2-13-16,0 2 5 0,3 6 8 0,-3-5 0 16,-3 9 0-16,3-4 0 0,-3 3 0 0,3-3-8 15,-5 2 8-15,1 1 0 0,-2-3 0 0,4 1 0 16,-1-7 0-16,0 1 0 0,0 0 0 0,0-2 0 16,0 1 0-16,3-2 0 0,-2-4 0 0,2-2 0 15,2 1 0-15,1 0 0 0,0 0 0 0,3-3 0 16,-1-2 0-16,1 2 0 0,3-2 8 0,3-3 0 15,-3 0 0-15,3 0 0 0,2 0 1 0,1 0 1 16,2-3 0-16,1-2 0 0,2 2-10 0,1-5 10 16,2 1-10-16,-2-4 10 0,-4 3-2 0,4 6 0 0,-1-7 0 15,1 4 0-15,0-3-21 0,-1 8-5 0,-3-8-1 0,4 8 0 32,-4 0-65-32,1 0-12 0,-6 0-4 0,2 5 0 15,1-2-144-15,-3 3-28 0</inkml:trace>
  <inkml:trace contextRef="#ctx0" brushRef="#br0" timeOffset="26">12089 14108 1630 0,'0'0'72'0,"0"0"16"0,0 0-71 15,0 0-17-15,0 0 0 0,0 0 0 0,0 0 67 0,0 0 9 0,0 0 3 0,0 0 0 16,-3 5-19-16,3-5-4 0,0 0-1 0,0 0 0 15,0 0-34-15,0 0-6 0,0 0-2 0,6 9 0 16,3-4-13-16,-1-3 0 0,1-2 0 0,3 5 0 16,0-1 12-16,-1 1-4 0,1-5-8 0,3 2 12 15,-4 3 0-15,4-2 0 0,-3 3 0 0,0-6 0 16,2 5 0-16,1-3 0 0,-1-2 0 0,1 5 0 16,3-2 2-16,-4-3 0 0,1 0 0 0,0 0 0 15,-4 0-4-15,4 6-1 0,3-6 0 0,-4 2 0 16,-2-2-9-16,-1-2 0 0,4 2 0 0,-3 0 8 15,-1-6-8-15,1 6 8 0,0-3-8 0,0-2 8 0,0-2-20 16,2 7-5-16,-2-9-1 0,2 4 0 16,-2 3-22-16,-1-7-4 0,1 4 0 15,1-2-1-15,-8-2-116 0,7 2-23 0,-4 1-5 16,1 3-1-16</inkml:trace>
  <inkml:trace contextRef="#ctx0" brushRef="#br0" timeOffset="27">12785 13934 1364 0,'0'0'60'0,"0"0"13"0,0 0-58 0,0 0-15 0,6-3 0 0,0-2 0 16,3-3 32-16,0 0 3 0,-3 3 1 0,0-4 0 15,5 7 3-15,-2-6 1 0,-3 0 0 0,3 3 0 0,0-3-7 0,-3 2-1 16,2-1 0-16,-2 4 0 15,0-3 18-15,-1 4 3 0,4-3 1 0,1 2 0 16,-5-2-17-16,-2 2-3 0,6-2-1 0,-3 0 0 0,-4 2-13 0,7 3-2 16,-3 0-1-16,3-5 0 0,0 5 3 0,0 0 1 15,-3 0 0-15,-1-3 0 0,4-2 15 16,0 5 4-16,-3 0 0 0,3-3 0 0,-3-2-1 0,2 5 0 16,-2 0 0-16,-1 0 0 0,5 0-31 0,-5 0-8 15,-5 0 0-15,6 5 0 0,0-2 0 0,3-3-8 16,-6 8 8-16,2-3-12 0,-1 8 12 0,2-2 8 15,-1 2-8-15,-2-3 11 0,0 11-11 0,1-5 0 16,-2-2 0-16,-2 7 0 0,0-5 8 0,0 0 0 16,-2 5 0-16,2-2 0 0,-4 2-8 0,-2 2 0 15,1-2 0-15,-1 1 0 0,-3-4 8 0,0 3 0 16,0 0 0-16,-2 3 0 0,-4 5 0 0,1-5 0 0,-1 5 0 16,0 0 0-16,3-5-8 0,-5 8 0 0,-4-11 0 15,4 2 8-15,-1 4-8 0,1-3 12 0,-1-8-12 16,3 5 12-16,-2-5 5 0,2-1 2 0,1-1 0 0,2-3 0 15,0-4-8-15,3-7-2 0,-2 5 0 0,2-2 0 16,-3-3-1-16,4-3 0 0,-1-2 0 0,3 5 0 16,-3-7-8-16,3-2 0 0,-2 2 0 0,2-9 0 15,3 2 0-15,-3 4 0 0,2-3 0 0,2-3-11 16,-1 3 11-16,3-3 0 0,0 7 0 0,3-3 0 16,-3 3 0-16,2 2 0 0,5-2 0 0,-7 9 0 15,6-2-18-15,2-3-2 0,4 2 0 0,-1 3 0 16,4 0 20-16,0 0 9 0,3 0-1 0,-1 3 0 0,1-3-8 15,-1 7 0-15,4-1 0 0,-1-3 0 0,-2 4 18 0,3-1 2 16,-4 2 0-16,3-1 0 0,-2 7-7 0,0-6-1 16,2 2 0-16,-6 4 0 0,4-6-12 0,-3 8 8 15,2-9-8-15,1 7 0 0,-3-1 10 0,0-3-10 16,2-1 10-16,-3-2-10 0,1 7 0 0,0-7 0 16,2 2 0-16,1-4 0 0,-1 2-8 0,1-4-8 15,-1 3-2-15,4-6-806 16,-4 2-162-16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3T13:52:21.886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21314 3861 748 0,'0'0'33'0,"0"0"7"0,3-6-32 0,-3 6-8 16,6-2 0-16,-6 2 0 0,0 0 56 0,0 0 8 15,0 0 3-15,0 0 0 0,0 0-16 0,0 0-3 16,0 0-1-16,2 8 0 0,-2 0-12 0,0-1-3 16,-2 2 0-16,-1 3 0 0,0 4-5 0,0 0-2 15,-3-2 0-15,0 2 0 0,0 7 11 0,1-1 1 16,-1 1 1-16,-3 7 0 0,3 1 10 0,-6 6 1 15,1 0 1-15,-1 0 0 0,0 3-6 0,-3 4 0 16,1-7-1-16,-4 8 0 0,-2-8-24 0,3 9-5 16,2-7-1-16,0-2 0 0,-5 0-3 0,8-8-1 15,3 8 0-15,3-13 0 0,1-1 15 0,-4-1 4 16,0-1 0-16,6-5 0 0,9 0-43 0,-6-8-8 0,-6 0-1 16,3-1-1-1,3-7-108-15,0 0-22 0,0 0-4 0,0 0-1 0</inkml:trace>
  <inkml:trace contextRef="#ctx0" brushRef="#br0" timeOffset="1">21656 3959 403 0,'0'0'36'0,"0"0"-36"0,6-6 0 0,-2 3 0 16,1-2 84-16,1-3 9 0,3 0 3 0,0 1 0 15,-4-2-35-15,1 2-6 0,3 2-2 0,-3-4 0 16,0 2 21-16,2-2 4 0,-2 2 1 0,3-1 0 15,0 0-32-15,0 3-7 0,0-4 0 0,2 7-1 16,-2-3-27-16,0 5-4 0,0-3-8 0,-3 3 11 16,0-5-11-16,-1 5 12 0,4 5-12 0,-4-2 12 15,-5-3 7-15,6 5 1 0,3-3 1 0,-6 7 0 16,4-4 2-16,-5 3 0 0,1 0 0 0,0-1 0 16,3 2-9-16,-6 3-2 0,3-3 0 0,-3 7 0 15,2-1 0-15,-2-2-1 0,0 9 0 0,-2-4 0 16,-1-2-2-16,0 10 0 0,3-1 0 0,-6 3 0 15,1 2-9-15,-8-4 10 0,5 3-10 0,-4 0 10 0,1 3-10 16,-4-3 0-16,0 3-12 0,1-4 12 0,-1-4 0 16,0 6 20-16,1-7-3 0,-1 3 0 0,3-7-9 0,-3 2-8 15,4 1 9-15,-1-7-9 0,0 1 16 0,-3 0-2 16,4-2-1-16,-3 1 0 0,2-2 1 0,0-2 0 16,0-3 0-16,-2 5 0 0,2-5-14 0,0-3 11 15,0-2-11-15,1 2 10 0,2-2-10 0,-2-3 10 16,2 0-10-16,-1 0 10 0,5-3-10 0,-4-2 12 15,3 5-12-15,1-3 12 0,-1-2-20 0,3-3-4 16,3 0-1-16,0 3 0 0,0 2 13 0,3-4 0 16,-1 1-10-16,4-2 10 0,3 0 0 0,-3 0 0 15,2 1-9-15,5-2 9 0,-5 4 0 0,1 2 12 16,0-2-1-16,2 2-1 0,-2 3-2 0,0 3 0 16,3 2 0-16,0-2 0 0,-4 2 3 0,4 4 0 0,-3-2 0 15,2 1 0-15,-2 0 8 0,3 0 1 0,-4 0 1 16,5 5 0-16,-2-5-13 0,1 0-8 0,0 0 8 0,-1 5-8 15,1-5 17-15,-3 5-1 0,3-5 0 0,-1 2 0 16,-5-1-16-16,3-2 10 0,-1 7-10 0,2-6 8 16,-5 0-8-16,1 0 0 0,0-1 0 0,0 7 0 15,0-6-22-15,-3 5 0 0,-1-5 0 0,2 2 0 16,2 4-193-16,-1 2-38 0,-2-4-8 16,0 4-2-16</inkml:trace>
  <inkml:trace contextRef="#ctx0" brushRef="#br0" timeOffset="2">17419 6876 403 0,'0'0'36'0,"0"0"-36"0,0 0 0 0,0 0 0 15,0 0 111-15,0 0 15 0,-4-5 3 0,4 5 1 16,0 0-38-16,-2-2-7 0,-1-4-1 0,3 6-1 16,0 0-23-16,0 0-5 0,0 0-1 0,0 0 0 15,0 0-21-15,0 0-4 0,0 0-1 0,0 0 0 16,0 0 8-16,0 0 2 0,0 6 0 0,0 1 0 15,0 2-11-15,-3 4-3 0,-3-3 0 0,3 4 0 16,1-4 3-16,-4 11 0 0,-3-5 0 0,3-3 0 16,0 11-27-16,0-8 0 0,-3 5 0 0,1 0 0 15,-1-5 0-15,0 8 8 0,0-8-8 0,3 5 0 16,1-5 10-16,-1 0-10 0,0-4 12 0,0 4-12 16,3-7 16-16,3-2-4 0,0 1-1 0,0-2 0 0,3 2-11 15,3-1 10-15,-6-7-10 0,6 6 10 0,2-3-1 16,1-3 0-16,0 0 0 0,3 0 0 0,0 0-9 15,-1 0 10-15,1-3-10 0,3 3 10 0,5-6-10 0,0-1 0 16,4 4 0-16,-1-2 0 0,1-3 0 0,-4 2 0 16,1-1 0-16,-1 4 0 0,0-3-11 0,-2-1-7 15,-3-2-2-15,-4 7 0 16,1-3-140-16,-6 0-28 0</inkml:trace>
  <inkml:trace contextRef="#ctx0" brushRef="#br0" timeOffset="3">17714 6734 460 0,'0'0'41'0,"0"0"-33"0,0 0-8 0,0 0 0 16,0 0 184-16,0 0 36 0,0 0 6 0,0 0 2 16,6 8-154-16,-3 0-30 0,3 8-7 0,-3-4-1 15,-3-1 21-15,0 10 4 0,0-5 1 0,-3 13 0 16,3-5-18-16,-6 5-3 0,0 6-1 0,1-1 0 16,-1 3-9-16,-1 0-3 0,-1 8 0 0,-1-3 0 15,0-2 6-15,-2 5 1 0,2 0 0 0,-3 0 0 16,1-6 1-16,-1 3 0 0,0-2 0 0,0-3 0 0,0-5-12 15,4 5-1-15,-4-8-1 0,6 3 0 0,-3-3-14 16,4-6-8-16,-1-2 10 0,0 4-10 0,6-4-9 0,-3 0-8 16,3-11-2-16,3 3-631 15,-1 4-126-15</inkml:trace>
  <inkml:trace contextRef="#ctx0" brushRef="#br0" timeOffset="4">20588 4778 57 0,'12'0'0'0,"-6"0"0"0,-6 0 0 0,6 0 0 15,0-6 0-15,-6 6 0 0,0 0 158 0,6 0 26 16,2-2 6-16,-8 2 1 0,-3-5-105 0,3 5-21 16,0 0-4-16,0 0-1 0,0-3 20 0,0 3 3 15,0 0 1-15,6-5 0 0,-6 5 0 0,0 0 0 16,0 0 0-16,0 0 0 0,6 0-46 0,-6 0-9 15,-3 0-1-15,-6 0-1 0,0 0 8 0,7 5 1 16,2-5 1-16,-9 3 0 0,-6 2-22 0,6-3-5 16,9-2-1-16,-3 0 0 0,-9 9-9 0,7-9 10 15,5 0-10-15,-9 5 10 0,0 2-10 0,-2 2 0 16,-4-2 0-16,9 2 8 0,3-2 0 0,-8-2-8 0,-7 9 12 16,3-3-4-16,4-4 8 0,-7 7 0 0,-2-4 1 15,-1 4 0-15,4-1-4 0,-4 2-1 0,1-1 0 16,-4 2 0-16,-2 0-12 0,2-1 0 0,-2 1 0 0,2-3 0 15,-5 3 14-15,0 0-3 0,3 0-1 0,-1-3 0 16,-2 8-10-16,0-2 0 0,-7-1 0 0,5 1 0 16,1-3 0-16,4 2-11 0,-6-2 3 0,2 0 0 15,4 0 8-15,0-3 0 0,-1 3 0 0,1 0 0 16,0-1 0-16,-1-1 11 0,4-3-3 0,-3 1 0 16,5 4-8-16,-2-2 0 0,-4-2 0 0,4-1 0 15,5 3 0-15,-2-4 0 0,0 3 0 0,2 1 0 16,-2-4 0-16,2 6-11 0,0-2 11 0,-5-7-8 15,2 9 8-15,4-2 0 0,-3-2 8 0,-1-1-8 16,3 2 0-16,1-2 0 0,-1 2-10 0,0-5 10 16,4 5 0-16,-1-2 8 0,4 2 0 0,2-5 1 0,-3 5-9 15,0-5 0-15,-3 0 0 0,1 0 0 0,3 0 0 0,-4 5-11 16,0-5 11-16,3 0-12 0,-2 0 12 0,3 0 8 16,-2-1-8-16,1 2 11 0,1-2-11 15,-1 2-11-15,1-4 3 0,-1 2 0 0,0 2 8 16,1-2 0-16,2 2-9 0,-3-1 9 0,3-3 0 0,-3 3 15 15,1 0-3-15,-1-3 0 0,0 3-12 0,3 0-16 16,-2-1 3-16,2-3 1 0,-6 3 12 0,4 7 0 16,-1-7 0-16,1-2-9 0,-4 6 18 0,3-3 4 15,0-2 1-15,1 1 0 0,-1 1-14 0,0 0 0 16,6 0 0-16,0 0 0 0,-5 0-14 0,2 3-6 16,-2-3 0-16,2-1-1 0,-1 2 21 0,2-2-9 15,-3-4 9-15,-1 5 0 0,3-3-8 0,0 3 8 16,-3 0 0-16,4-3 0 0,-1 4-8 0,0-7 8 0,-3 6 0 15,4-3 0-15,-2 3 0 0,2 0 0 0,-3-3 0 0,1-2 0 16,1 5 0-16,-2-1 0 0,2-1 0 16,0-3 0-16,-2 7 0 0,1-8 0 0,2 7 0 0,-1-4 0 15,1-2 0-15,-1 5 0 0,0-8 0 0,3 5 0 16,0-2 0-16,0 2 0 0,0 0 0 0,0-2 0 16,1 2 0-16,2-2 0 0,-6 2 0 0,7-2 0 15,-8-3 0-15,5 5 0 0,-1-2 0 0,-3-3 0 16,0 7 0-16,4-7 0 0,-1 6 0 0,0-6 0 15,-3 8 0-15,6-8-10 0,0 5 10 0,-3-2-12 16,3-3 12-16,-3 0 16 0,-2 5-4 0,8-5-1 0,0 0-11 16,-3 0 10-16,-6 0-10 0,9 0 10 0,0 0 5 15,0 0 1-15,-6 0 0 0,6 0 0 0,0 0-16 0,0 0 0 16,0 0 0-16,0 0-10 0,0 0 10 0,0 0 0 16,-6 0 8-16,6 0-8 0,0 0 0 0,-6 3 0 15,0-3 0-15,6 0 0 0,-6 0 0 0,6 0 0 16,-5 0 0-16,5 0 0 0,0 0 0 0,-6 0 0 15,-3-8 0-15,6 5 0 0,1-2 17 0,-2-3 3 16,4 2 0-16,0-4 0 0,0 2-1 0,0-5 0 16,4 0 0-16,-2 5 0 0,1-3-19 0,-3-3 0 15,6-1 8-15,-3 2-8 0,0 5 0 0,3-8-9 16,0 8 1-16,-1-5 0 0,-2 2 8 0,0-2 14 16,-6-2-3-16,3 9-1 0,3-4-10 0,3-4 0 15,-3 6 0-15,3-5-11 0,-3 10 11 0,3-4 0 16,-3-2 0-16,-1 4 0 0,-2 5 0 0,4-8 0 15,-2 0 0-15,-2 8 8 0,0 0-8 0,0 0-13 0,0 0 3 16,0 0 1-16,0 0-3 0,0 0 0 0,0 8 0 0,-2 0 0 16,-4 0 0-16,3 0 0 0,-3 5 0 0,0 1 0 15,6 2 3-15,-3-6 0 0,0 8 0 0,3-2 0 16,-3-5 9-16,0 10 0 0,0-5 0 0,0-1 0 16,-2 4 0-16,-1-3 0 0,0 0 0 0,0 0 0 15,0 5 0-15,3-5 0 0,-3 0 0 0,3-1 0 16,-3-6 8-16,4 3 0 0,-4-3 0 0,3 3 0 15,3-8-8-15,0-4 0 0,-3 7 0 0,3-7 0 16,0 0 0-16,0 5 0 0,0-5 10 0,3 3-10 16,-3-3 28-16,9 6 0 0,-1-6 0 0,1 2 0 15,3 3-15-15,-3-5-3 0,2 0-1 0,1 0 0 0,3 0 5 16,-1 0 1-16,4 0 0 0,0 0 0 0,-4 0-7 0,3 0 0 16,-2 0-8-16,0 0 12 0,-3 0-4 15,-1 0-8-15,4 0 11 0,-3 0-11 0,-4 0 12 0,4 0-12 16,-3-5 12-16,-1 3-12 0,-1 2 0 0,1-6 0 15,-2 6 0-15,0 0 0 16,0-3-104-16,3-2-25 0,-3 5-5 0</inkml:trace>
  <inkml:trace contextRef="#ctx0" brushRef="#br0" timeOffset="5">22576 4913 1072 0,'0'0'48'0,"0"0"9"0,0 0-45 0,0 0-12 0,0 0 0 0,0 0 0 16,0 0 16-16,0 3 2 0,0-3 0 0,5 7 0 16,1-2 26-16,0-5 4 0,2 9 2 0,2-9 0 15,-5 0-14-15,4 5-4 0,-3-3 0 0,3-2 0 16,2 5-20-16,-2-5-12 0,0 4 12 0,0 1-12 15,-3-3 30-15,3 6-1 0,2-2 0 0,-2 1 0 16,0 1-29-16,0 0 0 0,-1 0 0 0,4 0 0 16,-3 0 12-16,0-3-4 0,3-2-8 0,-1 7 12 15,3-2-12-15,1 0 0 0,3 3 0 0,-1-6-10 16,1 3 10-16,0 0 9 0,-1 0-1 0,-2 6-8 16,3-7 17-16,-1 1-3 0,0 0-1 0,-2 0 0 0,3 0 0 15,-1 5 0-15,1-5 0 0,-1 0 0 0,1 0-13 16,2 0 8-16,1-1-8 0,0 2 0 0,-4-2 9 0,3 7-9 15,1-6 8-15,-1 5-8 0,1-3 12 0,-1-1-2 16,-2 4-1-16,2 0 0 0,1-2 11 16,-1 1 1-16,-2 4 1 0,2-2 0 0,1-3-7 0,0 1-2 15,-2 4 0-15,2-2 0 0,2 1-5 0,-2 1 0 16,2-2-8-16,-2-3 12 0,0 1-12 0,2 2 8 16,0-4-8-16,1 6 0 0,-4-3 16 0,4 3-4 15,-7-3 0-15,4 3 0 0,2 0-2 0,-6 0-1 16,2-3 0-16,-2 3 0 0,0 0-9 0,1-3 10 0,-3 3-10 15,2-1 10-15,-2 1-2 0,-1-2 0 0,4 2 0 16,0-4 0-16,-4 4 0 0,3 0-8 0,2-2 12 16,-2 2-4-16,1-1-8 0,-3-1 0 0,4-3 0 0,2 1 0 15,-3 4 0-15,-1-2 0 0,-2-4 0 0,2 3 0 16,1 1 0-16,-1-4 0 0,1-2 0 0,-3 5 0 16,2 1 8-16,-2-4-8 0,0 3 0 0,-1-4 8 15,-2 6-8-15,3-2 10 0,-4-4-10 0,1 1 10 16,-1 1-10-16,1-1 0 0,3-2 0 0,-3 0 8 15,-1-1-8-15,-2-1 10 0,3 2-10 0,-1-1 10 16,1 2-1-16,0-1 0 0,-3-3 0 0,2-2 0 16,1 5-1-16,-3-3-8 0,3 3 12 0,-4-8-4 15,1 8-8-15,0-3 0 0,3-2 9 0,-4 2-9 16,-4-2 20-16,1 4-1 0,1-7 0 0,3 6 0 16,0 2-19-16,0 0 0 0,-1-8 0 0,1 8 0 0,-1-3 0 15,2-3 0-15,-1 7 8 0,2-4-8 0,-2-3 0 0,2 3 0 16,-5 4 0-16,3-4 0 0,0-3-9 0,-3 7-6 15,0-4-1-15,2-3 0 0,-4 3 16 0,1-2 0 16,1 3 0-16,-6-6 0 0,6 0 0 0,-6 0 13 16,6 7-4-16,0-1-1 0,-6-6 1 0,9 3 0 15,-4-3 0-15,1 7 0 0,-6-7-9 0,9 0 10 16,-9 0-10-16,9 6 10 0,-3-4-10 0,-6-2 0 16,9 0 0-16,-4 0 8 0,-5 0-8 0,9 6 0 15,-9-6 0-15,0 0 0 0,0 0 0 0,0 0 8 16,6 2-8-16,-6-2 0 0,0 0 8 0,0 0-8 0,0 0 8 15,0 0-8-15,0 0 24 0,0 0 0 0,0 0 0 16,0 0 0-16,0 0-11 0,0 0-2 0,0 0-1 0,0 0 0 16,5 0-10-16,-5 0 0 0,0 0 0 15,0 0 8-15,0 0 3 0,0 0 0 0,6 0 0 0,-6 0 0 16,0 0-11-16,0 0 12 0,0 0-12 0,0 0 12 16,0 0-12-16,0 0 0 0,4-8 9 0,-4 8-9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0-15,-4-6 0 0,4 6 0 0,0-7 7 0,0 4 0 16,-2-8 1-16,2 9 0 0,0-7-5 0,0 4 0 16,-4-2-1-16,4-2 0 0,0 2-15 0,-2-2 11 15,2 2-11-15,0-1 10 0,0 0-10 0,-3-5 0 16,0 5 9-16,3-6-9 0,0 7 0 0,-3-4 0 16,3 3 0-16,-3-5 8 0,0 0-8 0,0 5 0 15,3-3 0-15,0-2 0 0,-3 5 0 0,3-5 0 16,-2 5 0-16,2 0 0 0,-4 0 0 0,4 0 0 15,-2 0 0-15,2 3 0 0,-3 3 0 0,3 2 0 0,-3-6 0 16,3 6 0-16,0 0 0 0,0 0-12 0,0 0 12 0,0 0-12 16,0 0 0-16,0 0-1 0,0 0 0 0,0 0 0 15,0 8 2-15,0 5 1 0,0-5 0 0,0 0 0 16,0 5 10-16,0-5-8 0,3 0 8 0,0 5-8 16,-1-5 8-16,2 0 0 0,-4 3 0 0,2-6-8 15,1 3 8-15,-3 0 0 0,3 0 0 0,0 0 0 16,-3 0 0-16,3-1 0 0,-3 2 0 0,3 1 0 15,0-2 0-15,0 0 0 0,-3 0 0 0,0-5 0 16,2 4 0-16,-2 4 0 0,4-3 0 0,-2-6 0 16,2 7 0-16,-2-2-8 0,-2-7 8 0,7 8-8 15,-5-2-5-15,1 1-1 0,-3-7 0 0,3 6 0 16,-3-6 3-16,0 0 1 0,0 0 0 0,3 8 0 16,-3-8 10-16,0 2 0 0,0-2 0 0,0 8 0 15,0-8 0-15,0 0 0 0,-3 8 0 0,0-2 0 0,3-6 0 0,-5 2 0 16,-2 3 0-16,1-5 0 0,0 9 0 0,4-9 0 15,-7 5 0-15,3-3 8 0,0-2-8 16,0 9 0-16,-2-4 0 0,1-3 0 0,2 3 0 16,-4-2 0-16,0 3 0 0,1-6 0 0,-4 7 0 0,3-7 8 15,-2 9-8-15,-4-2 8 0,0-2 3 0,1 4 1 16,-4-2 0-16,1 1 0 0,2-2 2 0,-3 1 1 16,1 2 0-16,2-2 0 0,0-4-7 0,1 5-8 15,-1 0 11-15,0-3-11 0,1 3 9 0,2 0-9 16,1-8 0-16,-2 8 9 0,5-2-9 0,2-4-12 15,0-2 2-15,1 0 1 16,5 0-115-16,0 0-22 0,0 0-5 0,0 0-541 16,0 0-108-16</inkml:trace>
  <inkml:trace contextRef="#ctx0" brushRef="#br0" timeOffset="6">25192 6766 57 0,'0'0'0'0,"0"0"0"0,0 0 0 0,0 0 0 15,0 0 137-15,0-9 23 0,-3 2 4 0,3 7 0 16,0-8-2-16,0 2-1 0,0 6 0 0,3-2 0 15,-3-6-25-15,0 8-4 0,3-6-2 0,-3 6 0 16,0 0-26-16,0 0-6 0,0 0-1 0,0 0 0 16,0 0-49-16,0 0-11 0,0 0-1 0,0 0-1 15,0 0-15-15,0 0-4 0,-3 9 0 0,0-2 0 16,0 7-3-16,-3-1-1 0,-2-3 0 0,4 4 0 16,-4 2 1-16,2-4 0 0,0-1 0 0,-3 3 0 15,0 1-2-15,3-1-1 0,0-7 0 0,1 9 0 16,-1-7-10-16,0 3 0 0,4-1 9 0,-2-3-9 0,2 3 0 15,2-1 8-15,-4-4-8 0,2 1 0 0,2-7 0 16,0 3 0-16,0-3 0 0,2 8 8 0,-2-8-8 0,4 5 0 16,-4-5 0-16,0 0 8 0,6 8-8 0,-6-8 8 15,2 0-8-15,7 6 8 0,-3-4-8 0,0-2 11 16,2 0-11-16,1 0 12 0,0-2-12 0,-3 2 8 16,2-6-8-16,4 6 8 0,-3-5-8 0,3 2 0 15,-1 3 0-15,1-5 0 0,0 5 0 0,3-3-12 16,-4-2 4-16,4 5 8 15,-3-3-36-15,-1 3 0 0,1-5 0 0,0 3 0 16,-7 2-128-16,1 0-24 0,0 0-6 0</inkml:trace>
  <inkml:trace contextRef="#ctx0" brushRef="#br0" timeOffset="7">25429 6697 1209 0,'0'0'53'0,"0"0"12"16,0 0-52-16,-3 8-13 0,-3-8 0 0,3 8 0 15,-3-3 120-15,4 6 22 0,-4-4 4 0,3 7 1 0,-6 2-79 0,3 0-15 16,0 5-3-16,-2-6-1 0,-4 7-9 15,3 1-1-15,0 6-1 0,-3-5 0 0,4 5-12 0,-4 0-2 16,1 0-1-16,-2 3 0 0,2-3 3 0,-1 3 1 16,-2-1 0-16,1 4 0 0,2-3-3 0,3-3-1 15,-2 0 0-15,5-5 0 0,-4 4-11 0,6-9-3 16,-3 2 0-16,0 1 0 0,1-1-17 16,1-6-4-16,2-4-1 0,-2 2 0 15,2-5-153-15,2 1-30 0,-6 3-7 0,6-12-1 16</inkml:trace>
  <inkml:trace contextRef="#ctx0" brushRef="#br0" timeOffset="8">25654 6861 1566 0,'0'0'34'0,"0"0"7"0,6-6 2 0,3-2 1 0,-3 6-35 0,2-3-9 0,2-4 0 0,1 4 0 16,-2 3 57-16,-3-4 10 0,12-2 1 0,-7 1 1 15,1-2-22-15,-3 2-5 0,8 2-1 0,-5-4 0 16,0 7-13-16,-3-6-2 0,5 2-1 0,-3-1 0 15,1 7 5-15,-3 0 1 0,-6-3 0 0,6 3 0 0,-9 0-4 0,6 3-1 16,-3-3 0-16,-3 0 0 0,6 7-13 0,-6-1-2 16,2 4-1-16,1-5 0 0,-3 6-2 0,0 3 0 15,6-2 0-15,-3 4 0 0,-3 0-8 0,3 6 0 16,-3-6 0-16,0 7 0 0,0-2 0 0,0 3 0 16,-3-3 0-16,0 3 0 0,6-3 16 0,-6 3 2 15,0-3 0-15,-5 3 0 0,2 0-8 0,-3-3-2 16,0 3 0-16,-3-3 0 0,-2 2 10 0,2-7 2 15,1 6 0-15,-4-6 0 0,0 5-20 0,3-5 0 16,4 0-11-16,-5-4 11 0,2 4 0 0,3-8 0 16,-10 5 0-16,12-4 0 0,-6-2 0 0,0 1 0 15,4-8 0-15,-4 6 0 0,0-4 0 0,4-2 8 16,-4-8-8-16,3 8 0 0,1-8 0 0,-2 3 0 0,1-6 0 16,1-2 0-1,2 3-23-15,0-4-10 0,3 2-3 0,3-4 0 0,-2 7 24 0,-4 2 12 0,6-7-12 0,0 12 12 16,0-6-9-16,0 8 9 0,0 0 0 0,0 0-9 15,11-6 9-15,-5 6 0 0,0 0 0 16,2 6 0-16,1-6 0 0,1 3 0 0,1 2 0 0,1-3 0 16,2 4 12-16,-2 2 5 0,6-1 1 0,-4 2 0 15,1-4 14-15,0-3 4 0,2 7 0 0,1-2 0 16,2 1-7-16,-2 5-1 0,-3-5 0 0,8 0 0 16,-3 6-5-16,-5-7-2 0,0 7 0 0,-4-4 0 15,3 3-2-15,-1-5-1 0,-2 8 0 0,1-7 0 16,-4-2-18-16,-2 7 0 0,9-7 0 0,-9 1 0 0,3 0 0 15,-3 0 0-15,0 0 0 0,-1 0 0 16,-2-3-89-16,6-3-22 0,0 4-4 16,-6-6-633-16,6 5-128 0</inkml:trace>
  <inkml:trace contextRef="#ctx0" brushRef="#br0" timeOffset="9">26585 8090 0 0,'0'0'0'0,"0"0"0"15,0 0 0-15,0 0 0 0,0 5 151 0,0-5-31 16,0 0 25-16,-6 0 5 0,1 0-54 0,5 0-12 16,0 0-1-16,0 0-1 0,0 0 13 0,0 0 2 15,0 0 1-15,0 0 0 0,0 0-22 0,0 0-4 16,0 0 0-16,0 0-1 0,0-5-17 0,0 5-3 15,0 0-1-15,0 0 0 0,0 0-22 0,0 0-5 16,0 0-1-16,0 0 0 0,0 0 0 0,0 0 0 16,0 0 0-16,0 0 0 0,0 0 3 0,-4 7 1 15,4-7 0-15,-6 5 0 0,6-5-3 0,0 9-1 0,0-1 0 16,0-8 0-16,0 0 3 0,10 8 1 0,-8 0 0 0,1 0 0 16,3 0-2-16,-6 2-1 0,12-7 0 0,-6 5 0 15,-4-1-8-15,7 2-2 0,3 3 0 0,-3-3 0 16,-3-2 7-16,0 7 0 0,2-3 1 0,1-4 0 15,-3 3-21-15,3 1-12 0,-3 3 2 0,2-4 0 16,1-2 10-16,-1 5 12 0,2 1-2 0,-1-4-1 16,2 9-1-16,1-9 0 0,0 6 0 0,3-2 0 15,-1 1-8-15,-3-2 12 0,7-2-12 0,-6 8 12 16,2-9-1-16,1 6 0 0,0 0 0 0,-3-3 0 16,2 3-3-16,-5-3-8 0,3 1 12 0,-3-4-4 15,5 6 4-15,-3-3 0 0,-7-5 0 0,7 8 0 16,-2-4 3-16,3 4 1 0,-4-7 0 0,1 4 0 15,3-3-16-15,-3 4 9 0,3 1-9 0,-4-6 8 0,1 7-8 16,3-4 0-16,3 2 0 0,-4-3 8 0,1 1-8 0,0-1 0 16,3 2 0-16,-1 0 0 0,-3-2 0 0,4 8 0 15,0-9 9-15,-7 6-9 0,10-2 11 0,-7-2-3 16,-1-1 0-16,1 5 0 0,1-3-8 0,-3-5 0 16,-1 8 0-16,5-8-11 0,-5 5 11 0,4 0 11 15,-3-2-3-15,-1-4 0 0,-2 7-8 0,3-1 12 16,-3-2-12-16,9 2 12 0,-9-5-12 0,2 5 0 15,3-2 0-15,-1 2 8 0,1-2 0 0,-2 1 0 16,0-3 0-16,2 4 0 0,-2-3-8 0,3-2 8 0,-3 5-8 16,-3-4 8-16,2 4-8 0,-2-5 0 0,3 0 9 15,-3-1-9-15,0 2 0 0,0 4 0 0,3-5 0 16,-7-6 8-16,7 6-8 0,-6-2 0 0,6 1 8 0,-3 2-8 16,-3-2 0-16,3-2 8 0,0-2-8 0,2 5 0 15,-2-3 9-15,0 3-9 0,-6-8 12 0,9 8-12 16,0-3 15-16,-3-2-4 0,-4 3-1 0,1-4 0 15,6 3-10-15,-3-2 0 0,-1 2-10 0,4 3 10 16,0-3 0-16,-3-2 0 0,0 5 0 0,0-3 10 16,2-2-10-16,-2 5 0 0,-6-3 0 0,0-5 0 15,6 3 0-15,-3 2 0 0,6-2 0 0,-6 3 0 16,3 1 0-16,-3-7 13 0,-3 0-3 0,6 8-1 16,-4-2-9-16,-2-6 0 0,0 0 0 0,0 2 8 15,9 6-8-15,-6-3 0 0,-3-5 0 0,0 3 0 16,0-3 0-16,9 5 0 0,-9 3 0 0,0-8 0 0,0 0 0 15,0 0 0-15,8 0 0 0,-4 8 0 0,-2-3 0 16,-2-5 0-16,0 0 0 0,0 0 0 0,7 3 0 16,-7-3 0-16,0 0 11 0,0 0-11 0,8 5 0 0,-8-3 8 15,0-2-8-15,0 0 0 0,0 0 0 0,0 0 0 16,0 0 0-16,0 0 0 0,0 0 0 0,0 0 0 16,0 0 0-16,6 6 0 0,-6-6 0 0,0 0 0 15,0 0 0-15,0 0 0 0,0 0 8 0,0 0-8 16,0 0 11-16,0 0-11 0,3 3 15 0,-3-3-4 15,0 0-1-15,0 0 0 0,0 0-2 0,0 0 0 16,0 0 0-16,0 0 0 0,0 0-8 0,0 0 0 16,3 0 0-16,-3 0-11 0,0 0 35 0,0 0 6 0,0 0 2 15,9-9 0-15,-9 2-32 0,6-1 0 16,-4 0 0-16,-2 0 0 0,6 0 16 0,-6 0-4 0,0-5 0 0,3 5 0 16,1-8-12-16,-4 8 0 0,0-8 0 15,0 3 0-15,5 0 8 0,-5-3-8 0,3 5 0 0,-3-7 9 16,0 2-9-16,0 6 8 0,0-6-8 0,0-3 8 15,0 9-8-15,-3-3 0 0,3-3 0 0,0 2 0 16,-5 6 0-16,5 1 0 0,0-4 0 0,0 0 0 16,0 3 0-16,0 1 0 0,-4 4 0 0,1-3 0 15,6-1 0-15,-3-2 0 0,-3 4 0 0,3 5 0 16,0 0 0-16,0 0 0 0,0 0-11 0,0-2 11 16,-3-3 0-16,3 5-8 0,0 0 8 0,0 0 0 15,0 0 0-15,0 0-8 0,0 0 8 0,0 0 0 16,0 0-8-16,0 0 8 0,0 0-8 0,0 0 8 0,0 0-10 15,0 0 10-15,0 5-12 0,-3 2 12 0,1 2-11 16,2-9 11-16,0 7-10 0,0 2 10 0,-6-2-10 16,6 1 10-16,6-2-10 0,-6 1 10 0,2 2-8 0,-2-2 8 15,3 1 0-15,0 0-9 0,0 0 17 0,1 3 3 16,-4-3 1-16,0 0 0 0,8 2-12 0,-8-5 0 16,6 4 0-16,-3 3 0 0,-1-3-11 0,4-2-4 15,-2 4-1-15,1-6 0 0,-2 3 16 0,0 0 0 16,3 0 0-16,-4-2 0 0,-2 1 0 0,0 1 0 15,0 0 0-15,7-3 0 0,-7 3 10 0,3 0 5 16,-3 0 1-16,0 0 0 0,5-5-26 0,-5 2-5 16,0 4-1-16,0-4 0 0,0-5 26 0,0 7 5 15,0 2 1-15,0-7 0 0,4 6-16 0,-4-8-18 16,2 5 4-16,-2 3 1 0,0-3 21 0,0-5 4 0,0 3 0 16,0-3 1-16,0 8-13 0,0-3 0 0,0 3 0 0,0-6 0 15,0 7-11-15,-2-4-1 0,2-5-1 0,0 8 0 16,-4 0 21-16,4-1 5 0,-5 2 1 0,5-2 0 15,-3-1-23-15,-4 2-5 0,7-3-1 0,-2-2 0 16,-4 5 24-16,6-3 5 0,-3-2 1 0,-5 4 0 16,4-7-15-16,-4 9-18 0,-1-9 4 0,1 5 1 15,1 3 13-15,1-8 0 0,-6 8 0 0,4-3 0 16,-1-3 15-16,-3 4-4 0,-5-3-1 0,5 2 0 16,3-3-10-16,-2 3 0 0,-1-1 0 0,-3 1 0 15,3 0 0-15,4-3 0 0,-4 4 0 0,3-3 0 16,-2-3 0-16,2 5 0 0,0-3 0 0,0-2 0 15,3 8 0-15,1-8 0 0,-4 6 0 0,6-4 0 16,-6-2 0-16,9 0 0 0,-8 0 0 0,8 0 0 0,0 5-26 0,0-5 2 16,0 0 1-16,0 0 0 15,0 0-70-15,0 0-15 0,0 0-2 0,0 0-669 16,0 0-133-16</inkml:trace>
  <inkml:trace contextRef="#ctx0" brushRef="#br0" timeOffset="10">27957 10143 403 0,'0'0'17'16,"0"0"5"-16,0 0-22 0,0 0 0 0,0 0 0 0,0 0 0 0,0 0 198 0,0-7 35 15,-8 4 7-15,8 3 2 0,0 0-178 0,0 0-36 16,-3 3-8-16,-3-3 0 0,-6 5-8 0,10-3-2 16,-5-2 0-16,-1 9 0 0,-4-4 27 0,3 2 6 15,3 2 1-15,1 3 0 0,-5-3 16 0,-1-2 4 16,-1 9 1-16,1-2 0 0,2 2-33 0,-3-1-6 15,-2 1-2-15,2 5 0 0,1 0-16 0,-2-2-8 16,-1 2 8-16,-1 3-8 0,1-3 20 0,-1 8 0 16,0-5-1-16,1 0 0 0,-1 5 1 0,3-6 0 15,1 4 0-15,2-8 0 0,0 7-8 0,4-3-2 16,-1-1 0-16,2 2 0 0,-1-5-10 0,1 2-14 0,8 0 3 16,-4 2 1-16,0-2 10 0,0 0 0 15,5-2 0-15,1 2 0 0,0 0 0 0,-3-5 0 16,6 0 0-16,2 0 0 0,-2 0 0 0,0-3 0 0,0 3 0 0,0-3 0 15,-7-5 0-15,8-1 0 0,-8 2 0 0,7-2 0 16,6 2 0-16,-3-9 0 0,-1 5 0 0,-2-2 0 16,2-3 0-16,2-3 9 0,7 3-9 0,-3-5 0 15,-4 2 0-15,6-3 0 0,-1-1 0 0,0-2 0 16,-4 2 0-16,7-1 0 0,-6 0-10 0,-1-5 10 16,3 5-12-16,-5-5 12 0,6 5-12 0,-6-2 12 15,0-4 0-15,-4 6 12 0,1-5 0 0,3 5 0 16,-7 0-4-16,-1 0 0 0,-4-8 0 0,0 8 0 15,0-5 13-15,0 2 3 0,0-2 0 0,0 0 0 16,-4 2 6-16,-1-1 2 0,-1 3 0 0,0-4 0 0,-3 10-20 16,1-4-4-16,-4 2-8 0,0 2 12 0,0-3-12 0,-2 4 11 15,2 2-11-15,-9 0 10 0,12 0-10 16,-11 0 0-16,9 2 0 0,-8-2 0 0,0 9 9 16,4-4-9-16,-3-3 10 0,1 6-10 0,-4-2 0 0,9 1 8 15,-5 2-8-15,8-2 0 0,-5 1 0 0,-1 0 0 16,3 0 0-16,1 5 0 0,1-5 0 0,2 0 0 15,2 0 0-15,0-3 0 0,-3-2-20 0,9 2 2 16,0 3 1-16,-3-3 0 16,3-5-40-16,0 0-8 0,0 0-2 0,3 3-561 15,-3-3-112-15</inkml:trace>
  <inkml:trace contextRef="#ctx0" brushRef="#br0" timeOffset="11">28464 10254 1908 0,'0'0'84'0,"0"0"18"16,0 0-82-16,0 0-20 0,0 0 0 0,0 0 0 0,0 0-13 0,0 0-7 15,-6 0-2-15,6 0 0 0,0 0 10 0,0 0 3 16,-5 0 0-16,-2 5 0 0,7-5 9 16,0 0 0-16,0 0 0 0,0 3 0 0,0-3 0 0,-8 8 0 15,8-8 0-15,-4 8 0 0,-4-2 27 0,8-4 7 16,-3 6 2-16,-3-3 0 0,-2 9 9 0,4-4 3 15,-5-2 0-15,1 0 0 0,5 5-27 0,-6 3-5 16,0-2 0-16,7-4-1 0,-4 3-15 0,0 0 11 16,0-2-11-16,3-4 10 0,-3 2-10 0,6 4 0 15,0-5 0-15,-3 0 0 0,3 0 0 0,0-8 8 16,0 0-8-16,0 0 0 0,3 5 0 0,-3-5 8 16,0 0-8-16,0 3 0 0,0-3 8 0,0 0-8 15,0 0 0-15,6 5 8 0,-3 3-8 0,-3-8 0 0,0 0 0 16,6 5 0-16,-6-5 0 0,0 0 0 0,0 0 0 15,6 8 0-15,-6-8 15 0,0 3-3 0,0-3 0 16,8 5 0-16,1-5-12 0,0 3 11 0,-6-3-11 0,5 0 10 16,5 0 0-16,-5 0 0 0,1 0 0 0,-1 0 0 15,4-3-10-15,-3 3 0 0,3 3 0 0,-3-3 0 16,3 0 0-16,2 5 0 0,1-5 0 0,-6 2 0 16,2 4 0-16,3-3 0 0,-7 7 0 0,1-2 0 15,1 0 0-15,0 0 0 0,-6 0 0 0,3-1 0 16,-4 7 0-16,-2-3 0 0,6-4 0 0,-6 7 0 15,-6-1 0-15,6-3 0 0,6-2 0 0,-2 6 0 16,-2-7 0-16,-2 7 8 0,0-3-8 0,0 1 0 16,7-3 8-16,-7-2-8 0,-7 2 8 0,5-2-8 15,-2 7 12-15,-2-7-4 0,4 1 0 0,-7 5 0 0,0-4 1 16,0-2 0-16,-2 1 0 0,-1 0 0 0,-5 0-9 16,5 0 8-16,-6 0-8 0,6 0 8 0,-5-2-8 0,-4-4 0 15,9 6 0-15,-5-3 0 0,3-2-10 0,-4 2-4 16,0-5-1-16,-2 0 0 15,2-5-17-15,6 2-4 0,-7 3-1 0,4-8 0 16,0 1-115-16,3-7-22 0,-5 6-5 0</inkml:trace>
  <inkml:trace contextRef="#ctx0" brushRef="#br0" timeOffset="12">28394 10313 2106 0,'0'0'93'0,"0"0"19"0,0 0-89 0,0 0-23 0,0 0 0 0,0 0 0 15,2 0 25-15,11-6 1 0,-5 6 0 0,1 0 0 16,11 0 10-16,-8-5 1 0,8 2 1 0,4-2 0 15,0 2-14-15,1-2-2 0,2-3-1 0,2 5 0 16,1-2-1-16,-1 3-1 0,0-4 0 0,-8-2 0 16,-1 8-35-16,6-5-8 0,-5 3 0 0,-6-4-1 15,2 6-24-15,1 0-5 16,-7-3-1-16,7 3-620 0,-6-5-124 0</inkml:trace>
  <inkml:trace contextRef="#ctx0" brushRef="#br0" timeOffset="13">24896 8066 633 0,'0'0'28'0,"0"0"6"0,0 0-34 16,0 0 0-16,0 0 0 0,6 0 0 0,-3-3 124 0,3-2 17 15,-3 5 4-15,2-5 1 0,-1 2-94 0,1 3-20 16,1-6-3-16,-6 6-1 0,0 0 1 0,0 0 0 15,6 0 0-15,-6 0 0 0,0 0-6 0,3-2-2 16,3-3 0-16,-6 5 0 0,0 0 17 0,0 0 3 16,0 0 1-16,0 0 0 0,-6 7-19 0,1-1-4 15,-5 2-1-15,5 0 0 0,-4 0-6 0,3 8 0 16,-3-4-1-16,0 2 0 0,1-3-3 0,-4 5-8 16,3-3 12-16,-2 3-4 0,-1-3 7 0,0 2 1 15,0 1 0-15,0 5 0 0,1-5-2 0,-3 8 0 16,-1-2 0-16,-3 1 0 0,1 1-14 0,-1 2 8 15,0-1-8-15,-2-2 0 0,0 6 8 0,2 0-8 0,-3 0 0 16,1-2 0-16,2 2 0 0,1 0 0 16,-4 7 0-16,4-4 0 0,-4 6 0 0,3-6 0 0,1 1 0 0,0-1 0 15,-4 5 0-15,7 1 0 0,-4-7 0 0,3 6 0 16,-2 0 8-16,2-5-8 0,0 5 0 0,1-8 0 16,-1 3 0-16,0 2 0 0,1-8 0 0,2 4 0 15,-2-1 0-15,-1 0 8 0,3-5-8 0,0 4 0 16,1-4 8-16,-1 5-8 0,-3 0 11 0,7-2-11 15,-4-6 11-15,3 3-11 0,3 2 10 0,1-2-10 16,-7 0 8-16,0-1-8 0,7 4 0 0,-5-9 9 16,5 4-9-16,-7 2 0 0,3-8 0 0,3 5 0 15,0-6 0-15,0 1 0 0,1 5 0 0,-1-8 8 16,0 4-8-16,4-4 0 0,-2-3 0 0,-2 4 0 16,1-7 0-16,1 9 0 0,2-8 0 0,-2 0 0 15,-1 0 0-15,2-2 0 0,0 1 0 0,0 1 8 0,0 0 2 16,1 0 0-16,-2 0 0 0,2 0 0 0,-2-3 10 0,1-5 3 15,3 0 0-15,-2 8 0 0,-2-8-11 0,4 0-1 16,-6 8-1-16,6-8 0 0,0 0-2 0,0 0 0 16,0 0 0-16,-2 5 0 0,2-5-8 0,0 0 0 15,0 0 9-15,0 0-9 0,0 0 0 0,0 0 8 16,0 0-8-16,0 0 0 0,0 0 12 0,0 0-1 16,-3 3-1-16,3-3 0 0,-6 0 17 0,6 0 3 15,0 0 1-15,-3-3 0 0,0-2-9 0,3 5-2 16,0-8 0-16,0 2 0 0,0-1-4 0,0-1 0 15,0 0-1-15,0 0 0 0,0 0-3 0,0 0-1 16,0 1 0-16,-2-2 0 0,-2-4 1 0,4 5 1 0,-2 1 0 16,2-7 0-16,-4 7-2 0,2-2-1 0,2 2 0 15,-3-4 0-15,0 6 0 0,-3-4 0 0,3 1 0 0,-3-5 0 16,0 5-10-16,3 1 0 0,-3-2 9 0,0 4-9 16,4-6 0-16,-4 4 9 0,3-7-9 0,-3 7 0 15,3-7 9-15,3 7-9 0,-3-2 0 0,3 2 9 16,0-7-9-16,0 7 0 0,0-2 0 0,0 7 0 15,0-6 0-15,3 0 0 0,-3 0 0 0,3 3 0 16,-3 5 0-16,0 0-9 0,0 0 9 0,0 0 0 16,0 0-11-16,0 0 11 0,0 0-10 0,0 0 10 15,0 0-8-15,0 0 8 0,0 0 0 0,6 5-9 16,-3 3 9-16,3 0-8 0,-4 0 8 0,4 3-8 16,-2-4 8-16,-4 7-12 0,2 2 12 0,1-4-12 0,3 4 12 15,-3 0-12-15,-3 0 12 0,3 3-12 0,0-9 12 16,0 6 0-16,3-2 0 0,-3 2 0 0,3-4 0 15,-4-1 0-15,4 3 0 0,0-7 0 0,0 1 0 16,-3 0 9-16,3 0 0 0,0-2 0 0,-1 1-9 0,1 1-11 16,3-2 3-16,-3-4 0 0,0 3 8 0,0-2 0 15,2-3 0-15,1 0 8 0,3 0 1 0,-1-3 1 16,1-2 0-16,0 3 0 0,0-7 8 0,2-1 2 16,1 2 0-16,-1 0 0 0,4-3 9 0,2-1 3 15,1-4 0-15,0 2 0 0,-4-2-32 0,4 0-13 16,2 1 1-16,-3-1 0 0,-2-3 12 0,2 3 0 15,-1 0 0-15,-2 4 0 16,3 1-27-16,-2-3-2 0,-4-1-1 0,4 2 0 16,0 4-123-16,-1-1-25 0,1-3-5 0</inkml:trace>
  <inkml:trace contextRef="#ctx0" brushRef="#br0" timeOffset="14">23415 10495 57 0,'0'0'0'0,"0"0"0"0,0 0 0 0,0 0 0 15,0 0 245-15,0 0 44 0,0 0 9 0,0 0 2 16,0 0-213-16,0 0-43 0,-2-5-8 0,2 5-1 0,0 0 6 0,2-8 2 15,-2 8 0-15,0-3 0 0,0-2 4 0,4-3 1 16,-4 8 0-16,0-3 0 0,2-2-7 0,1-3-1 16,0 0 0-16,0 2 0 0,3-1 4 0,0-1 0 15,0 5 0-15,-1-5 0 0,1-3-22 0,3 4-4 16,0-1-1-16,0 0 0 0,2 0-4 0,-1 0-1 16,1 0 0-16,3 1 0 0,1 1 4 0,0-2 0 15,-1 0 0-15,4 8 0 0,2-3-16 0,-2-2 9 16,-7 5-9-16,4-2 8 0,-3-4-8 0,-3 6 0 15,3 0 0-15,-4 6-11 0,1-4 11 0,-3 3 0 16,3-2 0-16,-3 5 0 0,0-3 0 0,-4-2 0 16,4 5 0-16,0-3 0 0,-6 3 0 0,3 0 0 0,0 6 0 15,0-4 0-15,-6-3 0 0,0 7-8 16,3 2 8-16,-3-3 0 0,0 3 0 0,0 5 0 0,-3-5 0 16,0 0 8-16,4 5-8 0,-4-5 0 0,-3 5 0 0,0-3 0 15,-5 3 0-15,2-5 0 0,0 5 0 0,-2-5 0 31,-1 1-24-31,-3 4-4 0,4-5 0 0,-4-1 0 0,4-2 13 0,-4 3 3 0,0-2 0 0,1-7 0 16,-1 1 12-16,3 0-11 0,-2 6 11 0,3-12-10 16,1 6 10-16,-1-3 0 0,3-2 0 0,-1 2 0 15,0-5 0-15,0 0 0 0,6 0 0 0,-2 0 0 16,4-5 11-16,4 5-3 0,-5 0 0 0,5 0 0 16,0 0-8-16,0 0 0 0,0-8 0 0,0 8 0 15,5-3-12-15,-1-2 12 0,4-3-10 0,1 8 10 16,0-3 0-16,3-2 0 0,-4 5 13 0,7-5-4 15,-1 2 6-15,1 3 1 0,0 0 0 0,-1 0 0 16,5 0-8-16,-2 3-8 0,3 2 11 0,-2 3-11 0,0-2 15 16,-1-4-4-16,0 6-1 0,1 0 0 0,-1-3 2 0,1 8 0 15,0-4 0-15,-1-2 0 0,1 4-4 0,-3-3 0 16,-1 5 0-16,1-5 0 0,0 5-8 0,-4-2 8 16,3-3-8-16,-1 5 8 0,-5-5-19 0,1-3-4 15,3-3-1-15,-4 7 0 16,-2-9-100-16,0 5-20 0,3-3-4 0,-9-2-639 0</inkml:trace>
  <inkml:trace contextRef="#ctx0" brushRef="#br0" timeOffset="15">24170 10458 1753 0,'-6'-16'77'0,"6"10"17"15,-2 6-75-15,2 0-19 0,0-7 0 0,2-1 0 0,2 5 32 16,2-5 4-16,-4 3 0 0,7-3 0 0,0 3-36 0,0-3 0 16,2 0 0-16,1 0 0 0,0 0-9 0,0 0 9 15,2 1-8-15,-2 1 8 0,3-2 0 0,-1 6-8 16,-2-7 8-16,2 4 0 0,-1-3 0 0,-2 8 0 16,1-5 0-16,-1 2 11 0,1 3 4 0,-3 0 1 15,3 0 0-15,-4 3 0 0,1 2-4 0,0 1-1 16,0-4 0-16,0-2 0 0,-1 8-11 0,1 0 0 15,-3 0 0-15,2 0 0 0,-2 5 0 0,-3 3 0 16,3-3 0-16,-2 3 0 0,-2 5 0 0,-2-5 0 16,0 8 0-16,-2 0 0 0,-2-3 0 0,-2 2 0 15,1-2 0-15,-1 4 0 0,-3 1 0 0,0-3 0 16,0-1-12-16,1-4 12 0,-4 3-16 0,3 4 5 16,-2-10 1-16,-1 7 0 0,0-7 10 0,-3 1-8 15,1-3 8-15,2 3-8 0,-3-8 8 0,3 5 0 0,1-5 0 16,-3 0 0-16,1-2 11 0,-1-4-3 0,2 3 0 0,3-5 0 15,-5 0-8-15,5 0 0 0,0 0 0 0,1 0 0 16,-1-5 0-16,0 5 0 0,0-2 0 0,0-4 0 16,3-2-17-16,0 0-6 0,-2 3-1 0,2 2 0 15,3-2 6-15,-3 2 1 0,4-2 0 0,-4-3 0 16,3 8 17-16,3 0 0 0,0 0 8 0,0 0-8 16,0 0 21-16,0 0-1 0,0 0-1 0,9 0 0 15,2 8 11-15,3-8 2 0,1 0 1 0,3 5 0 16,2-2-1-16,1-3 0 0,-1 5 0 0,1-2 0 15,2 2-15-15,0 3-3 0,-2-3-1 0,0-2 0 16,-1 5 10-16,4 0 1 0,-7 0 1 0,4 0 0 0,-4 0-9 16,1 5-3-16,3-5 0 0,-4 0 0 0,-3 5-13 0,1-5 11 15,-3 0-11-15,3 5 10 0,-4-2-10 0,1-4-9 16,-1-2 9-16,1 4-13 16,-3-2-120-16,3 2-24 0</inkml:trace>
  <inkml:trace contextRef="#ctx0" brushRef="#br0" timeOffset="16">23298 11391 1234 0,'0'0'55'0,"0"0"11"0,-2 0-53 0,2 0-13 0,0 0 0 0,0 0 0 16,0 0 25-16,0 0 3 0,0 0 0 0,-4 0 0 31,4 0-49-31,0 0-10 0,0 0-1 0,-2 0-1 0,-1 5 25 0,-1-2 8 0,2 2 0 0,-1-2 0 15,0 2 0-15,0 3 0 0,-3 0 0 0,3 0 0 16,0 0 18-16,-3 5 4 0,1-3 1 0,-4 4 0 16,0 2-7-16,3 0-2 0,-5 2 0 0,2 1 0 15,0 2 12-15,-2 3 2 0,-2-3 1 0,2 2 0 16,-1 1-2-16,0 5-1 0,1 0 0 0,-1 1 0 16,0-7-4-16,1 9-1 0,2-3 0 0,-3-6 0 0,1 7-4 15,-1 4-1-15,0-2 0 0,0 0 0 0,0 5-5 16,1 0-2-16,-3 0 0 0,2 0 0 0,-1 3-9 15,-1-3 0-15,-1-1 0 0,-2 4 0 0,2-3 0 0,1-8 0 16,-3 8 0-16,-2 0 8 0,2-5-8 0,-1 0 0 16,4 2 0-16,-1-5 0 0,0-2 16 0,1 1 2 15,-1 2 0-15,4-6 0 0,-1 4 1 0,0-4 0 16,0-8 0-16,1 5 0 0,-1-5-9 0,4 5-2 16,-2-5 0-16,1 0 0 0,4 5 7 0,-4-5 1 15,0 0 0-15,1-3 0 0,2 3-3 0,-3 0 0 16,0 0 0-16,3 2 0 0,0-3 3 0,0 1 1 15,-2 1 0-15,2-4 0 0,0-3-17 0,0 4-12 16,0-1 1-16,4-3 1 0,-4-1-3 0,2-2-1 0,2 4 0 16,-1-3 0-16,0-6-7 0,0 7-2 0,0-4 0 15,3-3 0 1,-3 6-31-16,3-8-6 0,0 0-2 0,-3 0 0 16,3 0-22-16,-5 6-4 0,5-6 0 0,0 0-1 15,0 0-56-15,0 7-11 0</inkml:trace>
  <inkml:trace contextRef="#ctx0" brushRef="#br0" timeOffset="17">22438 13159 518 0,'0'0'46'0,"0"0"-37"16,0 0-9-16,0 0 0 0,0 0 128 0,2-8 24 16,2 8 5-16,2-8 1 0,-6 8-97 0,0 0-19 15,3-3-4-15,-3 3-1 0,0 0 7 0,0 0 2 16,6-5 0-16,-6 5 0 0,0-7 2 0,2 1 1 15,-2-2 0-15,0 6 0 0,0-3 6 0,0-4 1 16,0 2 0-16,-2-2 0 0,2 4-10 0,-4-2-2 16,2-2 0-16,-1 2 0 0,0-9-3 0,0 8-1 0,-1-5 0 0,-1-3 0 15,2-1-4-15,-3 5 0 0,1-4-1 16,1 0 0-16,2 2-18 0,-2-2-3 0,2 1-1 0,-1 2 0 16,3 2-13-16,-3-2 8 0,0 5-8 0,0-5 0 15,0 5 0-15,0 0 0 0,3 0 0 0,-3 5 0 16,3-2 0-16,-3-3 0 0,3 8 0 0,0-6 0 15,3 4 0-15,-3 2 0 0,0 0 0 0,0 0-10 16,0 0 10-16,0 0-12 0,0 0 12 0,0 0-12 16,0 0 4-16,0 0 0 0,6 8 0 0,-3 0 0 15,3 0 0-15,-3 0 0 0,2 0 0 0,-1 5 0 16,-4 3 8-16,2 0-10 0,-2 5 10 0,0 0-10 16,-2-2 10-16,2 7-10 0,-4-3 10 0,2 2-10 15,-1 4 10-15,0-6 0 0,-3 7 0 0,0-7 0 0,3 3-8 16,-3-1 8-16,3-10-8 0,-3 9 8 0,4-8 0 15,-4 2 0-15,3-2 0 0,0-5 0 0,0 2 0 16,0-5 0-16,3 0 0 0,0 0 0 0,0-8 13 0,0 0 2 16,6 8 0-16,0-8 0 0,2 0 5 0,4-3 2 15,0-2 0-15,0-3 0 0,2 0-2 0,3 0 0 16,2-5 0-16,-2 2 0 0,1-2-5 0,2-2-2 16,4-7 0-16,-1 6 0 0,3-5 1 0,-2 3 0 15,2-3 0-15,1 0 0 0,2 5-14 0,-3 2 0 16,-3 4 0-16,-2-3 0 0,2 2-9 0,-3-2-5 15,-1 5-1-15,-2-5 0 16,0 5-35-16,-5 5-7 0,0-2-2 0,-3-4 0 16,2 9-130-16,-2-5-27 0,-9 5-4 0,0 0-2 0</inkml:trace>
  <inkml:trace contextRef="#ctx0" brushRef="#br0" timeOffset="18">22026 14076 979 0,'0'0'87'0,"0"0"-70"16,-4 0-17-16,1 0 0 0,3 0 164 0,-2 0 28 16,-2 0 7-16,-2 0 1 0,1 0-157 0,5 0-31 15,-3 8-12-15,0 0 8 0,0 0 12 0,-3 0 3 16,3 6 0-16,1 2 0 0,-2-1 2 0,2 6 1 0,2 3 0 16,0-3 0-16,0 8 13 0,0 3 2 0,0-3 1 0,0 8 0 15,0 0-21-15,-3 2-4 0,-1 6-1 0,-4-2 0 16,-1-3-16-16,-3 7 0 0,1-5 8 0,2 4-8 15,0-7 0-15,0-2 0 0,1-8 8 0,-1 0-8 16,-3-5 0-16,6 0 0 0,0-3 0 0,1-5 0 31,-1-3-34-31,2-5-4 0,4-8-1 0,0 0-858 0</inkml:trace>
  <inkml:trace contextRef="#ctx0" brushRef="#br0" timeOffset="19">22710 14232 806 0,'-12'-5'72'0,"7"5"-58"16,1-3-14-16,-1-2 0 0,-1 3 118 0,0-4 21 0,3 6 4 0,-2-8 1 15,-1 8-97-15,-1-5-19 0,5 5-4 0,-4-3-1 16,3-2 28-16,-3 2 5 0,0-2 2 0,-2 5 0 16,2-2-25-16,0-4-5 0,-3 6 0 15,3-3-1-15,-3-2-6 0,1 5-1 0,2 0 0 16,-3 0 0-16,0 0 12 0,0 8 1 0,0-8 1 0,1 6 0 15,-1-4-10-15,0 6-3 0,-5 0 0 0,4-3 0 16,-1 9-1-16,3-4-1 0,-2 3 0 0,-1-5 0 16,5 8-5-16,-3 0-1 0,1 0 0 0,-2 5 0 15,5-5-4-15,-4 5-1 0,3-6 0 0,0 1 0 16,3 5-8-16,0 1 0 0,1-12 0 0,2 12 0 16,0-6 0-16,2-3 0 0,1-3 0 0,3 4-11 15,0-7 3-15,0 2 0 0,5-4 0 0,-1-3 0 16,1-2 8-16,1 0-8 0,-1 0 8 0,4-2-8 15,-3-7 8-15,2 4 0 0,1-2 0 0,0-2 0 0,-3-3 0 16,2 1 0-16,-2-5 0 0,2-3 0 16,-2 9 9-16,3-6-9 0,0-3 12 0,-4 3-12 0,1-2 19 15,-1-3-3-15,1 5-1 0,0-5 0 0,-1 5-3 0,-2 3-1 16,0-3 0-16,-3 8 0 0,3 0-11 0,-6 0 12 16,0 3-12-16,-3 5 12 0,0 0 1 0,0 0 1 15,0 0 0-15,0 0 0 0,-6 8-14 0,3 5 8 16,-3 3-8-16,0 0 0 0,-3-3 8 0,0 11-8 15,4-3 0-15,-1 2 0 0,0 2 11 0,-2 3-11 16,4-6 12-16,-2 10-12 0,1-4 28 0,1 4 0 16,-1-2-1-16,2 1 0 0,-3 6-15 0,3-2-2 15,-3 4-1-15,0-2 0 0,1 3-9 0,-1 2 0 0,2-5 0 16,2-6 0-16,-4 1 0 0,6-2 0 16,-3-2 0-16,6-4 0 15,0-8-40-15,0 5-1 0,-1-7 0 0,5-7-652 0,-1 2-131 0</inkml:trace>
  <inkml:trace contextRef="#ctx0" brushRef="#br0" timeOffset="20">18335 7855 1447 0,'0'0'64'0,"0"0"13"0,0 0-61 0,-6 0-16 0,0 0 0 0,-3 0 0 0,9 0 27 16,-6 2 2-16,4 3 1 0,-4 0 0 0,6-5-17 0,0 0-3 15,0 4-1-15,0-4 0 0,-3 7 12 0,0-2 3 16,3-5 0-16,0 9 0 0,0-9-2 0,0 2 0 15,-3 6 0-15,6-3 0 0,0 3-2 0,0 0 0 16,-3 0 0-16,0 5 0 0,6-5-20 0,-1 0 9 16,-5 8-9-16,3-8 0 0,0 8 24 0,0-3-1 15,0 3-1-15,-3-3 0 0,3-2 6 0,2 7 2 16,2-2 0-16,-1-1 0 0,0 2-10 0,-1-1-3 16,4 5 0-16,2-5 0 0,-2 5 0 0,1-5 0 15,-2 7 0-15,3-7 0 0,-1 5-7 0,-2 3-2 16,1-3 0-16,0 0 0 0,-1 4-8 0,2-4 8 15,-2-3-8-15,1 8 8 0,-1-7-8 0,-1 10 0 16,-1-5 9-16,0 5-9 0,-1-8 8 0,1 8-8 0,0-5 8 0,2-1-8 16,1-2 13-16,1 4-1 0,-2-4-1 0,1 3 0 15,3-3 0-15,-4 2 0 0,1-7 0 0,3 5 0 16,-1 0 0-16,-2-5 0 0,3 6 0 0,-3-4 0 16,3-2-3-16,-4 5-8 0,1 0 12 0,-1 3-4 15,2-8 0-15,-5 5 0 0,1 2 0 0,0 7 0 16,3-6-8-16,-3 2 8 0,-6 1-8 0,6-1 8 15,0-3-8-15,-4 2 0 0,1-4 9 0,3 0-9 16,3-2 20-16,0 2-1 0,-4-5 0 0,1-1 0 16,3-2-19-16,0 3 0 0,-6 0 8 0,6-3-8 15,-3 0 0-15,0-2 0 0,-1 2 0 0,1-2 0 16,-3 3 0-16,0-7 12 0,3 7-3 0,-4-7 0 0,4 1-9 16,-3 0 0-16,1 5 0 0,-2-5 0 15,2 0 11-15,-2 0-3 0,-4 0-8 0,4 0 12 0,-2 0-12 16,0-8 9-16,0 7-9 0,0-7 8 0,0 0-8 0,0 0 8 15,0 0-8-15,0 0 8 0,0 0-8 0,0 0 10 16,0 0-10-16,0 0 10 0,0 0-10 0,0 0 0 16,0 0 0-16,0 0-11 15,0 0-40-15,0 0-8 0,9 0-1 0,-9 0-1 16,0 0-121-16,6 6-24 0,-6-6-5 0,0 0-1 0</inkml:trace>
  <inkml:trace contextRef="#ctx0" brushRef="#br0" timeOffset="21">18952 9638 633 0,'0'0'28'0,"0"0"6"0,0 0-34 0,0 0 0 0,0 0 0 0,0 0 0 16,0 0 83-16,0 0 9 0,0 0 3 0,0 0 0 15,0 0-64-15,-3-2-13 0,3 2-2 0,0 0-1 16,-3-5 21-16,3-3 5 0,0 2 1 0,0 6 0 16,0-2 7-16,0-3 2 0,3-4 0 0,0 2 0 15,-3-1 17-15,3 0 3 0,0 0 1 0,3 0 0 16,-3 2-1-16,0-1 0 0,0-2 0 0,0 2 0 16,3-7-20-16,-4 7-4 0,7-4-1 0,-3-2 0 15,0-3-17-15,2 8-3 0,1-7-1 0,-3 1 0 16,3-2 5-16,0 3 1 0,0-3 0 0,-1 0 0 0,1 3-18 15,3-3-3-15,-3 0-1 0,-3 1 0 0,2-1-9 16,-2 2 0-16,3-2 0 0,0 4 8 0,-3 1-8 0,0-3 8 16,2 1-8-16,-2 3 8 0,0 2-8 15,-3-1 12-15,-3-3-12 0,2 6 12 0,-2 3-12 0,4-2 0 16,-2 3 9-16,-2 2-9 0,0 0 0 0,0 0 9 16,0 0-9-16,0 0 0 0,0 0 0 0,0 0 0 15,0 0 0-15,0 0 0 0,4 2 0 0,-1 6-9 16,-3 3 9-16,2 0 0 0,-2-4 0 0,0 1-8 15,0 0 8-15,-2-2 0 0,2 7 0 0,-3-3 0 0,-1-1 0 16,4 3 0-16,-2 4 0 0,-2 0 0 0,2 0 0 16,-1-3-8-16,0 9 8 0,0-4 0 0,-3 3 0 0,0-5 0 15,0 6 0-15,1-7 0 0,2 1 0 16,-4-3 0-16,-1 3 0 0,5-3 0 0,-3-5 0 16,4 0 0-16,-4-6 0 0,2 9 0 0,-1-3 0 0,2 0 8 15,-3 0-8-15,3-6 0 0,-3 4 0 0,3 2 0 16,-3 0 0-16,4-3 0 0,-2-2 0 0,4-3 0 15,-2 5 0-15,-4 3 8 0,0-6-8 0,0 4 0 16,1-3 0-16,-1 2 0 0,2-5 0 0,-1 8 8 16,-1-8-8-16,0 5 9 0,0-2-9 0,0-3 10 15,-3 0-1-15,3 5 0 0,1-5 0 0,-4 0 0 16,3-5 8-16,-3 5 2 0,-2 0 0 0,2 0 0 16,-3 0 4-16,0 0 1 0,1-3 0 0,-1-2 0 15,1 5 0-15,-4-6 1 0,0 4 0 0,1 2 0 0,-1-5 3 16,0-4 1-16,1 9 0 0,-4-2 0 0,6-3-11 15,0 2-2-15,-5-2-1 0,5 5 0 0,-3 0-15 0,1 0 8 16,-1 0-8-16,4 0 0 0,-1 0 0 0,0 0 0 16,3 5 0-16,1-5 0 0,2 0 0 0,0 0 0 15,-3 0 0-15,6 0 0 0,3 0 0 0,-6 0 0 16,0 0-9-16,0 0 9 0,1 0-16 0,5 0 2 16,0 0 1-16,0 0 0 15,0 0-86-15,0 0-17 0,0 0-3 0,0 0-618 16,0 0-124-16</inkml:trace>
  <inkml:trace contextRef="#ctx0" brushRef="#br0" timeOffset="22">18984 10254 1209 0,'0'0'53'0,"-6"0"12"0,1 0-52 0,2 5-13 0,3-5 0 0,0 0 0 15,0 0 116-15,0 0 21 0,-6 3 4 0,6-3 1 16,0 0-108-16,0 0-22 16,0 0-4-16,0 0 0 0,9 6 16 0,-4-4 3 0,1-2 1 0,3 0 0 15,3 0 16-15,-4 0 4 0,5-2 1 0,1-4 0 16,1 6-25-16,-1-3-6 0,4-2-1 0,2 0 0 15,-3 3-7-15,4 2-2 0,-3-6 0 0,0 6 0 16,2 0-8-16,-5 0 0 0,2 0 0 0,1 0 0 16,-3-3 0-16,2 3 0 0,-5 3 0 0,2-3 0 15,1 0 0-15,0 0 0 0,-1 0 0 0,-2 0 0 16,0 0 0-16,-1 0 10 0,1 0-10 0,0-3 10 16,-3 3-1-16,2-5 0 0,-2 3 0 0,3-3 0 15,-6 5-9-15,5-4 0 0,-2-1 0 0,-3 5 8 16,3 0-8-16,-4 0 0 0,-5 0 0 0,0 0 0 15,0 0 0-15,6 0 0 0,-6 0 0 0,0 0 0 16,6 9 0-16,-6-9 0 0,0 0 0 0,0 7 0 0,0 1 15 16,0-2 7-16,0 1 2 0,-2 1 0 0,-2 0-24 0,-2-3 0 15,1 4-10-15,-1 1 10 0,3-2 0 0,-3 5 16 16,-3-5-2-16,0 0 0 0,3 0-6 16,1 5-8-16,-4 1 11 0,0-4-11 0,0 3 16 0,1-5-3 15,-4 8-1-15,3-3 0 0,-6 3 4 0,4 0 0 16,-1 0 0-16,-2 0 0 0,-1 2 5 0,0-2 2 15,1 0 0-15,-1 5 0 0,-2-2-23 0,5-3 0 16,3 5 0-16,-3-6 0 0,-5 7 0 0,2-1 0 16,1-6 0-16,-1 7 0 0,3-4 0 0,-3-5 0 15,1 8 0-15,-1-2 0 0,4-1-12 0,-1-2-3 16,0-5-1-16,3 7 0 0,-2-7 6 0,-1 5 1 0,3-3 0 0,3 3 0 31,-2 0-143-31,-1-3-29 0,3 0-6 0</inkml:trace>
  <inkml:trace contextRef="#ctx0" brushRef="#br0" timeOffset="23">16684 7902 460 0,'0'0'20'0,"0"0"5"15,0 0-25-15,0 0 0 0,-3 5 0 0,-3-5 0 16,3 3 143-16,1 2 23 0,-4 0 5 0,0-2 1 0,0 5-124 0,3-8-24 16,3 0-4-16,-6 8-2 0,0-3-18 0,0-2 10 15,3 2-10-15,-3-2 8 0,1 2-8 0,-1 3 10 16,-3 5-10-16,3-2 10 0,0-3 1 0,0 5 0 16,-5 3 0-16,2-1 0 0,0-1 8 0,3 7 1 15,-3-3 1-15,-2 4 0 0,-4-1-7 0,1 0-2 16,-1 3 0-16,1-5 0 0,-1 7 4 0,3-3 0 15,-3 1 0-15,1 0 0 0,-1 3 0 0,0-4 1 16,1 1 0-16,-1-2 0 0,3 1-1 0,-3-2-1 16,1 3 0-16,3 0 0 0,-1-3 7 0,-3 3 2 15,4-3 0-15,-1 3 0 0,0 4-16 0,-3-3-8 16,1 1 8-16,-1-2-8 0,0-1 0 0,1 2 0 0,-1 1 0 16,4-3 0-16,-7 1 9 0,3-2-9 0,1 1 12 15,-1 1-12-15,-3-3 12 0,4 3-12 0,-1 5 12 16,4-5-12-16,-4 2 0 0,0-2 0 0,4 0 0 15,-4 0 0-15,3 5 10 0,1-5-10 0,-1-3 8 0,0 2-8 16,3-2 0-16,0 1 8 0,-2-6-8 0,2 7 0 16,-2-7 8-16,2 5-8 0,-1-5 8 0,-1 0-8 15,3 5 8-15,-2-5-8 0,2 0 0 0,-1 5 8 16,0-5-8-16,1 6 12 0,-2-7-12 0,2 1 12 16,-1 5-12-16,0-5 0 0,1 0 9 0,-2 5-9 15,2-5 19-15,-1-3-1 0,1 3 0 0,-1 0 0 16,3-3-18-16,-3-3-16 0,0 4 4 0,0-1 0 15,1-3 12-15,2 4 13 0,0-7-2 0,-3 7-1 16,3-4 3-16,1-2 1 0,-4 6 0 0,6-7 0 0,0 7-14 16,-3-4 9-16,3-2-9 0,-2 3 8 15,1 0-8-15,-2-4 0 0,-3 7 0 0,4-7 0 0,-1 9 0 0,0-8 8 16,-2 5-8-16,-1-4 0 0,-1 3 0 0,5-1 0 16,-1-3 0-16,0 0 0 0,0 0 0 0,0-3 0 15,1 3 0-15,-1-3 0 0,3-2 0 0,-3 5 8 16,3-3-8-16,0-2 0 0,3-3 19 0,-6 8-2 15,0-3 0-15,0-2 0 0,4 2-5 0,-4 0-2 16,0-2 0-16,3 5 0 0,-3-3-10 0,3-2 8 16,0-3-8-16,3 0 8 0,-3 5-8 0,3-5 10 15,0 0-10-15,-2 0 10 0,-4 0 2 0,6 0 1 16,-6 0 0-16,6 0 0 0,-3-5 4 0,-3 5 1 0,3-3 0 16,3 3 0-16,-6-5-2 0,3 5 0 15,-3-8 0-15,4 8 0 0,-1-3-8 0,-3-2-8 0,2 5 12 0,2-5-12 16,-1 5 8-16,0-3-8 0,0-2 0 15,0 5 0-15,0-3 0 0,1-2 0 0,2-3 0 0,-6 5 0 16,6-2 16-16,-4-3-3 0,4 0-1 0,-2 0 0 16,-1 0 10-16,3 0 2 0,0-5 0 0,0 5 0 15,0 1-13-15,3-2-3 0,-6-4 0 0,3-2 0 16,3 6 1-16,-3-3 0 0,2 1 0 0,-2-3 0 16,0 7-9-16,4-7 12 0,-4 6-12 0,0 0 12 15,0 0-12-15,2 1 0 0,-2 1 0 0,4 3 0 16,-4 3 0-16,0 0 0 0,0 0-8 0,0-5 8 15,0 5 0-15,0 0-9 0,0 0 9 0,0 0 0 16,5 0-9-16,-5 0 9 0,0 0 0 0,0 0-9 16,0 0 9-16,0 0 0 0,0 0 0 0,0 0-8 0,0 0 8 15,0 0 0-15,0 0 0 0,3 5 0 0,-3 9 0 0,0-4-10 16,0 3 10-16,0 4 0 0,0-1-9 0,0 0 9 16,0 5 0-16,-3-6-9 0,3 7 9 0,0-7 0 15,0 6 0-15,0-5 0 0,0 0 0 0,3 0 0 16,-3-3 0-16,0 0 0 0,0-2 0 0,3 2 0 15,-3-5 0-15,0 0 0 0,0 0 0 0,3 0 0 16,0-1 0-16,-3-7 0 0,0 0 0 0,0 0 0 16,2 9 0-16,-2-9 0 0,0 0 0 0,4 7 0 15,-4-7 0-15,0 0 8 0,2 6-8 0,5-3 11 16,-7-3-11-16,6 5 12 0,-1 0 14 0,4-5 3 16,2-5 1-16,-1 5 0 0,1 0-2 0,1-5-1 15,5-4 0-15,-2 7 0 0,3-6-7 0,-1 2-2 0,4-1 0 16,-4-7 0-16,-5 7-18 0,3-1-17 0,0 0 3 0,2 0 1 15,0 0 37-15,-2 0 7 0,3 0 1 0,-4 0 1 16,1-5-33-16,0 5 0 0,-4-6 0 0,1 7 0 16,0-4-14-16,-4 3 0 0,1 1 0 0,3-2 0 31,-7-1-20-31,5 2-4 0,-2 0-1 0,1 0 0 16,-3 5-41-16,3-4-9 0,-3-4-2 0,2 8-600 0,1-4-120 0</inkml:trace>
  <inkml:trace contextRef="#ctx0" brushRef="#br0" timeOffset="24">15218 10373 633 0,'0'0'28'0,"0"0"6"0,0 0-34 0,0 0 0 0,0-5 0 0,2 5 0 16,-2 0 121-16,0-8 18 0,0 8 3 0,0-3 1 15,0 3-108-15,0-5-22 0,0 0-4 0,0 5-1 16,-2-2-8-16,2 2 0 0,0 0 0 0,-4-6 0 16,-1 6 0-16,2-3-14 0,0-2 5 0,3 5 1 15,0 0 8-15,-6 0 11 0,0-2-3 0,0-4 0 16,4 6 13-16,2 0 3 0,0 0 0 0,-3-3 0 15,-3-2 48-15,0-3 11 0,3 8 1 0,-3-8 1 16,0 3-10-16,-2-3-3 0,2 8 0 0,-3-8 0 16,0 8-12-16,3-3-4 0,-6-2 0 0,4 5 0 0,-4-2-43 0,1 2-13 15,-2 0 0-15,-1 0 8 0,3 0-8 16,-4 2 8-16,3-2-8 0,-3 5 8 0,1-2-8 0,2 3 0 16,-6-4-11-16,4 6 11 0,-3-3 0 0,-2 3 0 15,5 0 11-15,-3 0-3 0,-4 0-8 0,4 0 0 16,-4 5 0-16,4-5 0 0,-1 5 0 0,3-2 17 15,4 2-2-15,-1 8-1 0,0-5-14 0,-3 0 0 16,0 5 0-16,1-2 0 0,-1 2 0 0,4 2 0 16,-1-2 0-16,1 4 0 0,-4-4 0 0,3 7 0 15,0-3 0-15,3 4 0 0,-2 0 0 0,2-5 0 16,0 4 0-16,3-4 0 0,1 8 0 0,1-3 0 0,-1-5 0 16,2-3 0-16,3 3 0 0,0-3 0 0,3 0 0 15,0-5 0-15,3 0 0 0,-1 0 0 0,1-8 8 16,3 5-8-16,0 0 0 0,2-2 0 0,4 2 0 0,0-3 0 15,-1 1 0-15,1-1 0 0,3-1 8 0,2-2-8 16,4-2 12-16,2-1 0 0,3 1 0 0,0-5 0 16,1 0-12-16,-4 0 0 0,4 0 0 0,-5-5 0 15,5 1 0-15,-1-1 9 0,0-2-9 0,0-2 12 16,1 2-4-16,-1-1-8 0,-5 0 12 0,2-6-4 16,3 4 8-16,-2-3 0 0,-1 0 1 0,-3 2 0 15,1-3-2-15,-1-2-1 0,-2-5 0 0,-1 6 0 16,1-6 3-16,-3 5 1 0,-1-8 0 0,0 3 0 15,-2-3 1-15,-1 0 0 0,1-5 0 0,-3 8 0 16,-3-3-3-16,-1 1 0 0,-2 2 0 0,0-3 0 16,-3 3 8-16,3-1 2 0,-6-2 0 0,0 3 0 0,-3 3-10 15,0-3-1-15,0 0-1 0,-3 5 0 0,0-5-14 16,1 2 9-16,-4 3-9 0,0-3 8 0,-2 4-8 16,-1-1 0-16,0 3-10 0,-3 5 10 0,0-3-15 0,-2-2 3 15,0 5 1-15,-1-5 0 0,1 5 11 0,-1 0 0 16,0 5 0-16,-2-2 0 0,3-3-11 0,-2 8 0 15,2 0 0-15,3 0 0 16,-4 0-33-16,0 0-8 0,4 8 0 0,-4-8-1 16,1 8-87-16,2 0-18 0,4 0-3 0,-4 0-731 0</inkml:trace>
  <inkml:trace contextRef="#ctx0" brushRef="#br0" timeOffset="25">14322 11375 759 0,'0'0'33'0,"0"0"8"0,0 0-33 0,0 0-8 15,0 0 0-15,0 0 0 0,0 0 44 0,0 0 6 16,0 0 2-16,0 0 0 0,0 0-3 0,0 0 0 16,0 0 0-16,0 0 0 0,0 0-4 0,0 0-1 15,-6 0 0-15,0 5 0 0,-2-2-10 0,2-3-2 0,0 8-1 0,0-8 0 16,0 8 9-16,0-3 3 15,6-5 0-15,-6 3 0 0,0 5-15 0,-2-3-2 0,5 3-1 16,-3 0 0-16,0 0-14 0,0 0-3 0,4 0-8 0,-5-1 12 16,1 7 4-16,1-1 0 0,-4-3 0 0,4 4 0 15,-1 2 2-15,-3-3 1 0,-1 3 0 0,2 0 0 16,-1 0 1-16,-3 5 1 0,4 0 0 0,-3-3 0 16,-2 8 3-16,-1-7 0 0,2 8 0 0,1-3 0 15,-4-3 2-15,0 2 1 0,3 1 0 0,-2 0 0 16,2-3-17-16,0 3-10 0,-2-1 12 0,-1 4-12 15,3-3 13-15,-5 0-4 0,2 4-1 0,-2-3 0 16,-1 3 0-16,3-4 0 0,-2-3 0 0,-1 9 0 16,7-7-8-16,-4 7 0 0,0-7 0 0,1 1 0 15,-1-3 10-15,0 3 0 0,1-3 0 0,-1 3 0 16,3-3 6-16,-3 0 2 0,4-2 0 0,-3 2 0 16,2 0-4-16,0-5-1 0,3 0 0 0,-2 5 0 0,2-5 0 15,0-1 0-15,-2 1 0 0,4-2 0 0,-5 2-5 16,4 0-8-16,-1-4 11 0,1 4-11 0,-1 0 9 0,0-2-9 15,0 1 0-15,0 1 9 0,1-2-9 0,-1 2 0 16,0-1 0-16,-3 1 0 0,4-3 15 0,-1 1-3 16,-3-4 0-16,4 3 0 0,-2-5 10 0,1 8 2 15,1-8 0-15,-1 5 0 0,-3-5-10 0,6 5-2 16,4-2 0-16,-5 2 0 0,-1-5-12 0,-1 0 0 16,3 8 8-16,-2-9-8 0,-1 2 0 0,0 4 0 15,3-5 0-15,0 5 0 0,-2-5 0 0,2-1 8 16,-3 2-8-16,3-2 0 0,0 2 0 0,-3-1 0 15,3-3 8-15,0 3-8 0,-2 0 0 0,2 0 8 0,0 0-8 16,1-1 0-16,-4 2 15 0,3-2-3 0,0 2-1 0,0-4 0 16,0 2-11-16,1 2 10 0,1-2-10 0,-2 2 10 15,4-2-10-15,-4-2 0 0,3-2-10 0,0 3 10 16,-3 1 0-16,0-2 20 0,3 4-4 0,0-7 0 16,1 3-6-16,2-5-2 0,-6 3 0 0,6-3 0 15,0 0 0-15,-4 8 0 0,2-8 0 0,2 0 0 16,-6 5 0-16,6-5 0 0,0 0 0 0,-3 3 0 15,3-3-8-15,0 0 0 0,0 0 0 0,0 0 0 16,0 0 0-16,0 0 0 0,0 0 0 0,0 0 0 16,0 0 0-16,0 0 0 0,0 0 0 0,0 0-11 15,0 0 11-15,0 0 0 0,0 0 0 0,0 0 0 16,0 0 11-16,0 0-3 0,0 0 0 0,0 0 0 0,0 0-8 16,0 0 10-16,0 0-10 0,0 11 10 15,0-11-10-15,0 0 0 0,0 0 0 0,-3 2 0 16,3-2 0-16,0 0 0 0,0 8 0 0,0-8 0 0,3 8 0 0,-3-8 0 15,0 0 0-15,-3 8 0 0,3-8 0 0,0 0 0 16,0 0 0-16,0 8 0 0,-3-2 0 0,3-6 0 16,0 0 0-16,0 7 0 0,-2-2 0 0,2-5 0 15,0 0 0-15,0 0 0 0,0 3 0 0,0-3 0 16,0 0 0-16,-4 8 0 0,4-8 0 0,0 0 0 16,0 0 0-16,0 8 0 0,0-8 0 0,0 0 0 15,0 6 0-15,-3-4 0 0,3-2 0 0,0 0 0 16,-3 5 0-16,3-5 0 0,0 0 0 0,-3 8 0 15,3-8 0-15,0 0 0 0,0 0 0 0,0 0 0 0,0 0 9 16,0 0-9-16,0 0 0 0,0 0 9 16,-6 0-9-16,6 0 0 0,0 0 12 0,0 0-4 0,0 0 0 15,0 0-8-15,-6-5 16 0,6 5-3 0,0 0-1 16,-2-3 0-16,2 3 5 0,-3-5 1 0,0 5 0 0,-3-2 0 16,3-4-18-16,-3 3 0 0,6-2 8 0,-2-3-8 15,-2 5 0-15,2-2 0 0,-1-2 0 0,-1 1 0 16,4-2 9-16,-2-3-1 0,-2 4-8 0,4-7 12 15,0 1-12-15,0 2 0 0,-2-5 0 0,4-2 0 16,-2 3 0-16,4-1 0 0,-2-5 0 0,5 5 0 16,-5 0 0-16,4-5 0 0,0 5 0 0,-3 5 0 15,3-7 0-15,0 7 0 0,0-3 0 0,-4-1 0 16,4 2 0-16,-3 4 0 0,0-1 0 0,0-3 0 16,-3 5 0-16,4 3 0 0,-4 2 0 0,0-2 0 0,0 5 0 15,0 0 0-15,0 0 0 0,0 0-10 0,0 0-2 0,0 0-1 16,0 0 0-16,0 0 0 0,0 0-1 15,-4 8 0-15,4 0 0 0,-3 5 0 0,3 0 6 0,0-2 8 16,0 2-13-16,0 2 5 0,3 6 8 0,-3-5 0 16,-3 9 0-16,3-4 0 0,-3 3 0 0,3-3-8 15,-5 2 8-15,1 1 0 0,-2-3 0 0,4 1 0 16,-1-7 0-16,0 1 0 0,0 0 0 0,0-2 0 16,0 1 0-16,3-2 0 0,-2-4 0 0,2-2 0 15,2 1 0-15,1 0 0 0,0 0 0 0,3-3 0 16,-1-2 0-16,1 2 0 0,3-2 8 0,3-3 0 15,-3 0 0-15,3 0 0 0,2 0 1 0,1 0 1 16,2-3 0-16,1-2 0 0,2 2-10 0,1-5 10 16,2 1-10-16,-2-4 10 0,-4 3-2 0,4 6 0 0,-1-7 0 15,1 4 0-15,0-3-21 0,-1 8-5 0,-3-8-1 0,4 8 0 32,-4 0-65-32,1 0-12 0,-6 0-4 0,2 5 0 15,1-2-144-15,-3 3-28 0</inkml:trace>
  <inkml:trace contextRef="#ctx0" brushRef="#br0" timeOffset="26">12089 14108 1630 0,'0'0'72'0,"0"0"16"0,0 0-71 15,0 0-17-15,0 0 0 0,0 0 0 0,0 0 67 0,0 0 9 0,0 0 3 0,0 0 0 16,-3 5-19-16,3-5-4 0,0 0-1 0,0 0 0 15,0 0-34-15,0 0-6 0,0 0-2 0,6 9 0 16,3-4-13-16,-1-3 0 0,1-2 0 0,3 5 0 16,0-1 12-16,-1 1-4 0,1-5-8 0,3 2 12 15,-4 3 0-15,4-2 0 0,-3 3 0 0,0-6 0 16,2 5 0-16,1-3 0 0,-1-2 0 0,1 5 0 16,3-2 2-16,-4-3 0 0,1 0 0 0,0 0 0 15,-4 0-4-15,4 6-1 0,3-6 0 0,-4 2 0 16,-2-2-9-16,-1-2 0 0,4 2 0 0,-3 0 8 15,-1-6-8-15,1 6 8 0,0-3-8 0,0-2 8 0,0-2-20 16,2 7-5-16,-2-9-1 0,2 4 0 16,-2 3-22-16,-1-7-4 0,1 4 0 15,1-2-1-15,-8-2-116 0,7 2-23 0,-4 1-5 16,1 3-1-16</inkml:trace>
  <inkml:trace contextRef="#ctx0" brushRef="#br0" timeOffset="27">12785 13934 1364 0,'0'0'60'0,"0"0"13"0,0 0-58 0,0 0-15 0,6-3 0 0,0-2 0 16,3-3 32-16,0 0 3 0,-3 3 1 0,0-4 0 15,5 7 3-15,-2-6 1 0,-3 0 0 0,3 3 0 0,0-3-7 0,-3 2-1 16,2-1 0-16,-2 4 0 15,0-3 18-15,-1 4 3 0,4-3 1 0,1 2 0 16,-5-2-17-16,-2 2-3 0,6-2-1 0,-3 0 0 0,-4 2-13 0,7 3-2 16,-3 0-1-16,3-5 0 0,0 5 3 0,0 0 1 15,-3 0 0-15,-1-3 0 0,4-2 15 16,0 5 4-16,-3 0 0 0,3-3 0 0,-3-2-1 0,2 5 0 16,-2 0 0-16,-1 0 0 0,5 0-31 0,-5 0-8 15,-5 0 0-15,6 5 0 0,0-2 0 0,3-3-8 16,-6 8 8-16,2-3-12 0,-1 8 12 0,2-2 8 15,-1 2-8-15,-2-3 11 0,0 11-11 0,1-5 0 16,-2-2 0-16,-2 7 0 0,0-5 8 0,0 0 0 16,-2 5 0-16,2-2 0 0,-4 2-8 0,-2 2 0 15,1-2 0-15,-1 1 0 0,-3-4 8 0,0 3 0 16,0 0 0-16,-2 3 0 0,-4 5 0 0,1-5 0 0,-1 5 0 16,0 0 0-16,3-5-8 0,-5 8 0 0,-4-11 0 15,4 2 8-15,-1 4-8 0,1-3 12 0,-1-8-12 16,3 5 12-16,-2-5 5 0,2-1 2 0,1-1 0 0,2-3 0 15,0-4-8-15,3-7-2 0,-2 5 0 0,2-2 0 16,-3-3-1-16,4-3 0 0,-1-2 0 0,3 5 0 16,-3-7-8-16,3-2 0 0,-2 2 0 0,2-9 0 15,3 2 0-15,-3 4 0 0,2-3 0 0,2-3-11 16,-1 3 11-16,3-3 0 0,0 7 0 0,3-3 0 16,-3 3 0-16,2 2 0 0,5-2 0 0,-7 9 0 15,6-2-18-15,2-3-2 0,4 2 0 0,-1 3 0 16,4 0 20-16,0 0 9 0,3 0-1 0,-1 3 0 0,1-3-8 15,-1 7 0-15,4-1 0 0,-1-3 0 0,-2 4 18 0,3-1 2 16,-4 2 0-16,3-1 0 0,-2 7-7 0,0-6-1 16,2 2 0-16,-6 4 0 0,4-6-12 0,-3 8 8 15,2-9-8-15,1 7 0 0,-3-1 10 0,0-3-10 16,2-1 10-16,-3-2-10 0,1 7 0 0,0-7 0 16,2 2 0-16,1-4 0 0,-1 2-8 0,1-4-8 15,-1 3-2-15,4-6-806 16,-4 2-162-16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3T14:17:58.226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19666 3854 748 0,'0'0'33'0,"0"0"7"0,3-4-32 0,-3 4-8 16,4-3 0-16,-4 3 0 0,0 0 56 0,0 0 8 15,0 0 3-15,0 0 0 0,0 0-16 0,0 0-3 16,0 0-1-16,2 7 0 0,-2 0-12 0,0-1-3 16,-2 1 0-16,0 3 0 0,0 3-5 0,-1 0-2 15,-2-2 0-15,0 3 0 0,1 5 11 0,-1-2 1 16,0 3 1-16,-2 4 0 0,2 1 10 0,-5 6 1 15,1-1 1-15,-1 1 0 0,1 1-6 0,-4 5 0 16,2-7-1-16,-4 7 0 0,-2-7-24 0,3 7-5 16,2-4-1-16,0-3 0 0,-5 0-3 0,8-6-1 15,1 7 0-15,3-12 0 0,1 0 15 0,-4-1 4 16,1-1 0-16,5-4 0 0,6 0-43 0,-4-6-8 0,-4-1-1 16,2 0-1-1,2-6-108-15,0 0-22 0,0 0-4 0,0 0-1 0</inkml:trace>
  <inkml:trace contextRef="#ctx0" brushRef="#br0" timeOffset="1">19947 3935 403 0,'0'0'36'0,"0"0"-36"0,5-5 0 0,-2 3 0 16,2-2 84-16,-1-3 9 0,3 0 3 0,1 1 0 15,-4-1-35-15,1 1-6 0,3 2-2 0,-3-3 0 16,-1 1 21-16,3-1 4 0,-2 1 1 0,2-1 0 15,0 0-32-15,1 3-7 0,-1-3 0 0,3 5-1 16,-3-2-27-16,0 4-4 0,1-2-8 0,-4 2 11 16,1-4-11-16,0 4 12 0,2 4-12 0,-3-2 12 15,-4-2 7-15,5 4 1 0,3-2 1 0,-6 5 0 16,3-3 2-16,-3 3 0 0,1 0 0 0,-1-1 0 16,3 1-9-16,-5 3-2 0,3-3 0 0,-3 6 0 15,2 0 0-15,-2-2-1 0,0 6 0 0,-2-2 0 16,-1-2-2-16,1 9 0 0,2-2 0 0,-5 3 0 15,0 1-9-15,-5-2 10 0,3 1-10 0,-2 2 10 0,-1 1-10 16,-2-3 0-16,0 4-12 0,0-4 12 0,0-4 0 16,-1 6 20-16,2-6-3 0,-1 2 0 0,2-5-9 0,-2 1-8 15,2 1 9-15,1-6-9 0,-1 1 16 0,-2 0-2 16,2-1-1-16,-1 0 0 0,1-1 1 0,0-2 0 16,0-3 0-16,-1 5 0 0,1-5-14 0,0-1 11 15,1-3-11-15,-1 3 10 0,3-3-10 0,-2-2 10 16,1 0-10-16,1 0 10 0,2-2-10 0,-2-3 12 15,2 5-12-15,1-2 12 0,-1-3-20 0,2-1-4 16,3-1-1-16,0 3 0 0,0 2 13 0,3-4 0 16,-1 1-10-16,3-1 10 0,2-1 0 0,-2 1 0 15,2 0-9-15,3-1 9 0,-3 2 0 0,0 3 12 16,0-2-1-16,3 1-1 0,-3 3-2 0,1 3 0 16,1 1 0-16,1-2 0 0,-4 3 3 0,4 2 0 0,-3-1 0 15,3 0 0-15,-2 1 8 0,1-1 1 0,-2 1 1 16,3 3 0-16,0-3-13 0,-1-1-8 0,1 1 8 0,-1 4-8 15,1-4 17-15,-3 3-1 0,3-3 0 0,-1 1 0 16,-4-1-16-16,3-1 10 0,-2 5-10 0,2-4 8 16,-3 0-8-16,-1-1 0 0,1 0 0 0,0 5 0 15,0-4-22-15,-2 3 0 0,-1-3 0 0,0 2 0 16,3 2-193-16,0 2-38 0,-3-3-8 16,1 3-2-16</inkml:trace>
  <inkml:trace contextRef="#ctx0" brushRef="#br0" timeOffset="2">16466 6326 403 0,'0'0'36'0,"0"0"-36"0,0 0 0 0,0 0 0 15,0 0 111-15,0 0 15 0,-2-4 3 0,2 4 1 16,0 0-38-16,-2-2-7 0,-1-2-1 0,3 4-1 16,0 0-23-16,0 0-5 0,0 0-1 0,0 0 0 15,0 0-21-15,0 0-4 0,0 0-1 0,0 0 0 16,0 0 8-16,0 0 2 0,0 4 0 0,0 2 0 15,0 1-11-15,-2 4-3 0,-3-3 0 0,2 3 0 16,1-2 3-16,-2 8 0 0,-4-4 0 0,3-2 0 16,1 9-27-16,-1-7 0 0,-3 4 0 0,1 0 0 15,0-4 0-15,-1 7 8 0,2-7-8 0,1 4 0 16,0-4 10-16,0 0-10 0,1-2 12 0,-1 2-12 16,2-6 16-16,3-1-4 0,0 0-1 0,0-1 0 0,3 1-11 15,2 1 10-15,-5-7-10 0,4 4 10 0,3-2-1 16,1-2 0-16,-2 0 0 0,5 0 0 0,-2 0-9 15,1 0 10-15,-1-2-10 0,4 2 10 0,3-4-10 0,1-3 0 16,2 5 0-16,0-2 0 0,1-3 0 0,-4 3 0 16,1-2 0-16,0 3 0 0,0-1-11 0,-2-2-7 15,-4-1-2-15,-1 5 0 16,-1-2-140-16,-4-1-28 0</inkml:trace>
  <inkml:trace contextRef="#ctx0" brushRef="#br0" timeOffset="3">16709 6209 460 0,'0'0'41'0,"0"0"-33"0,0 0-8 0,0 0 0 16,0 0 184-16,0 0 36 0,0 0 6 0,0 0 2 16,5 7-154-16,-2 0-30 0,1 6-7 0,-2-3-1 15,-2-1 21-15,0 8 4 0,0-4 1 0,-2 11 0 16,2-4-18-16,-4 3-3 0,-1 6-1 0,0-1 0 16,0 2-9-16,0 0-3 0,-2 8 0 0,-1-4 0 15,2-1 6-15,-4 3 1 0,3 1 0 0,-3 0 0 16,1-4 1-16,-1 1 0 0,0-1 0 0,0-3 0 0,1-4-12 15,2 5-1-15,-3-8-1 0,6 3 0 0,-4-2-14 16,3-5-8-16,1-1 10 0,-1 2-10 0,5-3-9 0,-3 0-8 16,3-9-2-16,3 3-631 15,-1 3-126-15</inkml:trace>
  <inkml:trace contextRef="#ctx0" brushRef="#br0" timeOffset="4">19070 4606 57 0,'9'0'0'0,"-3"0"0"0,-6 0 0 0,4 0 0 15,1-5 0-15,-5 5 0 0,0 0 158 0,5 0 26 16,2-2 6-16,-7 2 1 0,-2-4-105 0,2 4-21 16,0 0-4-16,0 0-1 0,0-2 20 0,0 2 3 15,0 0 1-15,4-4 0 0,-4 4 0 0,0 0 0 16,0 0 0-16,0 0 0 0,5 0-46 0,-5 0-9 15,-2 0-1-15,-5 0-1 0,-1 0 8 0,6 4 1 16,2-4 1-16,-7 2 0 0,-6 2-22 0,7-2-5 16,6-2-1-16,-3 0 0 0,-7 7-9 0,6-7 10 15,4 0-10-15,-7 4 10 0,-1 3-10 0,-1 0 0 16,-4-1 0-16,9 1 8 0,2-1 0 0,-8-2-8 0,-5 7 12 16,4-2-4-16,1-3 8 0,-5 5 0 0,-1-2 1 15,-1 2 0-15,2 0-4 0,-2 1-1 0,1-1 0 16,-4 2 0-16,-1 1-12 0,1-2 0 0,-1 1 0 0,1-2 0 15,-4 2 14-15,1 0-3 0,1 0-1 0,0-2 0 16,-2 6-10-16,0-2 0 0,-5 1 0 0,3-1 0 16,2-2 0-16,2 2-11 0,-4-2 3 0,1 0 0 15,4 0 8-15,-1-2 0 0,1 2 0 0,-1 0 0 16,1 0 0-16,-1-2 11 0,3-2-3 0,-3 1 0 16,5 3-8-16,-2-2 0 0,-3 0 0 0,3-2 0 15,5 2 0-15,-3-3 0 0,0 3 0 0,2 0 0 16,-1-3 0-16,2 5-11 0,-1-2 11 0,-4-4-8 15,2 6 8-15,2-2 0 0,-1-1 8 0,-1-1-8 16,3 2 0-16,-1-2 0 0,0 2-10 0,1-5 10 16,2 5 0-16,0-3 8 0,3 3 0 0,1-5 1 0,-2 6-9 15,1-6 0-15,-3 1 0 0,0-1 0 0,3 1 0 0,-4 3-11 16,1-3 11-16,2-1-12 0,-1 1 12 0,1-1 8 16,0 1-8-16,1 0 11 0,-1-1-11 15,0 1-11-15,1-3 3 0,-1 2 0 0,1 1 8 16,-1-1 0-16,3 1-9 0,-3-1 9 0,3-2 0 0,-3 3 15 15,1 0-3-15,-1-3 0 0,1 3-12 0,1-1-16 16,-1 0 3-16,2-3 1 0,-5 3 12 0,2 5 0 16,0-5 0-16,1-2-9 0,-3 5 18 0,2-2 4 15,1-3 1-15,-1 3 0 0,0-1-14 0,0 1 0 16,5-1 0-16,1 1 0 0,-6-1-14 0,3 3-6 16,-2-3 0-16,1 1-1 0,1 0 21 0,0-1-9 15,-3-4 9-15,1 5 0 0,1-3-8 0,1 2 8 16,-3 1 0-16,4-3 0 0,-2 3-8 0,1-5 8 0,-3 4 0 15,3-2 0-15,0 3 0 0,0 0 0 0,-3-3 0 0,3-1 0 16,-1 3 0-16,-1 0 0 0,2-1 0 16,0-3 0-16,-3 6 0 0,2-6 0 0,2 5 0 0,-2-3 0 15,1-2 0-15,0 5 0 0,0-7 0 0,2 4 0 16,0-1 0-16,0 1 0 0,0 0 0 0,1-1 0 16,-1 1 0-16,3-2 0 0,-6 2 0 0,6-1 0 15,-5-3 0-15,2 4 0 0,0-2 0 0,-2-2 0 16,0 6 0-16,2-6 0 0,0 5 0 0,1-5 0 15,-4 6 0-15,5-6-10 0,1 4 10 0,-3-1-12 16,3-3 12-16,-3 0 16 0,-2 4-4 0,7-4-1 0,0 0-11 16,-3 0 10-16,-3 0-10 0,6 0 10 0,0 0 5 15,0 0 1-15,-6 0 0 0,6 0 0 0,0 0-16 0,0 0 0 16,0 0 0-16,0 0-10 0,0 0 10 0,0 0 0 16,-5 0 8-16,5 0-8 0,0 0 0 0,-4 2 0 15,-1-2 0-15,5 0 0 0,-5 0 0 0,5 0 0 16,-5 0 0-16,5 0 0 0,0 0 0 0,-4 0 0 15,-3-6 0-15,4 3 0 0,1-1 17 0,-1-2 3 16,3 1 0-16,0-3 0 0,0 1-1 0,0-3 0 16,3-1 0-16,-1 4 0 0,1-2-19 0,-3-2 0 15,5-1 8-15,-3 1-8 0,0 5 0 0,3-8-9 16,0 7 1-16,0-3 0 0,-3 1 8 0,0-2 14 16,-4-1-3-16,2 7-1 0,2-3-10 0,3-4 0 15,-3 6 0-15,4-5-11 0,-4 9 11 0,2-4 0 16,-1-1 0-16,-1 3 0 0,-2 4 0 0,3-7 0 15,-1 1 0-15,-2 6 8 0,0 0-8 0,0 0-13 0,0 0 3 16,0 0 1-16,0 0-3 0,0 0 0 0,0 6 0 0,-2 1 0 16,-3-1 0-16,2 1 0 0,-1 3 0 0,-1 1 0 15,5 3 3-15,-3-6 0 0,1 7 0 0,2-2 0 16,-3-4 9-16,1 8 0 0,0-3 0 0,0-2 0 16,-3 3 0-16,0-2 0 0,0 0 0 0,1 1 0 15,-1 3 0-15,2-4 0 0,-2 0 0 0,3 0 0 16,-3-7 8-16,3 5 0 0,-3-4 0 0,2 3 0 15,3-7-8-15,0-3 0 0,-2 6 0 0,2-6 0 16,0 0 0-16,0 4 0 0,0-4 10 0,2 2-10 16,-2-2 28-16,8 5 0 0,-1-5 0 0,0 2 0 15,3 2-15-15,-3-4-3 0,3 0-1 0,-1 0 0 0,3 0 5 16,0 0 1-16,2 0 0 0,1 0 0 0,-3 0-7 0,2 0 0 16,-2 0-8-16,1 0 12 0,-4 0-4 15,1 0-8-15,2 0 11 0,-2 0-11 0,-4 0 12 0,4 0-12 16,-3-4 12-16,0 2-12 0,-1 2 0 0,1-5 0 15,-3 5 0-15,1 0 0 16,0-2-104-16,2-2-25 0,-2 4-5 0</inkml:trace>
  <inkml:trace contextRef="#ctx0" brushRef="#br0" timeOffset="5">20702 4717 1072 0,'0'0'48'0,"0"0"9"0,0 0-45 0,0 0-12 0,0 0 0 0,0 0 0 16,0 0 16-16,0 2 2 0,0-2 0 0,5 6 0 16,0-2 26-16,0-4 4 0,2 7 2 0,0-7 0 15,-2 0-14-15,2 4-4 0,-2-2 0 0,2-2 0 16,2 5-20-16,-1-5-12 0,-1 2 12 0,0 2-12 15,-2-2 30-15,3 5-1 0,1-2 0 0,-1 1 0 16,-2 0-29-16,2 1 0 0,-1-1 0 0,2 1 0 16,-1-1 12-16,-1-2-4 0,3-1-8 0,-1 5 12 15,3-1-12-15,0 0 0 0,2 1 0 0,1-3-10 16,0 1 10-16,-1 1 9 0,0-1-1 0,-1 5-8 16,1-5 17-16,0 1-3 0,1-1-1 0,-3 1 0 0,2 0 0 15,0 3 0-15,1-3 0 0,-1-1 0 0,1 1-13 16,1-1 8-16,1 0-8 0,1 1 0 0,-4 0 9 0,2 4-9 15,1-5 8-15,0 5-8 0,0-3 12 0,0-1-2 16,-3 4-1-16,3 0 0 0,0-3 11 16,-1 3 1-16,-1 2 1 0,2-2 0 0,0-2-7 0,0 1-2 15,-1 4 0-15,1-3 0 0,2 1-5 0,-2 1 0 16,2-2-8-16,-2-2 12 0,0 2-12 0,3 0 8 16,-1-3-8-16,0 5 0 0,-2-2 16 0,2 2-4 15,-5-2 0-15,3 2 0 0,2 0-2 0,-4 0-1 16,0-2 0-16,-1 1 0 0,0 2-9 0,0-3 10 0,-1 2-10 15,1-1 10-15,-2 1-2 0,0-2 0 0,2 3 0 16,1-4 0-16,-3 3 0 0,2 0-8 0,1-2 12 16,-1 2-4-16,1 0-8 0,-3-2 0 0,4-2 0 0,1 1 0 15,-2 3 0-15,-1-2 0 0,-2-2 0 0,3 2 0 16,-1 0 0-16,0-3 0 0,1-1 0 0,-3 3 0 16,2 1 8-16,-2-2-8 0,1 2 0 0,-2-4 8 15,-1 5-8-15,2-1 10 0,-2-4-10 0,-1 1 10 16,1 1-10-16,-1 0 0 0,3-2 0 0,-2-1 8 15,0 0-8-15,-3-1 10 0,3 1-10 0,-1 0 10 16,1 1-1-16,-1-1 0 0,-1-1 0 0,1-3 0 16,1 5-1-16,-3-3-8 0,3 3 12 0,-3-7-4 15,0 6-8-15,1-2 0 0,1-1 9 0,-2 1-9 16,-4-2 20-16,1 4-1 0,1-6 0 0,3 5 0 16,-1 1-19-16,0 1 0 0,0-7 0 0,0 6 0 0,0-2 0 15,1-1 0-15,-1 3 8 0,3-1-8 0,-3-3 0 0,2 2 0 16,-4 3 0-16,2-3 0 0,1-2-9 0,-3 5-6 15,-1-3-1-15,3-2 0 0,-4 2 16 0,2-2 0 16,-1 3 0-16,-4-5 0 0,5 0 0 0,-5 0 13 16,5 6-4-16,0-2-1 0,-5-4 1 0,7 3 0 15,-2-3 0-15,0 6 0 0,-5-6-9 0,7 0 10 16,-7 0-10-16,7 5 10 0,-2-3-10 0,-5-2 0 16,7 0 0-16,-2 0 8 0,-5 0-8 0,7 5 0 15,-7-5 0-15,0 0 0 0,0 0 0 0,0 0 8 16,5 2-8-16,-5-2 0 0,0 0 8 0,0 0-8 0,0 0 8 15,0 0-8-15,0 0 24 0,0 0 0 0,0 0 0 16,0 0 0-16,0 0-11 0,0 0-2 0,0 0-1 0,0 0 0 16,4 0-10-16,-4 0 0 0,0 0 0 15,0 0 8-15,0 0 3 0,0 0 0 0,5 0 0 0,-5 0 0 16,0 0-11-16,0 0 12 0,0 0-12 0,0 0 12 16,0 0-12-16,0 0 0 0,3-7 9 0,-3 7-9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0-15,-3-5 0 0,3 5 0 0,0-6 7 0,0 3 0 16,-2-5 1-16,2 6 0 0,0-5-5 0,0 3 0 16,-3-2-1-16,3-1 0 0,0 1-15 0,-2-1 11 15,2 1-11-15,0-1 10 0,0 0-10 0,-2-3 0 16,0 3 9-16,2-4-9 0,0 5 0 0,-3-3 0 16,3 3 0-16,-2-5 8 0,-1 0-8 0,1 4 0 15,2-1 0-15,0-3 0 0,-3 5 0 0,3-5 0 16,-2 5 0-16,2-1 0 0,-2 0 0 0,2 0 0 15,-2 1 0-15,2 2 0 0,-3 2 0 0,3 2 0 0,-2-5 0 16,2 5 0-16,0 0 0 0,0 0-12 0,0 0 12 0,0 0-12 16,0 0 0-16,0 0-1 0,0 0 0 0,0 0 0 15,0 7 2-15,0 3 1 0,0-3 0 0,0 0 0 16,0 4 10-16,0-5-8 0,2 1 8 0,1 3-8 16,-1-3 8-16,0-1 0 0,-2 3 0 0,2-5-8 15,1 3 8-15,-3 0 0 0,2-1 0 0,1 1 0 16,-3-1 0-16,2 0 0 0,-2 1 0 0,3 1 0 15,-1-1 0-15,0-1 0 0,-2 1 0 0,0-5 0 16,2 5 0-16,-2 2 0 0,3-3 0 0,-1-4 0 16,1 5 0-16,-1-1-8 0,-2-6 8 0,5 6-8 15,-2-1-5-15,-1 1-1 0,-2-6 0 0,2 4 0 16,-2-4 3-16,0 0 1 0,0 0 0 0,3 7 0 16,-3-7 10-16,0 2 0 0,0-2 0 0,0 7 0 15,0-7 0-15,0 0 0 0,-3 7 0 0,1-3 0 0,2-4 0 0,-5 2 0 16,0 2 0-16,0-4 0 0,0 7 0 0,3-7 0 15,-5 4 0-15,2-2 8 0,0-2-8 16,1 7 0-16,-3-3 0 0,1-2 0 0,2 2 0 16,-3-2 0-16,-1 3 0 0,1-5 0 0,-2 7 0 0,1-7 8 15,-1 6-8-15,-3 1 8 0,0-3 3 0,0 3 1 16,-3-1 0-16,1 0 0 0,2-1 2 0,-2 1 1 16,-1 1 0-16,3-1 0 0,0-4-7 0,0 5-8 15,0 0 11-15,0-3-11 0,0 3 9 0,2-1-9 16,1-6 0-16,-1 6 9 0,3-1-9 0,2-3-12 15,0-2 2-15,1 0 1 16,4 0-115-16,0 0-22 0,0 0-5 0,0 0-541 16,0 0-108-16</inkml:trace>
  <inkml:trace contextRef="#ctx0" brushRef="#br0" timeOffset="6">22852 6236 57 0,'0'0'0'0,"0"0"0"0,0 0 0 0,0 0 0 15,0 0 137-15,0-7 23 0,-3 1 4 0,3 6 0 16,0-7-2-16,0 2-1 0,0 5 0 0,3-2 0 15,-3-4-25-15,0 6-4 0,2-5-2 0,-2 5 0 16,0 0-26-16,0 0-6 0,0 0-1 0,0 0 0 16,0 0-49-16,0 0-11 0,0 0-1 0,0 0-1 15,0 0-15-15,0 0-4 0,-2 7 0 0,-1-1 0 16,1 6-3-16,-3-1-1 0,-2-3 0 0,4 3 0 16,-4 2 1-16,2-3 0 0,1-1 0 0,-4 2 0 15,1 2-2-15,2-2-1 0,0-5 0 0,0 7 0 16,1-6-10-16,-1 4 0 0,3-2 9 0,-1-3-9 0,1 3 0 15,2-1 8-15,-3-3-8 0,1 1 0 0,2-6 0 16,0 2 0-16,0-2 0 0,2 7 8 0,-2-7-8 0,3 4 0 16,-3-4 0-16,0 0 8 0,5 6-8 0,-5-6 8 15,2 0-8-15,5 5 8 0,-2-3-8 0,0-2 11 16,2 0-11-16,0 0 12 0,1-2-12 0,-4 2 8 16,3-5-8-16,3 5 8 0,-3-4-8 0,3 2 0 15,-1 2 0-15,1-4 0 0,-1 4 0 0,4-3-12 16,-4-1 4-16,4 4 8 15,-4-2-36-15,1 2 0 0,-1-4 0 0,1 2 0 16,-6 2-128-16,1 0-24 0,0 0-6 0</inkml:trace>
  <inkml:trace contextRef="#ctx0" brushRef="#br0" timeOffset="7">23046 6179 1209 0,'0'0'53'0,"0"0"12"16,0 0-52-16,-2 7-13 0,-3-7 0 0,2 6 0 15,-1-2 120-15,2 5 22 0,-3-3 4 0,2 6 1 0,-4 1-79 0,2 0-15 16,0 4-3-16,-2-5-1 0,-2 6-9 15,1 2-1-15,1 3-1 0,-3-3 0 0,3 4-12 0,-2-1-2 16,-1 2-1-16,0 1 0 0,1-3 3 0,-1 4 1 16,-2-2 0-16,2 3 0 0,1-1-3 0,2-4-1 15,-1 1 0-15,4-4 0 0,-3 3-11 0,4-8-3 16,-2 3 0-16,1 0 0 0,-1-1-17 16,2-5-4-16,1-3-1 0,-1 2 0 15,1-4-153-15,2 0-30 0,-5 3-7 0,5-10-1 16</inkml:trace>
  <inkml:trace contextRef="#ctx0" brushRef="#br0" timeOffset="8">23231 6314 1566 0,'0'0'34'0,"0"0"7"0,5-5 2 0,3-1 1 0,-4 4-35 0,3-3-9 0,1-1 0 0,1 1 0 16,-1 3 57-16,-3-3 10 0,9-1 1 0,-5 0 1 15,1-1-22-15,-3 1-5 0,8 2-1 0,-6-3 0 16,1 5-13-16,-3-4-2 0,5 1-1 0,-3-1 0 15,1 6 5-15,-3 0 1 0,-5-3 0 0,6 3 0 0,-8 0-4 0,5 3-1 16,-3-3 0-16,-2 0 0 0,5 6-13 0,-5-1-2 16,2 3-1-16,1-4 0 0,-3 5-2 0,0 2 0 15,5-1 0-15,-3 4 0 0,-2-1-8 0,3 4 0 16,-3-4 0-16,0 6 0 0,0-1 0 0,0 1 0 16,-3-2 0-16,1 3 0 0,4-2 16 0,-4 1 2 15,-1-2 0-15,-4 3 0 0,2 0-8 0,-2-3-2 16,-1 2 0-16,-1-1 0 0,-3 1 10 0,3-6 2 15,-1 4 0-15,-2-4 0 0,0 5-20 0,2-5 0 16,3 0-11-16,-3-3 11 0,1 3 0 0,2-6 0 16,-7 4 0-16,9-4 0 0,-5-1 0 0,0 0 0 15,3-6 0-15,-2 5 0 0,-2-3 0 0,5-2 8 16,-4-7-8-16,3 7 0 0,0-6 0 0,-1 2 0 0,1-5 0 16,0-2 0-1,2 2-23-15,0-2-10 0,3 1-3 0,2-3 0 0,-2 6 24 0,-3 1 12 0,5-5-12 0,0 9 12 16,0-5-9-16,0 7 9 0,0 0 0 0,0 0-9 15,9-4 9-15,-4 4 0 0,0 0 0 16,2 4 0-16,0-4 0 0,1 2 0 0,1 3 0 0,1-3 0 16,1 2 12-16,0 3 5 0,3-1 1 0,-2 1 0 15,0-3 14-15,0-2 4 0,2 5 0 0,1-1 0 16,2 0-7-16,-3 5-1 0,-2-4 0 0,7 0 0 16,-2 4-5-16,-5-5-2 0,0 5 0 0,-2-3 0 15,1 3-2-15,0-5-1 0,-2 8 0 0,1-7 0 16,-4-1-18-16,-1 5 0 0,8-5 0 0,-9 0 0 0,4 1 0 15,-3-1 0-15,-1 1 0 0,1-1 0 16,-3-1-89-16,6-3-22 0,-1 3-4 16,-5-5-633-16,6 4-128 0</inkml:trace>
  <inkml:trace contextRef="#ctx0" brushRef="#br0" timeOffset="9">23996 7321 0 0,'0'0'0'0,"0"0"0"15,0 0 0-15,0 0 0 0,0 4 151 0,0-4-31 16,0 0 25-16,-5 0 5 0,0 0-54 0,5 0-12 16,0 0-1-16,0 0-1 0,0 0 13 0,0 0 2 15,0 0 1-15,0 0 0 0,0 0-22 0,0 0-4 16,0 0 0-16,0 0-1 0,0-4-17 0,0 4-3 15,0 0-1-15,0 0 0 0,0 0-22 0,0 0-5 16,0 0-1-16,0 0 0 0,0 0 0 0,0 0 0 16,0 0 0-16,0 0 0 0,0 0 3 0,-2 6 1 15,2-6 0-15,-5 5 0 0,5-5-3 0,0 6-1 0,0 1 0 16,0-7 0-16,0 0 3 0,7 7 1 0,-5-1 0 0,1 1 0 16,2-1-2-16,-5 2-1 0,9-5 0 0,-4 3 0 15,-3 0-8-15,6 1-2 0,1 4 0 0,-1-4 0 16,-3-1 7-16,-1 5 0 0,3-2 1 0,1-3 0 15,-4 2-21-15,4 1-12 0,-3 2 2 0,2-2 0 16,0-2 10-16,0 3 12 0,0 1-2 0,1-2-1 16,1 6-1-16,1-6 0 0,-1 4 0 0,4-2 0 15,-2 1-8-15,-1-1 12 0,5-2-12 0,-6 6 12 16,3-6-1-16,0 4 0 0,1 0 0 0,-4-3 0 16,3 3-3-16,-5-1-8 0,3-1 12 0,-3-3-4 15,5 5 4-15,-3-2 0 0,-6-5 0 0,7 7 0 16,-3-2 3-16,3 2 1 0,-4-6 0 0,2 3 0 15,1-1-16-15,-1 2 9 0,1 2-9 0,-2-6 8 0,1 6-8 16,1-3 0-16,4 1 0 0,-4-2 8 0,1 1-8 0,-1-1 0 16,3 2 0-16,0 0 0 0,-2-2 0 0,2 6 0 15,0-7 9-15,-5 5-9 0,7-1 11 0,-4-2-3 16,-3-1 0-16,3 4 0 0,-1-3-8 0,-1-3 0 16,-1 6 0-16,3-6-11 0,-3 4 11 0,2-1 11 15,-1-1-3-15,-1-3 0 0,-3 5-8 0,4 0 12 16,-3-2-12-16,7 2 12 0,-7-5-12 0,1 5 0 15,4-2 0-15,-2 1 8 0,1-1 0 0,-1 2 0 16,-2-4 0-16,4 4 0 0,-3-3-8 0,3-2 8 0,-3 5-8 16,-2-4 8-16,2 4-8 0,-2-5 0 0,2 1 9 15,-2-1-9-15,0 1 0 0,0 4 0 0,2-5 0 16,-5-4 8-16,6 4-8 0,-6-1 0 0,5 1 8 0,-2 1-8 16,-2 0 0-16,1-3 8 0,1-2-8 0,2 5 0 15,-2-3 9-15,0 2-9 0,-5-6 12 0,7 7-12 16,1-3 15-16,-4-2-4 0,-2 3-1 0,1-3 0 15,4 2-10-15,-2-2 0 0,-1 2-10 0,4 3 10 16,-1-3 0-16,-2-1 0 0,0 3 0 0,0-1 10 16,2-3-10-16,-3 4 0 0,-4-1 0 0,0-5 0 15,5 2 0-15,-2 2 0 0,4-2 0 0,-5 3 0 16,3 1 0-16,-2-6 13 0,-3 0-3 0,5 6-1 16,-3-1-9-16,-2-5 0 0,0 0 0 0,0 2 8 15,7 4-8-15,-5-1 0 0,-2-5 0 0,0 2 0 16,0-2 0-16,8 4 0 0,-8 3 0 0,0-7 0 0,0 0 0 15,0 0 0-15,7 0 0 0,-5 7 0 0,0-3 0 16,-2-4 0-16,0 0 0 0,0 0 0 0,6 2 0 16,-6-2 0-16,0 0 11 0,0 0-11 0,7 4 0 0,-7-2 8 15,0-2-8-15,0 0 0 0,0 0 0 0,0 0 0 16,0 0 0-16,0 0 0 0,0 0 0 0,0 0 0 16,0 0 0-16,4 5 0 0,-4-5 0 0,0 0 0 15,0 0 0-15,0 0 0 0,0 0 8 0,0 0-8 16,0 0 11-16,0 0-11 0,3 2 15 0,-3-2-4 15,0 0-1-15,0 0 0 0,0 0-2 0,0 0 0 16,0 0 0-16,0 0 0 0,0 0-8 0,0 0 0 16,2 0 0-16,-2 0-11 0,0 0 35 0,0 0 6 0,0 0 2 15,8-7 0-15,-8 1-32 0,4 0 0 16,-2-1 0-16,-2 0 0 0,5 1 16 0,-5-1-4 0,0-4 0 0,3 5 0 16,0-7-12-16,-3 7 0 0,0-7 0 15,0 2 0-15,4 0 8 0,-4-2-8 0,2 4 0 0,-2-6 9 16,0 2-9-16,0 4 8 0,0-4-8 0,0-2 8 15,0 7-8-15,-2-3 0 0,2-2 0 0,0 2 0 16,-4 4 0-16,4 1 0 0,0-3 0 0,0 0 0 16,0 3 0-16,0 0 0 0,-3 4 0 0,0-3 0 15,6-1 0-15,-3-1 0 0,-3 3 0 0,3 4 0 16,0 0 0-16,0 0 0 0,0 0-11 0,0-3 11 16,-2-1 0-16,2 4-8 0,0 0 8 0,0 0 0 15,0 0 0-15,0 0-8 0,0 0 8 0,0 0 0 16,0 0-8-16,0 0 8 0,0 0-8 0,0 0 8 0,0 0-10 15,0 0 10-15,0 4-12 0,-3 3 12 0,1 0-11 16,2-7 11-16,0 6-10 0,0 1 10 0,-4-1-10 16,4 0 10-16,4-1-10 0,-4 1 10 0,2 1-8 0,-2-1 8 15,3 1 0-15,-1-1-9 0,1 1 17 0,0 2 3 16,-3-3 1-16,0 1 0 0,6 1-12 0,-6-4 0 16,5 3 0-16,-2 4 0 0,-1-5-11 0,3 1-4 15,-2 2-1-15,1-5 0 0,-2 2 16 0,1 1 0 16,2-1 0-16,-3-1 0 0,-2 1 0 0,0 0 0 15,0 1 0-15,5-3 0 0,-5 3 10 0,2 0 5 16,-2-1 1-16,0 1 0 0,5-5-26 0,-5 2-5 16,0 3-1-16,0-3 0 0,0-4 26 0,0 6 5 15,0 1 1-15,0-5 0 0,3 4-16 0,-3-6-18 16,2 5 4-16,-2 1 1 0,0-1 21 0,0-5 4 0,0 2 0 16,0-2 1-16,0 7-13 0,0-3 0 0,0 2 0 0,0-4 0 15,0 5-11-15,-2-3-1 0,2-4-1 0,0 7 0 16,-3-1 21-16,3 0 5 0,-5 1 1 0,5 0 0 15,-2-3-23-15,-3 3-5 0,5-3-1 0,-2-2 0 16,-3 5 24-16,5-3 5 0,-3-2 1 0,-3 4 0 16,3-6-15-16,-4 7-18 0,-1-7 4 0,2 4 1 15,0 3 13-15,1-7 0 0,-4 6 0 0,2-1 0 16,0-3 15-16,-3 2-4 0,-4-1-1 0,4 1 0 16,3-2-10-16,-3 2 0 0,1-1 0 0,-4 1 0 15,4 0 0-15,2-2 0 0,-3 3 0 0,3-3 0 16,-3-2 0-16,3 4 0 0,0-2 0 0,0-2 0 15,2 6 0-15,0-6 0 0,-2 5 0 0,5-3 0 16,-6-2 0-16,8 0 0 0,-7 0 0 0,7 0 0 0,0 4-26 0,0-4 2 16,0 0 1-16,0 0 0 15,0 0-70-15,0 0-15 0,0 0-2 0,0 0-669 16,0 0-133-16</inkml:trace>
  <inkml:trace contextRef="#ctx0" brushRef="#br0" timeOffset="10">25123 9005 403 0,'0'0'17'16,"0"0"5"-16,0 0-22 0,0 0 0 0,0 0 0 0,0 0 0 0,0 0 198 0,0-7 35 15,-7 5 7-15,7 2 2 0,0 0-178 0,0 0-36 16,-2 2-8-16,-3-2 0 0,-5 4-8 0,8-1-2 16,-3-3 0-16,-2 6 0 0,-3-1 27 0,3 1 6 15,2 1 1-15,0 3 0 0,-2-3 16 0,-3-1 4 16,1 7 1-16,-1-2 0 0,3 3-33 0,-3-2-6 15,-1 1-2-15,1 4 0 0,1 1-16 0,-2-3-8 16,0 2 8-16,-2 3-8 0,2-3 20 0,-1 7 0 16,-1-5-1-16,2 1 0 0,-2 4 1 0,4-5 0 15,-1 3 0-15,3-7 0 0,0 7-8 0,2-3-2 16,1-1 0-16,1 2 0 0,-2-5-10 0,2 2-14 0,6 0 3 16,-3 3 1-16,0-3 10 0,0 0 0 15,5-2 0-15,0 3 0 0,-1-1 0 0,-1-4 0 16,4 0 0-16,2 0 0 0,-1 0 0 0,-1-2 0 0,0 2 0 0,1-2 0 15,-6-5 0-15,5 0 0 0,-5 1 0 0,6 0 0 16,4 0 0-16,-2-7 0 0,-1 4 0 0,-2-2 0 16,3-2 0-16,0-2 9 0,6 2-9 0,-2-4 0 15,-3 1 0-15,5-1 0 0,-2-3 0 0,1 0 0 16,-3 1 0-16,5 0 0 0,-5-1-10 0,0-3 10 16,2 3-12-16,-4-4 12 0,5 5-12 0,-6-3 12 15,1-2 0-15,-3 4 12 0,0-3 0 0,3 3 0 16,-6 1-4-16,-1 0 0 0,-3-8 0 0,0 8 0 15,0-5 13-15,0 2 3 0,0-2 0 0,0 1 0 16,-3 1 6-16,-1-2 2 0,-1 5 0 0,0-6 0 0,-2 10-20 16,0-4-4-16,-3 2-8 0,1 2 12 0,-2-3-12 0,0 3 11 15,1 2-11-15,-7 0 10 0,10 0-10 16,-10 0 0-16,8 2 0 0,-6-2 0 0,-1 7 9 16,3-3-9-16,-1-2 10 0,0 4-10 0,-3-1 0 0,7 2 8 15,-4-1-8-15,6 1 0 0,-3-1 0 0,-2 1 0 16,4-1 0-16,-1 5 0 0,3-5 0 0,0 1 0 15,2-1 0-15,0-1 0 0,-2-3-20 0,7 2 2 16,0 3 1-16,-3-3 0 16,3-4-40-16,0 0-8 0,0 0-2 0,3 3-561 15,-3-3-112-15</inkml:trace>
  <inkml:trace contextRef="#ctx0" brushRef="#br0" timeOffset="11">25539 9096 1908 0,'0'0'84'0,"0"0"18"16,0 0-82-16,0 0-20 0,0 0 0 0,0 0 0 0,0 0-13 0,0 0-7 15,-4 0-2-15,4 0 0 0,0 0 10 0,0 0 3 16,-5 0 0-16,-1 4 0 0,6-4 9 16,0 0 0-16,0 0 0 0,0 2 0 0,0-2 0 0,-6 7 0 15,6-7 0-15,-3 6 0 0,-4-1 27 0,7-3 7 16,-3 4 2-16,-1-2 0 0,-3 7 9 0,4-2 3 15,-4-2 0-15,0-1 0 0,4 5-27 0,-4 2-5 16,0-2 0-16,5-3-1 0,-3 3-15 0,0 0 11 16,0-2-11-16,3-3 10 0,-3 1-10 0,5 3 0 15,0-3 0-15,-3-1 0 0,3 1 0 0,0-7 8 16,0 0-8-16,0 0 0 0,3 4 0 0,-3-4 8 16,0 0-8-16,0 3 0 0,0-3 8 0,0 0-8 15,0 0 0-15,5 4 8 0,-3 3-8 0,-2-7 0 0,0 0 0 16,5 4 0-16,-5-4 0 0,0 0 0 0,0 0 0 15,5 6 0-15,-5-6 15 0,0 3-3 0,0-3 0 16,7 4 0-16,0-4-12 0,0 2 11 0,-4-2-11 0,4 0 10 16,3 0 0-16,-3 0 0 0,0 0 0 0,0 0 0 15,2-2-10-15,-1 2 0 0,2 2 0 0,-3-2 0 16,3 0 0-16,1 4 0 0,1-4 0 0,-4 2 0 16,1 3 0-16,3-3 0 0,-7 6 0 0,2-1 0 15,1-1 0-15,-1 1 0 0,-5 0 0 0,3-1 0 16,-3 5 0-16,-2-2 0 0,5-3 0 0,-5 5 0 15,-5 0 0-15,5-2 0 0,5-3 0 0,-2 5 0 16,-1-5 0-16,-2 5 8 0,0-2-8 0,0 1 0 16,5-3 8-16,-5 0-8 0,-5-1 8 0,3 1-8 15,-1 4 12-15,-2-5-4 0,3 0 0 0,-5 5 0 0,0-4 1 16,-1-1 0-16,-1 1 0 0,-1-1 0 0,-4 1-9 16,4 0 8-16,-5-1-8 0,6 0 8 0,-5-1-8 0,-4-3 0 15,9 4 0-15,-5-2 0 0,2-1-10 0,-3 1-4 16,1-4-1-16,-3 0 0 15,2-4-17-15,6 1-4 0,-8 3-1 0,5-6 0 16,0 0-115-16,2-5-22 0,-4 5-5 0</inkml:trace>
  <inkml:trace contextRef="#ctx0" brushRef="#br0" timeOffset="12">25482 9143 2106 0,'0'0'93'0,"0"0"19"0,0 0-89 0,0 0-23 0,0 0 0 0,0 0 0 15,2 0 25-15,8-4 1 0,-3 4 0 0,0 0 0 16,9 0 10-16,-5-5 1 0,5 3 1 0,3-2 0 15,1 2-14-15,1-2-2 0,1-3-1 0,2 5 0 16,0-2-1-16,0 2-1 0,0-3 0 0,-7-1 0 16,0 6-35-16,4-4-8 0,-4 2 0 0,-5-3-1 15,3 5-24-15,-1 0-5 16,-4-2-1-16,4 2-620 0,-4-5-124 0</inkml:trace>
  <inkml:trace contextRef="#ctx0" brushRef="#br0" timeOffset="13">22608 7302 633 0,'0'0'28'0,"0"0"6"0,0 0-34 16,0 0 0-16,0 0 0 0,5 0 0 0,-2-3 124 0,2-1 17 15,-3 4 4-15,3-4 1 0,-3 2-94 0,3 2-20 16,0-5-3-16,-5 5-1 0,0 0 1 0,0 0 0 15,5 0 0-15,-5 0 0 0,0 0-6 0,2-2-2 16,3-2 0-16,-5 4 0 0,0 0 17 0,0 0 3 16,0 0 1-16,0 0 0 0,-5 6-19 0,1-1-4 15,-4 1-1-15,3 1 0 0,-2-1-6 0,2 7 0 16,-2-2-1-16,0 0 0 0,0-2-3 0,-3 4-8 16,3-3 12-16,-3 3-4 0,1-2 7 0,-1 2 1 15,0 0 0-15,0 4 0 0,1-4-2 0,-3 7 0 16,0-2 0-16,-2 1 0 0,-1 0-14 0,0 3 8 15,1-2-8-15,-2-1 0 0,-1 5 8 0,2 0-8 0,-2-1 0 16,0-1 0-16,3 2 0 0,0 0 0 16,-3 6 0-16,2-4 0 0,-2 4 0 0,3-3 0 0,0 0 0 0,-1 0 0 15,-2 3 0-15,6 0 0 0,-4-4 0 0,3 4 0 16,-2 1 8-16,2-5-8 0,-1 4 0 0,2-6 0 16,-1 2 0-16,-1 3 0 0,2-8 0 0,1 3 0 15,-2 0 0-15,0 0 8 0,2-5-8 0,1 5 0 16,-1-5 8-16,0 5-8 0,-2 0 11 0,5-2-11 15,-2-5 11-15,1 2-11 0,4 3 10 0,-1-2-10 16,-5-1 8-16,1 1-8 0,4 2 0 0,-3-8 9 16,4 4-9-16,-6 2 0 0,3-7 0 0,2 4 0 15,0-5 0-15,0 1 0 0,1 5 0 0,-1-7 8 16,0 2-8-16,3-2 0 0,-1-3 0 0,-1 3 0 16,-1-4 0-16,2 6 0 0,1-7 0 0,-1 1 0 15,-2-1 0-15,3-1 0 0,0 1 0 0,0 0 8 0,-1 1 2 16,1-1 0-16,-1 1 0 0,1 0 0 0,-1-3 10 0,1-4 3 15,2 0 0-15,-2 7 0 0,-1-7-11 0,3 0-1 16,-5 6-1-16,5-6 0 0,0 0-2 0,0 0 0 16,0 0 0-16,-2 4 0 0,2-4-8 0,0 0 0 15,0 0 9-15,0 0-9 0,0 0 0 0,0 0 8 16,0 0-8-16,0 0 0 0,0 0 12 0,0 0-1 16,-3 2-1-16,3-2 0 0,-4 0 17 0,4 0 3 15,0 0 1-15,-2-2 0 0,-1-2-9 0,3 4-2 16,0-6 0-16,0 1 0 0,0-1-4 0,0-1 0 15,0 0-1-15,0 1 0 0,0-1-3 0,0 1-1 16,0 0 0-16,-2-1 0 0,-1-4 1 0,3 5 1 0,-2-1 0 16,2-4 0-16,-3 5-2 0,1-1-1 0,2 1 0 15,-3-3 0-15,1 5 0 0,-3-3 0 0,3 1 0 0,-3-5 0 16,0 5-10-16,3-1 0 0,-3 0 9 0,0 3-9 16,3-5 0-16,-3 3 9 0,3-5-9 0,-3 5 0 15,2-5 9-15,3 5-9 0,-2-1 0 0,2 0 9 16,0-4-9-16,0 5 0 0,0-1 0 0,0 5 0 15,0-4 0-15,2 0 0 0,-2-1 0 0,3 3 0 16,-3 4 0-16,0 0-9 0,0 0 9 0,0 0 0 16,0 0-11-16,0 0 11 0,0 0-10 0,0 0 10 15,0 0-8-15,0 0 8 0,0 0 0 0,5 4-9 16,-3 3 9-16,3-1-8 0,-3 0 8 0,3 3-8 16,-2-3 8-16,-3 5-12 0,2 3 12 0,0-4-12 0,3 3 12 15,-3 0-12-15,-2 0 12 0,3 2-12 0,-1-6 12 16,1 4 0-16,1-2 0 0,-1 2 0 0,2-3 0 15,-3-1 0-15,3 2 0 0,0-4 0 0,-1-1 0 16,-1 1 9-16,2-1 0 0,0-1 0 0,-1 1-9 0,1 0-11 16,3-1 3-16,-4-3 0 0,1 2 8 0,0-2 0 15,2-2 0-15,0 0 8 0,3 0 1 0,-1-2 1 16,1-2 0-16,-1 2 0 0,2-5 8 0,0-1 2 16,2 1 0-16,-2 1 0 0,4-3 9 0,1-2 3 15,1-2 0-15,1 2 0 0,-4-2-32 0,3 0-13 16,2 1 1-16,-3-2 0 0,-1-1 12 0,2 2 0 15,-2 0 0-15,-1 3 0 16,2 1-27-16,-1-2-2 0,-3-2-1 0,2 2 0 16,1 4-123-16,-1-1-25 0,1-3-5 0</inkml:trace>
  <inkml:trace contextRef="#ctx0" brushRef="#br0" timeOffset="14">21392 9293 57 0,'0'0'0'0,"0"0"0"0,0 0 0 0,0 0 0 15,0 0 245-15,0 0 44 0,0 0 9 0,0 0 2 16,0 0-213-16,0 0-43 0,-2-4-8 0,2 4-1 0,0 0 6 0,2-7 2 15,-2 7 0-15,0-2 0 0,0-3 4 0,3-1 1 16,-3 6 0-16,0-2 0 0,2-3-7 0,1-1-1 16,-1 0 0-16,0 1 0 0,3-1 4 0,0 0 0 15,0 3 0-15,-1-3 0 0,1-3-22 0,3 2-4 16,-1 1-1-16,0-1 0 0,3 1-4 0,-3-1-1 16,3 1 0-16,1 0 0 0,1 1 4 0,1-1 0 15,-2-1 0-15,4 7 0 0,2-2-16 0,-3-3 9 16,-5 5-9-16,4-2 8 0,-4-2-8 0,-1 4 0 15,1 0 0-15,-2 4-11 0,1-2 11 0,-4 3 0 16,4-3 0-16,-3 5 0 0,-1-3 0 0,-2-2 0 16,3 5 0-16,0-3 0 0,-5 2 0 0,3 1 0 0,-1 4 0 15,1-3 0-15,-6-1 0 0,1 4-8 16,2 2 8-16,-3-2 0 0,1 1 0 0,-1 6 0 0,-2-5 0 16,1 0 8-16,2 4-8 0,-3-4 0 0,-3 4 0 0,1-1 0 15,-5 1 0-15,3-4 0 0,-1 4 0 0,-2-3 0 31,0-1-24-31,-3 4-4 0,4-4 0 0,-4-1 0 0,3 0 13 0,-2 1 3 0,-1-2 0 0,1-5 0 16,-1 0 12-16,3 1-11 0,-2 4 11 0,2-9-10 16,2 4 10-16,-2-1 0 0,3-3 0 0,-1 2 0 15,1-4 0-15,-1 0 0 0,5 0 0 0,-2 0 0 16,4-4 11-16,3 4-3 0,-5 0 0 0,5 0 0 16,0 0-8-16,0 0 0 0,0-7 0 0,0 7 0 15,5-2-12-15,-2-2 12 0,4-3-10 0,0 7 10 16,1-2 0-16,1-2 0 0,-2 4 13 0,5-4-4 15,0 1 6-15,0 3 1 0,0 0 0 0,0 0 0 16,3 0-8-16,-1 3-8 0,3 1 11 0,-2 2-11 0,-1-1 15 16,0-3-4-16,1 4-1 0,-1 1 0 0,0-3 2 0,1 7 0 15,0-4 0-15,-1-1 0 0,0 3-4 0,-2-3 0 16,0 5 0-16,0-5 0 0,1 5-8 0,-4-2 8 16,3-2-8-16,-2 4 8 0,-3-5-19 0,0-2-4 15,3-2-1-15,-3 5 0 16,-3-7-100-16,1 4-20 0,3-2-4 0,-8-2-639 0</inkml:trace>
  <inkml:trace contextRef="#ctx0" brushRef="#br0" timeOffset="15">22012 9262 1753 0,'-5'-12'77'0,"5"7"17"15,-2 5-75-15,2 0-19 0,0-6 0 0,2 0 0 0,1 3 32 16,2-3 4-16,-3 1 0 0,5-1 0 0,1 1-36 0,-1-1 0 16,2-1 0-16,1 1 0 0,0-1-9 0,0 1 9 15,1 0-8-15,-1 1 8 0,2-1 0 0,0 4-8 16,-2-5 8-16,1 2 0 0,0-1 0 0,-2 6 0 16,1-5 0-16,-1 3 11 0,1 2 4 0,-3 0 1 15,3 0 0-15,-3 2 0 0,0 3-4 0,0-1-1 16,0-2 0-16,1-2 0 0,-1 7-11 0,0 0 0 15,-2-1 0-15,2 1 0 0,-2 3 0 0,-3 3 0 16,3-2 0-16,-2 2 0 0,-1 5 0 0,-2-5 0 16,0 6 0-16,-2 1 0 0,-1-3 0 0,-2 2 0 15,1-2 0-15,-1 3 0 0,-3 2 0 0,1-3 0 16,0-1-12-16,0-3 12 0,-3 2-16 0,3 3 5 16,-2-8 1-16,-1 6 0 0,0-5 10 0,-2 0-8 15,0-2 8-15,2 2-8 0,-2-7 8 0,3 5 0 0,-1-4 0 16,-1 0 0-16,0-3 11 0,0-2-3 0,1 2 0 0,3-4 0 15,-5 0-8-15,5 0 0 0,-1 0 0 0,1 0 0 16,0-4 0-16,0 4 0 0,-1-2 0 0,1-2 0 16,2-3-17-16,0 0-6 0,-1 3-1 0,1 2 0 15,2-3 6-15,-2 3 1 0,3-2 0 0,-2-3 0 16,1 7 17-16,3 0 0 0,0 0 8 0,0 0-8 16,0 0 21-16,0 0-1 0,0 0-1 0,7 0 0 15,3 7 11-15,1-7 2 0,2 0 1 0,1 4 0 16,3-2-1-16,0-2 0 0,-1 5 0 0,1-3 0 15,3 2-15-15,-1 3-3 0,-2-3-1 0,0-1 0 16,-1 3 10-16,4 0 1 0,-6 1 1 0,3-1 0 0,-3 1-9 16,1 3-3-16,2-3 0 0,-3 0 0 0,-2 4-13 0,0-5 11 15,-2 1-11-15,2 3 10 0,-3-1-10 0,1-3-9 16,-1-2 9-16,1 3-13 16,-3 0-120-16,3 0-24 0</inkml:trace>
  <inkml:trace contextRef="#ctx0" brushRef="#br0" timeOffset="16">21296 10027 1234 0,'0'0'55'0,"0"0"11"0,-2 0-53 0,2 0-13 0,0 0 0 0,0 0 0 16,0 0 25-16,0 0 3 0,0 0 0 0,-3 0 0 31,3 0-49-31,0 0-10 0,0 0-1 0,-2 0-1 0,-1 5 25 0,1-3 8 0,0 2 0 0,-1-2 0 15,1 3 0-15,-1 1 0 0,-2 1 0 0,3 0 0 16,0-1 18-16,-3 5 4 0,0-3 1 0,-2 3 0 16,0 2-7-16,2 0-2 0,-5 3 0 0,3-1 0 15,0 2 12-15,-2 2 2 0,-2-1 1 0,2 1 0 16,-1 0-2-16,1 6-1 0,-1-2 0 0,1 1 0 16,-1-4-4-16,1 6-1 0,1-3 0 0,-1-3 0 0,-1 4-4 15,1 4-1-15,-1-2 0 0,0 0 0 0,0 4-5 16,1 1-2-16,-3-1 0 0,3 1 0 0,-2 1-9 15,0-1 0-15,-2-2 0 0,-1 4 0 0,2-3 0 0,0-6 0 16,-2 7 0-16,-1-1 8 0,1-4-8 0,-1 0 0 16,3 2 0-16,1-4 0 0,-2-2 16 0,1 1 2 15,0 2 0-15,3-6 0 0,-1 4 1 0,0-3 0 16,1-7 0-16,-1 4 0 0,0-4-9 0,4 5-2 16,-2-5 0-16,1 0 0 0,2 4 7 0,-2-4 1 15,0 0 0-15,0-2 0 0,2 2-3 0,-2 0 0 16,-1 0 0-16,3 2 0 0,0-2 3 0,1 0 1 15,-3 0 0-15,2-2 0 0,0-3-17 0,0 3-12 16,0 1 1-16,3-4 1 0,-3-1-3 0,3-1-1 0,0 3 0 16,-1-3 0-16,1-4-7 0,-1 5-2 0,1-3 0 15,2-2 0 1,-3 5-31-16,3-7-6 0,0 0-2 0,-2 0 0 16,2 0-22-16,-5 4-4 0,5-4 0 0,0 0-1 15,0 0-56-15,0 7-11 0</inkml:trace>
  <inkml:trace contextRef="#ctx0" brushRef="#br0" timeOffset="17">20589 11477 518 0,'0'0'46'0,"0"0"-37"16,0 0-9-16,0 0 0 0,0 0 128 0,2-6 24 16,1 6 5-16,2-7 1 0,-5 7-97 0,0 0-19 15,3-2-4-15,-3 2-1 0,0 0 7 0,0 0 2 16,4-4 0-16,-4 4 0 0,0-7 2 0,2 3 1 15,-2-3 0-15,0 5 0 0,0-2 6 0,0-3 1 16,0 1 0-16,-2-1 0 0,2 3-10 0,-2-2-2 16,0-1 0-16,-1 1 0 0,1-8-3 0,-1 8-1 0,0-5 0 0,-1-2 0 15,2 0-4-15,-3 3 0 0,0-4-1 16,2 1 0-16,1 2-18 0,0-2-3 0,-1 1-1 0,1 1 0 16,2 2-13-16,-2-2 8 0,-1 4-8 0,1-3 0 15,-1 3 0-15,0 1 0 0,3-1 0 0,-2 5 0 16,2-2 0-16,-2-2 0 0,2 6 0 0,0-5 0 15,2 3 0-15,-2 2 0 0,0 0 0 0,0 0-10 16,0 0 10-16,0 0-12 0,0 0 12 0,0 0-12 16,0 0 4-16,0 0 0 0,5 7 0 0,-2-1 0 15,2 0 0-15,-3 1 0 0,3-1 0 0,-3 5 0 16,-2 2 8-16,2 0-10 0,-2 5 10 0,0-1-10 16,-2-2 10-16,2 7-10 0,-2-3 10 0,-1 1-10 15,1 3 10-15,0-3 0 0,-3 4 0 0,-1-5 0 0,4 3-8 16,-2-2 8-16,1-8-8 0,-2 8 8 0,3-7 0 15,-3 2 0-15,3-2 0 0,0-4 0 0,-1 1 0 16,1-3 0-16,2 0 0 0,0-1 0 0,0-6 13 0,0 0 2 16,5 7 0-16,-1-7 0 0,3 0 5 0,3-2 2 15,0-3 0-15,-1-1 0 0,3-1-2 0,2 0 0 16,1-3 0-16,0 1 0 0,-1-2-5 0,3-1-2 16,2-6 0-16,0 5 0 0,3-4 1 0,-3 2 0 15,3-3 0-15,0 1 0 0,2 4-14 0,-3 2 0 16,-2 3 0-16,-2-3 0 0,3 2-9 0,-4-2-5 15,-1 4-1-15,-1-3 0 16,0 3-35-16,-4 5-7 0,0-2-2 0,-3-3 0 16,3 7-130-16,-4-4-27 0,-6 4-4 0,0 0-2 0</inkml:trace>
  <inkml:trace contextRef="#ctx0" brushRef="#br0" timeOffset="18">20251 12229 979 0,'0'0'87'0,"0"0"-70"16,-3 0-17-16,0 0 0 0,3 0 164 0,-2 0 28 16,-1 0 7-16,-1 0 1 0,-1 0-157 0,5 0-31 15,-2 7-12-15,-1-1 8 0,1 1 12 0,-3-1 3 16,3 5 0-16,0 2 0 0,-1 0 2 0,1 4 1 0,2 3 0 16,0-3 0-16,0 7 13 0,0 2 2 0,0-2 1 0,0 6 0 15,0 0-21-15,-3 3-4 0,0 3-1 0,-4 0 0 16,0-4-16-16,-3 7 0 0,1-5 8 0,2 4-8 15,0-6 0-15,-1-1 0 0,1-8 8 0,0 1-8 16,-3-4 0-16,5-1 0 0,1-2 0 0,-1-4 0 31,0-2-34-31,2-4-4 0,3-7-1 0,0 0-858 0</inkml:trace>
  <inkml:trace contextRef="#ctx0" brushRef="#br0" timeOffset="19">20813 12357 806 0,'-10'-5'72'0,"6"5"-58"16,1-2-14-16,-2-2 0 0,0 2 118 0,0-3 21 0,3 5 4 0,-2-6 1 15,-1 6-97-15,-1-4-19 0,4 4-4 0,-2-3-1 16,1-1 28-16,-2 2 5 0,0-2 2 0,-1 4 0 16,1-2-25-16,0-3-5 0,-2 5 0 15,2-2-1-15,-3-2-6 0,1 4-1 0,3 0 0 16,-4 0 0-16,1 0 12 0,0 6 1 0,-1-6 1 0,2 5 0 15,-2-3-10-15,1 4-3 0,-5 1 0 0,4-3 0 16,-1 7-1-16,2-3-1 0,0 4 0 0,-3-6 0 16,5 7-5-16,-2 0-1 0,0 0 0 0,0 4 0 15,2-3-4-15,-2 3-1 0,1-5 0 0,2 1 0 16,2 5-8-16,-1-1 0 0,1-8 0 0,2 8 0 16,0-4 0-16,2-2 0 0,1-2 0 0,1 2-11 15,1-5 3-15,0 1 0 0,5-3 0 0,-3-2 0 16,3-2 8-16,-1 0-8 0,1 0 8 0,2-2-8 15,-3-5 8-15,3 3 0 0,0-2 0 0,1-1 0 0,-4-4 0 16,3 2 0-16,-2-4 0 0,1-2 0 16,-1 7 9-16,2-5-9 0,1-2 12 0,-4 1-12 0,1-1 19 15,-1-2-3-15,1 4-1 0,-1-4 0 0,1 4-3 0,-3 2-1 16,0-2 0-16,-1 7 0 0,0-1-11 0,-3 1 12 16,-1 1-12-16,-2 5 12 0,0 0 1 0,0 0 1 15,0 0 0-15,0 0 0 0,-5 7-14 0,3 4 8 16,-2 1-8-16,-2 1 0 0,-1-2 8 0,0 9-8 15,2-3 0-15,0 2 0 0,0 1 11 0,-1 4-11 16,3-7 12-16,-2 9-12 0,0-2 28 0,3 2 0 16,-3-2-1-16,3 2 0 0,-3 4-15 0,2-1-2 15,-1 3-1-15,-1-2 0 0,0 3-9 0,0 1 0 0,3-3 0 16,0-6 0-16,-3 2 0 0,5-3 0 16,-3-1 0-16,6-3 0 15,-1-7-40-15,1 4-1 0,-1-6 0 0,3-5-652 0,0 1-131 0</inkml:trace>
  <inkml:trace contextRef="#ctx0" brushRef="#br0" timeOffset="20">17219 7128 1447 0,'0'0'64'0,"0"0"13"0,0 0-61 0,-5 0-16 0,0 0 0 0,-2 0 0 0,7 0 27 16,-5 3 2-16,3 1 1 0,-3 0 0 0,5-4-17 0,0 0-3 15,0 3-1-15,0-3 0 0,-3 6 12 0,1-2 3 16,2-4 0-16,0 7 0 0,0-7-2 0,0 2 0 15,-2 4 0-15,4-2 0 0,0 3-2 0,1-1 0 16,-3 1 0-16,0 4 0 0,5-4-20 0,0-1 9 16,-5 7-9-16,2-7 0 0,0 7 24 0,1-2-1 15,-1 2-1-15,-2-2 0 0,2-2 6 0,3 6 2 16,1-2 0-16,-2 0 0 0,1 0-10 0,0 0-3 16,2 4 0-16,2-4 0 0,-1 5 0 0,-1-5 0 15,0 6 0-15,3-6 0 0,-3 4-7 0,0 3-2 16,0-3 0-16,1 0 0 0,-1 3-8 0,0-2 8 15,0-3-8-15,0 6 8 0,0-6-8 0,-1 9 0 16,-2-4 9-16,1 3-9 0,0-5 8 0,0 6-8 0,0-5 8 0,1 1-8 16,2-3 13-16,-1 3-1 0,0-3-1 0,1 3 0 15,1-3 0-15,-2 2 0 0,1-6 0 0,1 5 0 16,1-1 0-16,-3-4 0 0,3 4 0 0,-3-2 0 16,3-1-3-16,-3 3-8 0,0 0 12 0,0 3-4 15,0-7 0-15,-2 4 0 0,0 2 0 0,0 5 0 16,2-4-8-16,-2 1 8 0,-5 1-8 0,5 0 8 15,-1-3-8-15,-2 1 0 0,1-3 9 0,2 1-9 16,2-3 20-16,0 2-1 0,-2-4 0 0,0 0 0 16,2-2-19-16,0 2 0 0,-4 0 8 0,4-3-8 15,-2 1 0-15,0-2 0 0,0 2 0 0,-1-2 0 16,-2 2 0-16,1-5 12 0,2 5-3 0,-3-5 0 0,3 1-9 16,-2-1 0-16,-1 5 0 0,0-4 0 15,1-1 11-15,-1 1-3 0,-4-1-8 0,4 1 12 0,-2-1-12 16,0-6 9-16,0 6-9 0,0-6 8 0,0 0-8 0,0 0 8 15,0 0-8-15,0 0 8 0,0 0-8 0,0 0 10 16,0 0-10-16,0 0 10 0,0 0-10 0,0 0 0 16,0 0 0-16,0 0-11 15,0 0-40-15,0 0-8 0,8 0-1 0,-8 0-1 16,0 0-121-16,4 5-24 0,-4-5-5 0,0 0-1 0</inkml:trace>
  <inkml:trace contextRef="#ctx0" brushRef="#br0" timeOffset="21">17726 8591 633 0,'0'0'28'0,"0"0"6"0,0 0-34 0,0 0 0 0,0 0 0 0,0 0 0 16,0 0 83-16,0 0 9 0,0 0 3 0,0 0 0 15,0 0-64-15,-2-2-13 0,2 2-2 0,0 0-1 16,-3-5 21-16,3-1 5 0,0 1 1 0,0 5 0 16,0-2 7-16,0-2 2 0,3-3 0 0,-1 1 0 15,-2 0 17-15,3-1 3 0,-1 1 1 0,2-1 0 16,-1 3-1-16,0-3 0 0,-1 0 0 0,1 1 0 16,1-5-20-16,-2 5-4 0,6-3-1 0,-3-1 0 15,-1-4-17-15,3 8-3 0,1-7-1 0,-4 2 0 16,4-2 5-16,-1 2 1 0,0-2 0 0,0 0 0 0,1 2-18 15,1-2-3-15,-1 0-1 0,-4 1 0 0,3-2-9 16,-2 3 0-16,3-2 0 0,-1 3 8 0,-2 1-8 0,0-2 8 16,1 0-8-16,-1 3 8 0,0 1-8 15,-2 0 12-15,-3-3-12 0,2 5 12 0,-2 3-12 0,2-2 0 16,0 2 9-16,-2 2-9 0,0 0 0 0,0 0 9 16,0 0-9-16,0 0 0 0,0 0 0 0,0 0 0 15,0 0 0-15,0 0 0 0,3 2 0 0,0 4-9 16,-3 3 9-16,2 0 0 0,-2-3 0 0,0 1-8 15,0-1 8-15,-2-1 0 0,2 6 0 0,-3-3 0 0,0-1 0 16,3 3 0-16,-2 3 0 0,0 1 0 0,0-1 0 16,-1-3-8-16,1 8 8 0,-1-3 0 0,-2 2 0 0,1-4 0 15,-1 5 0-15,0-6 0 0,3 1 0 16,-3-2 0-16,-2 3 0 0,4-4 0 0,-2-3 0 16,3-1 0-16,-3-4 0 0,3 7 0 0,-3-3 0 0,3 1 8 15,-3 0-8-15,2-5 0 0,-1 2 0 0,1 3 0 16,-2-1 0-16,3-1 0 0,-1-3 0 0,3-2 0 15,-2 4 0-15,-2 2 8 0,-1-4-8 0,0 3 0 16,0-3 0-16,0 2 0 0,3-4 0 0,-3 7 8 16,0-7-8-16,0 4 9 0,1-2-9 0,-1-2 10 15,-3 0-1-15,4 5 0 0,-1-5 0 0,-3 0 0 16,4-5 8-16,-3 5 2 0,-3 0 0 0,3 0 0 16,-3 0 4-16,1 0 1 0,-1-2 0 0,1-2 0 15,-1 4 0-15,-2-5 1 0,-1 3 0 0,2 2 0 0,-1-4 3 16,-1-3 1-16,2 7 0 0,-4-2 0 0,5-2-11 15,1 2-2-15,-6-2-1 0,6 4 0 0,-3 0-15 0,0 0 8 16,0 0-8-16,2 0 0 0,1 0 0 0,-1 0 0 16,3 4 0-16,0-4 0 0,2 0 0 0,0 0 0 15,-2 0 0-15,4 0 0 0,3 0 0 0,-5 0 0 16,1 0-9-16,-1 0 9 0,0 0-16 0,5 0 2 16,0 0 1-16,0 0 0 15,0 0-86-15,0 0-17 0,0 0-3 0,0 0-618 16,0 0-124-16</inkml:trace>
  <inkml:trace contextRef="#ctx0" brushRef="#br0" timeOffset="22">17752 9096 1209 0,'0'0'53'0,"-4"0"12"0,-1 0-52 0,3 4-13 0,2-4 0 0,0 0 0 15,0 0 116-15,0 0 21 0,-6 2 4 0,6-2 1 16,0 0-108-16,0 0-22 16,0 0-4-16,0 0 0 0,8 5 16 0,-3-3 3 0,-1-2 1 0,4 0 0 15,1 0 16-15,-2 0 4 0,3-2 1 0,2-3 0 16,0 5-25-16,0-2-6 0,3-2-1 0,1 0 0 15,-1 2-7-15,2 2-2 0,-3-5 0 0,1 5 0 16,1 0-8-16,-3 0 0 0,1 0 0 0,0 0 0 16,-2-2 0-16,3 2 0 0,-6 2 0 0,4-2 0 15,-2 0 0-15,1 0 0 0,1 0 0 0,-4 0 0 16,1 0 0-16,-1 0 10 0,1 0-10 0,-1-2 10 16,-1 2-1-16,1-5 0 0,-2 3 0 0,3-2 0 15,-5 4-9-15,5-3 0 0,-3-1 0 0,-3 4 8 16,4 0-8-16,-3 0 0 0,-5 0 0 0,0 0 0 15,0 0 0-15,4 0 0 0,-4 0 0 0,0 0 0 16,5 7 0-16,-5-7 0 0,0 0 0 0,0 6 0 0,0 1 15 16,0-2 7-16,0 1 2 0,-2 0 0 0,-1 1-24 0,-1-3 0 15,-1 3-10-15,0 1 10 0,2-2 0 0,-1 5 16 16,-3-4-2-16,-1 0 0 0,3-1-6 16,1 5-8-16,-4 0 11 0,1-3-11 0,0 3 16 0,0-4-3 15,-2 6-1-15,1-2 0 0,-4 2 4 0,2-1 0 16,1 1 0-16,-3 1 0 0,0 1 5 0,0-2 2 15,0 0 0-15,0 4 0 0,-3-2-23 0,6-1 0 16,1 3 0-16,-1-5 0 0,-5 6 0 0,1 0 0 16,2-6 0-16,-2 6 0 0,4-4 0 0,-3-2 0 15,0 5 0-15,0-2 0 0,2 0-12 0,1-2-3 16,-1-4-1-16,3 6 0 0,-3-6 6 0,1 4 1 0,1-3 0 0,3 3 0 31,-2 1-143-31,0-3-29 0,2-1-6 0</inkml:trace>
  <inkml:trace contextRef="#ctx0" brushRef="#br0" timeOffset="23">15863 7167 460 0,'0'0'20'0,"0"0"5"15,0 0-25-15,0 0 0 0,-2 4 0 0,-3-4 0 16,2 3 143-16,1 1 23 0,-3 0 5 0,1-2 1 0,-1 5-124 0,2-7-24 16,3 0-4-16,-5 7-2 0,1-3-18 0,-1-2 10 15,2 3-10-15,-2-3 8 0,0 2-8 0,1 3 10 16,-3 3-10-16,1-1 10 0,2-3 1 0,-1 5 0 16,-5 2 0-16,4 0 0 0,-2-2 8 0,3 6 1 15,-2-2 1-15,-3 3 0 0,-1-1-7 0,-2 0-2 16,1 3 0-16,1-4 0 0,-2 5 4 0,4-2 0 15,-4 1 0-15,2 0 0 0,-1 1 0 0,-1-2 1 16,2 1 0-16,-2-2 0 0,4 1-1 0,-3-2-1 16,0 3 0-16,3-1 0 0,-1-2 7 0,-2 3 2 15,2-2 0-15,1 1 0 0,-1 5-16 0,-2-4-8 16,0 1 8-16,0-2-8 0,0 1 0 0,-1 0 0 0,2 1 0 16,1-2 0-16,-4 1 9 0,2-2-9 0,0 1 12 15,0 0-12-15,-3-1 12 0,3 1-12 0,0 5 12 16,3-4-12-16,-4 1 0 0,2-1 0 0,1-1 0 15,-2 1 0-15,2 4 10 0,1-5-10 0,-1-1 8 0,1 1-8 16,1-2 0-16,1 1 8 0,-3-5-8 0,3 6 0 16,-2-6 8-16,1 4-8 0,1-3 8 0,-3-1-8 15,3 4 8-15,0-4-8 0,0 0 0 0,0 4 8 16,-1-4-8-16,1 5 12 0,0-6-12 0,0 1 12 16,0 5-12-16,-1-5 0 0,1 0 9 0,0 4-9 15,0-4 19-15,-1-2-1 0,2 2 0 0,-2 0 0 16,3-2-18-16,-2-3-16 0,0 3 4 0,0 0 0 15,0-2 12-15,2 2 13 0,0-5-2 0,-2 5-1 16,2-3 3-16,0-1 1 0,-2 4 0 0,5-4 0 0,-1 4-14 16,-2-3 9-16,3-1-9 0,-3 1 8 15,3 1-8-15,-3-3 0 0,-3 5 0 0,4-4 0 0,-1 6 0 0,0-7 8 16,-2 5-8-16,0-4 0 0,-1 3 0 0,3-1 0 16,1-3 0-16,-1 1 0 0,0 0 0 0,0-3 0 15,1 3 0-15,-1-3 0 0,3-2 0 0,-4 4 8 16,4-1-8-16,0-3 0 0,2-2 19 0,-5 6-2 15,0-1 0-15,0-3 0 0,3 2-5 0,-3 0-2 16,1-2 0-16,1 5 0 0,-2-2-10 0,2-3 8 16,1-2-8-16,2 0 8 0,-2 4-8 0,2-4 10 15,0 0-10-15,-2 0 10 0,-3 0 2 0,5 0 1 16,-5 0 0-16,5 0 0 0,-3-4 4 0,-1 4 1 0,2-2 0 16,2 2 0-16,-5-5-2 0,2 5 0 15,-2-7 0-15,3 7 0 0,0-2-8 0,-3-2-8 0,2 4 12 0,1-4-12 16,-1 4 8-16,1-2-8 0,-1-3 0 15,1 5 0-15,0-2 0 0,0-2 0 0,2-3 0 0,-5 5 0 16,5-2 16-16,-3-2-3 0,3-1-1 0,-2 1 0 16,-1-1 10-16,3 0 2 0,0-4 0 0,0 5 0 15,0 0-13-15,3-1-3 0,-6-4 0 0,3-2 0 16,3 7 1-16,-3-5 0 0,2 2 0 0,-2-2 0 16,0 5-9-16,3-5 12 0,-3 5-12 0,0-1 12 15,0 1-12-15,2-1 0 0,-2 2 0 0,3 3 0 16,-3 2 0-16,0 0 0 0,0 0-8 0,0-4 8 15,0 4 0-15,0 0-9 0,0 0 9 0,0 0 0 16,4 0-9-16,-4 0 9 0,0 0 0 0,0 0-9 16,0 0 9-16,0 0 0 0,0 0 0 0,0 0-8 0,0 0 8 15,0 0 0-15,0 0 0 0,2 4 0 0,-2 7 0 0,0-2-10 16,0 2 10-16,0 2 0 0,0 0-9 0,0 0 9 16,0 4 0-16,-2-4-9 0,2 5 9 0,0-6 0 15,0 6 0-15,0-5 0 0,0 0 0 0,2 0 0 16,-2-2 0-16,0-1 0 0,0-1 0 0,3 2 0 15,-3-4 0-15,0-1 0 0,0 1 0 0,2-1 0 16,1 0 0-16,-3-6 0 0,0 0 0 0,0 0 0 16,2 7 0-16,-2-7 0 0,0 0 0 0,3 6 0 15,-3-6 0-15,0 0 8 0,2 5-8 0,3-3 11 16,-5-2-11-16,5 4 12 0,0 1 14 0,2-5 3 16,2-5 1-16,-1 5 0 0,1 0-2 0,1-4-1 15,4-3 0-15,-2 5 0 0,3-4-7 0,-1 1-2 0,3-1 0 16,-3-5 0-16,-4 5-18 0,2 0-17 0,0-1 3 0,3 0 1 15,-1 0 37-15,-2 1 7 0,3 0 1 0,-4-1 1 16,1-4-33-16,1 5 0 0,-4-5 0 0,1 5 0 16,-1-3-14-16,-2 2 0 0,1 1 0 0,1-1 0 31,-4-1-20-31,2 1-4 0,0 1-1 0,1-1 0 16,-4 5-41-16,4-4-9 0,-3-3-2 0,2 7-600 0,0-5-120 0</inkml:trace>
  <inkml:trace contextRef="#ctx0" brushRef="#br0" timeOffset="24">14659 9193 633 0,'0'0'28'0,"0"0"6"0,0 0-34 0,0 0 0 0,0-4 0 0,2 4 0 16,-2 0 121-16,0-7 18 0,0 7 3 0,0-2 1 15,0 2-108-15,0-4-22 0,0 0-4 0,0 4-1 16,-2-2-8-16,2 2 0 0,0 0 0 0,-3-5 0 16,-2 5 0-16,3-2-14 0,-1-2 5 0,3 4 1 15,0 0 8-15,-5 0 11 0,1-2-3 0,-1-3 0 16,3 5 13-16,2 0 3 0,0 0 0 0,-3-2 0 15,-2-3 48-15,1-1 11 0,1 6 1 0,-2-7 1 16,0 3-10-16,-1-2-3 0,1 6 0 0,-3-7 0 16,1 7-12-16,2-2-4 0,-5-2 0 0,4 4 0 0,-4-2-43 0,1 2-13 15,-2 0 0-15,0 0 8 0,1 0-8 16,-2 2 8-16,2-2-8 0,-2 4 8 0,1-2-8 0,1 3 0 16,-5-3-11-16,3 4 11 0,-2-2 0 0,-1 3 0 15,4-1 11-15,-4 1-3 0,-2 0-8 0,3-1 0 16,-3 5 0-16,3-5 0 0,-1 5 0 0,3-2 17 15,2 2-2-15,1 6-1 0,-1-4-14 0,-2 0 0 16,0 4 0-16,0-1 0 0,0 1 0 0,2 2 0 16,1-2 0-16,-1 3 0 0,-2-2 0 0,3 5 0 15,-1-3 0-15,3 4 0 0,-3 0 0 0,3-5 0 16,0 5 0-16,2-5 0 0,0 7 0 0,2-1 0 0,-1-6 0 16,2-2 0-16,2 3 0 0,0-3 0 0,2 0 0 15,0-4 0-15,3 0 0 0,0 1 0 0,0-8 8 16,2 5-8-16,0-1 0 0,3-1 0 0,2 2 0 0,0-3 0 15,0 1 0-15,0 0 0 0,2-2 8 0,3-1-8 16,2-2 12-16,3-1 0 0,2 1 0 0,0-4 0 16,0 0-12-16,-2 0 0 0,2 0 0 0,-3-4 0 15,4 1 0-15,-1-1 9 0,-1-2-9 0,1-1 12 16,1 1-4-16,-1-1-8 0,-5 0 12 0,3-4-4 16,1 3 8-16,-1-3 0 0,0 1 1 0,-3 1 0 15,0-2-2-15,0-3-1 0,-2-3 0 0,0 5 0 16,0-6 3-16,-2 5 1 0,-1-7 0 0,0 3 0 15,-1-2 1-15,-2-1 0 0,1-4 0 0,-2 7 0 16,-3-2-3-16,0-1 0 0,-2 3 0 0,0-2 0 16,-2 1 8-16,1 0 2 0,-4-1 0 0,0 2 0 0,-2 1-10 15,0-1-1-15,-1 0-1 0,-2 4 0 0,0-4-14 16,0 1 9-16,-1 3-9 0,-2-2 8 0,-1 3-8 16,-1-2 0-16,1 3-10 0,-4 5 10 0,1-3-15 0,-2-2 3 15,-1 5 1-15,1-5 0 0,0 5 11 0,-1-1 0 16,0 5 0-16,-1-3 0 0,2-1-11 0,-1 6 0 15,0 0 0-15,4 0 0 16,-4 0-33-16,1 0-8 0,2 6 0 0,-3-6-1 16,1 7-87-16,2 0-18 0,3-1-3 0,-4 1-731 0</inkml:trace>
  <inkml:trace contextRef="#ctx0" brushRef="#br0" timeOffset="25">13923 10015 759 0,'0'0'33'0,"0"0"8"0,0 0-33 0,0 0-8 15,0 0 0-15,0 0 0 0,0 0 44 0,0 0 6 16,0 0 2-16,0 0 0 0,0 0-3 0,0 0 0 16,0 0 0-16,0 0 0 0,0 0-4 0,0 0-1 15,-5 0 0-15,0 4 0 0,-2-2-10 0,2-2-2 0,1 6-1 0,-1-6 0 16,-1 7 9-16,2-3 3 15,4-4 0-15,-5 2 0 0,0 5-15 0,-2-3-2 0,5 3-1 16,-3 0 0-16,0-1-14 0,0 1-3 0,3-1-8 0,-3 0 12 16,0 5 4-16,0 0 0 0,-2-2 0 0,3 2 0 15,-1 2 2-15,-3-3 1 0,1 3 0 0,0 0 0 16,0 0 1-16,-3 5 1 0,3-1 0 0,-2-2 0 16,-2 7 3-16,0-7 0 0,1 7 0 0,1-3 0 15,-3-1 2-15,-1 1 1 0,4 0 0 0,-3 1 0 16,2-2-17-16,0 1-10 0,-1 0 12 0,-1 3-12 15,2-2 13-15,-4-1-4 0,1 5-1 0,-1-4 0 16,0 3 0-16,2-4 0 0,-3-1 0 0,1 6 0 16,4-5-8-16,-2 5 0 0,0-4 0 0,0-1 0 15,0-2 10-15,0 3 0 0,0-2 0 0,0 1 0 16,2-2 6-16,-2 1 2 0,3-3 0 0,-3 2 0 16,2 0-4-16,0-3-1 0,3-1 0 0,-2 4 0 0,1-4 0 15,1-1 0-15,-2 2 0 0,3-3 0 0,-3 2-5 16,2 0-8-16,0-3 11 0,0 3-11 0,-1 1 9 0,1-3-9 15,0 1 0-15,0 1 9 0,0-2-9 0,-1 2 0 16,1 0 0-16,-3 0 0 0,3-2 15 0,0 0-3 16,-3-3 0-16,4 3 0 0,-2-4 10 0,1 6 2 15,0-7 0-15,-1 5 0 0,-1-4-10 0,4 3-2 16,3-1 0-16,-4 2 0 0,0-4-12 0,-2-1 0 16,3 7 8-16,-1-7-8 0,-2 1 0 0,1 4 0 15,2-5 0-15,0 5 0 0,-2-4 0 0,2-1 8 16,-2 1-8-16,2-1 0 0,0 1 0 0,-2-1 0 15,2-2 8-15,0 3-8 0,-1-1 0 0,1 1 8 0,0-1-8 16,0 1 0-16,-2 0 15 0,2-1-3 0,0 1-1 0,0-3 0 16,1 2-11-16,-1 1 10 0,2-1-10 0,-2 1 10 15,3-1-10-15,-2-2 0 0,1-1-10 0,1 1 10 16,-4 3 0-16,2-3 20 0,1 3-4 0,1-5 0 16,0 2-6-16,2-4-2 0,-5 2 0 0,5-2 0 15,0 0 0-15,-3 7 0 0,1-7 0 0,2 0 0 16,-5 4 0-16,5-4 0 0,0 0 0 0,-2 2 0 15,2-2-8-15,0 0 0 0,0 0 0 0,0 0 0 16,0 0 0-16,0 0 0 0,0 0 0 0,0 0 0 16,0 0 0-16,0 0 0 0,0 0 0 0,0 0-11 15,0 0 11-15,0 0 0 0,0 0 0 0,0 0 0 16,0 0 11-16,0 0-3 0,0 0 0 0,0 0 0 0,0 0-8 16,0 0 10-16,0 0-10 0,0 9 10 15,0-9-10-15,0 0 0 0,0 0 0 0,-2 2 0 16,2-2 0-16,0 0 0 0,0 6 0 0,0-6 0 0,2 7 0 0,-2-7 0 15,0 0 0-15,-2 7 0 0,2-7 0 0,0 0 0 16,0 0 0-16,0 6 0 0,-3-1 0 0,3-5 0 16,0 0 0-16,0 6 0 0,-2-2 0 0,2-4 0 15,0 0 0-15,0 0 0 0,0 2 0 0,0-2 0 16,0 0 0-16,-3 7 0 0,3-7 0 0,0 0 0 16,0 0 0-16,0 6 0 0,0-6 0 0,0 0 0 15,0 5 0-15,-3-3 0 0,3-2 0 0,0 0 0 16,-2 4 0-16,2-4 0 0,0 0 0 0,-2 6 0 15,2-6 0-15,0 0 0 0,0 0 0 0,0 0 0 0,0 0 9 16,0 0-9-16,0 0 0 0,0 0 9 16,-5 0-9-16,5 0 0 0,0 0 12 0,0 0-4 0,0 0 0 15,0 0-8-15,-5-4 16 0,5 4-3 0,0 0-1 16,-2-2 0-16,2 2 5 0,-3-4 1 0,1 4 0 0,-2-2 0 16,1-3-18-16,-2 3 0 0,5-2 8 0,-2-3-8 15,-1 5 0-15,1-2 0 0,-1-2 0 0,1 1 0 16,2-1 9-16,-2-3-1 0,-1 2-8 0,3-4 12 15,0 1-12-15,0 1 0 0,-2-4 0 0,4-2 0 16,-2 2 0-16,3 0 0 0,-1-4 0 0,3 4 0 16,-3-1 0-16,3-3 0 0,0 4 0 0,-2 5 0 15,1-7 0-15,1 6 0 0,0-2 0 0,-3-2 0 16,3 2 0-16,-3 4 0 0,0-1 0 0,1-3 0 16,-3 5 0-16,3 1 0 0,-3 3 0 0,0-2 0 0,0 4 0 15,0 0 0-15,0 0 0 0,0 0-10 0,0 0-2 0,0 0-1 16,0 0 0-16,0 0 0 0,0 0-1 15,-3 6 0-15,3 1 0 0,-3 4 0 0,3-1 6 0,0-1 8 16,0 2-13-16,0 2 5 0,3 4 8 0,-3-4 0 16,-3 7 0-16,3-3 0 0,-2 3 0 0,2-3-8 15,-4 2 8-15,1 1 0 0,-2-3 0 0,3 1 0 16,-1-6 0-16,1 1 0 0,0 1 0 0,0-3 0 16,-1 1 0-16,3-1 0 0,-2-4 0 0,2-1 0 15,2 0 0-15,1 1 0 0,-1 0 0 0,2-3 0 16,1-2 0-16,0 3 0 0,2-3 8 0,3-2 0 15,-3 0 0-15,3 0 0 0,2 0 1 0,0 0 1 16,2-2 0-16,0-3 0 0,3 3-10 0,1-5 10 16,1 1-10-16,-2-3 10 0,-3 3-2 0,3 4 0 0,-1-5 0 15,1 3 0-15,0-3-21 0,0 7-5 0,-3-6-1 0,3 6 0 32,-3 0-65-32,1 0-12 0,-5 0-4 0,2 4 0 15,0-2-144-15,-3 3-28 0</inkml:trace>
  <inkml:trace contextRef="#ctx0" brushRef="#br0" timeOffset="26">12089 12255 1630 0,'0'0'72'0,"0"0"16"0,0 0-71 15,0 0-17-15,0 0 0 0,0 0 0 0,0 0 67 0,0 0 9 0,0 0 3 0,0 0 0 16,-3 4-19-16,3-4-4 0,0 0-1 0,0 0 0 15,0 0-34-15,0 0-6 0,0 0-2 0,5 7 0 16,2-3-13-16,0-2 0 0,1-2 0 0,1 4 0 16,1-1 12-16,-1 1-4 0,1-4-8 0,2 2 12 15,-2 3 0-15,2-3 0 0,-3 3 0 0,1-5 0 16,2 4 0-16,0-2 0 0,0-2 0 0,0 4 0 16,3-2 2-16,-4-2 0 0,1 0 0 0,1 0 0 15,-4 0-4-15,3 5-1 0,3-5 0 0,-4 2 0 16,-1-2-9-16,-1-2 0 0,4 2 0 0,-4 0 8 15,1-5-8-15,-1 5 8 0,2-2-8 0,-2-2 8 0,1-2-20 16,1 6-5-16,-1-7-1 0,2 2 0 16,-2 3-22-16,-1-5-4 0,1 3 0 15,0-2-1-15,-5-1-116 0,4 1-23 0,-2 2-5 16,1 1-1-16</inkml:trace>
  <inkml:trace contextRef="#ctx0" brushRef="#br0" timeOffset="27">12660 12112 1364 0,'0'0'60'0,"0"0"13"0,0 0-58 0,0 0-15 0,5-2 0 0,0-2 0 16,3-3 32-16,-1 1 3 0,-2 2 1 0,0-3 0 15,4 5 3-15,-2-5 1 0,-2 0 0 0,2 3 0 0,1-2-7 0,-4 1-1 16,3-1 0-16,-2 4 0 15,0-3 18-15,0 3 3 0,2-2 1 0,1 2 0 16,-4-2-17-16,-2 1-3 0,6-1-1 0,-3 0 0 0,-3 2-13 0,5 2-2 16,-2 0-1-16,2-5 0 0,0 5 3 0,1 0 1 15,-3 0 0-15,-1-2 0 0,3-3 15 16,1 5 4-16,-4 0 0 0,4-2 0 0,-3-2-1 0,1 4 0 16,-1 0 0-16,0 0 0 0,2 0-31 0,-2 0-8 15,-5 0 0-15,5 4 0 0,0-2 0 0,2-2-8 16,-5 7 8-16,3-2-12 0,-2 5 12 0,2-1 8 15,-1 2-8-15,-2-3 11 0,1 9-11 0,0-3 0 16,-1-3 0-16,-2 6 0 0,0-4 8 0,0 0 0 16,-2 4 0-16,2-1 0 0,-3 1-8 0,-2 2 0 15,1-1 0-15,-1-1 0 0,-3-2 8 0,2 2 0 16,-2 1 0-16,-2 1 0 0,-2 5 0 0,1-5 0 0,-2 6 0 16,1-2 0-16,3-3-8 0,-6 6 0 0,-2-9 0 15,3 2 8-15,0 4-8 0,-1-4 12 0,1-6-12 16,2 4 12-16,-3-4 5 0,3 0 2 0,1-2 0 0,1-2 0 15,0-3-8-15,3-6-2 0,-3 4 0 0,3-2 0 16,-3-2-1-16,4-2 0 0,-2-2 0 0,3 4 0 16,-2-6-8-16,2-1 0 0,-2 1 0 0,2-7 0 15,3 2 0-15,-3 2 0 0,2-2 0 0,1-2-11 16,-1 3 11-16,3-3 0 0,0 6 0 0,3-4 0 16,-3 4 0-16,2 1 0 0,4-1 0 0,-6 7 0 15,4-2-18-15,3-2-2 0,3 2 0 0,-1 2 0 16,4 0 20-16,-1 0 9 0,2 0-1 0,1 2 0 0,-1-2-8 15,0 6 0-15,3-1 0 0,0-3 0 0,-2 4 18 0,2-1 2 16,-3 1 0-16,2 1 0 0,-1 4-7 0,0-5-1 16,1 3 0-16,-4 2 0 0,2-5-12 0,-1 7 8 15,1-6-8-15,0 4 0 0,-1 0 10 0,-1-3-10 16,2-1 10-16,-2-1-10 0,0 5 0 0,0-5 0 16,3 1 0-16,-1-3 0 0,0 3-8 0,1-5-8 15,-1 3-2-15,3-5-806 16,-3 2-162-16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3T14:17:58.226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19666 3854 748 0,'0'0'33'0,"0"0"7"0,3-4-32 0,-3 4-8 16,4-3 0-16,-4 3 0 0,0 0 56 0,0 0 8 15,0 0 3-15,0 0 0 0,0 0-16 0,0 0-3 16,0 0-1-16,2 7 0 0,-2 0-12 0,0-1-3 16,-2 1 0-16,0 3 0 0,0 3-5 0,-1 0-2 15,-2-2 0-15,0 3 0 0,1 5 11 0,-1-2 1 16,0 3 1-16,-2 4 0 0,2 1 10 0,-5 6 1 15,1-1 1-15,-1 1 0 0,1 1-6 0,-4 5 0 16,2-7-1-16,-4 7 0 0,-2-7-24 0,3 7-5 16,2-4-1-16,0-3 0 0,-5 0-3 0,8-6-1 15,1 7 0-15,3-12 0 0,1 0 15 0,-4-1 4 16,1-1 0-16,5-4 0 0,6 0-43 0,-4-6-8 0,-4-1-1 16,2 0-1-1,2-6-108-15,0 0-22 0,0 0-4 0,0 0-1 0</inkml:trace>
  <inkml:trace contextRef="#ctx0" brushRef="#br0" timeOffset="1">19947 3935 403 0,'0'0'36'0,"0"0"-36"0,5-5 0 0,-2 3 0 16,2-2 84-16,-1-3 9 0,3 0 3 0,1 1 0 15,-4-1-35-15,1 1-6 0,3 2-2 0,-3-3 0 16,-1 1 21-16,3-1 4 0,-2 1 1 0,2-1 0 15,0 0-32-15,1 3-7 0,-1-3 0 0,3 5-1 16,-3-2-27-16,0 4-4 0,1-2-8 0,-4 2 11 16,1-4-11-16,0 4 12 0,2 4-12 0,-3-2 12 15,-4-2 7-15,5 4 1 0,3-2 1 0,-6 5 0 16,3-3 2-16,-3 3 0 0,1 0 0 0,-1-1 0 16,3 1-9-16,-5 3-2 0,3-3 0 0,-3 6 0 15,2 0 0-15,-2-2-1 0,0 6 0 0,-2-2 0 16,-1-2-2-16,1 9 0 0,2-2 0 0,-5 3 0 15,0 1-9-15,-5-2 10 0,3 1-10 0,-2 2 10 0,-1 1-10 16,-2-3 0-16,0 4-12 0,0-4 12 0,0-4 0 16,-1 6 20-16,2-6-3 0,-1 2 0 0,2-5-9 0,-2 1-8 15,2 1 9-15,1-6-9 0,-1 1 16 0,-2 0-2 16,2-1-1-16,-1 0 0 0,1-1 1 0,0-2 0 16,0-3 0-16,-1 5 0 0,1-5-14 0,0-1 11 15,1-3-11-15,-1 3 10 0,3-3-10 0,-2-2 10 16,1 0-10-16,1 0 10 0,2-2-10 0,-2-3 12 15,2 5-12-15,1-2 12 0,-1-3-20 0,2-1-4 16,3-1-1-16,0 3 0 0,0 2 13 0,3-4 0 16,-1 1-10-16,3-1 10 0,2-1 0 0,-2 1 0 15,2 0-9-15,3-1 9 0,-3 2 0 0,0 3 12 16,0-2-1-16,3 1-1 0,-3 3-2 0,1 3 0 16,1 1 0-16,1-2 0 0,-4 3 3 0,4 2 0 0,-3-1 0 15,3 0 0-15,-2 1 8 0,1-1 1 0,-2 1 1 16,3 3 0-16,0-3-13 0,-1-1-8 0,1 1 8 0,-1 4-8 15,1-4 17-15,-3 3-1 0,3-3 0 0,-1 1 0 16,-4-1-16-16,3-1 10 0,-2 5-10 0,2-4 8 16,-3 0-8-16,-1-1 0 0,1 0 0 0,0 5 0 15,0-4-22-15,-2 3 0 0,-1-3 0 0,0 2 0 16,3 2-193-16,0 2-38 0,-3-3-8 16,1 3-2-16</inkml:trace>
  <inkml:trace contextRef="#ctx0" brushRef="#br0" timeOffset="2">16466 6326 403 0,'0'0'36'0,"0"0"-36"0,0 0 0 0,0 0 0 15,0 0 111-15,0 0 15 0,-2-4 3 0,2 4 1 16,0 0-38-16,-2-2-7 0,-1-2-1 0,3 4-1 16,0 0-23-16,0 0-5 0,0 0-1 0,0 0 0 15,0 0-21-15,0 0-4 0,0 0-1 0,0 0 0 16,0 0 8-16,0 0 2 0,0 4 0 0,0 2 0 15,0 1-11-15,-2 4-3 0,-3-3 0 0,2 3 0 16,1-2 3-16,-2 8 0 0,-4-4 0 0,3-2 0 16,1 9-27-16,-1-7 0 0,-3 4 0 0,1 0 0 15,0-4 0-15,-1 7 8 0,2-7-8 0,1 4 0 16,0-4 10-16,0 0-10 0,1-2 12 0,-1 2-12 16,2-6 16-16,3-1-4 0,0 0-1 0,0-1 0 0,3 1-11 15,2 1 10-15,-5-7-10 0,4 4 10 0,3-2-1 16,1-2 0-16,-2 0 0 0,5 0 0 0,-2 0-9 15,1 0 10-15,-1-2-10 0,4 2 10 0,3-4-10 0,1-3 0 16,2 5 0-16,0-2 0 0,1-3 0 0,-4 3 0 16,1-2 0-16,0 3 0 0,0-1-11 0,-2-2-7 15,-4-1-2-15,-1 5 0 16,-1-2-140-16,-4-1-28 0</inkml:trace>
  <inkml:trace contextRef="#ctx0" brushRef="#br0" timeOffset="3">16709 6209 460 0,'0'0'41'0,"0"0"-33"0,0 0-8 0,0 0 0 16,0 0 184-16,0 0 36 0,0 0 6 0,0 0 2 16,5 7-154-16,-2 0-30 0,1 6-7 0,-2-3-1 15,-2-1 21-15,0 8 4 0,0-4 1 0,-2 11 0 16,2-4-18-16,-4 3-3 0,-1 6-1 0,0-1 0 16,0 2-9-16,0 0-3 0,-2 8 0 0,-1-4 0 15,2-1 6-15,-4 3 1 0,3 1 0 0,-3 0 0 16,1-4 1-16,-1 1 0 0,0-1 0 0,0-3 0 0,1-4-12 15,2 5-1-15,-3-8-1 0,6 3 0 0,-4-2-14 16,3-5-8-16,1-1 10 0,-1 2-10 0,5-3-9 0,-3 0-8 16,3-9-2-16,3 3-631 15,-1 3-126-15</inkml:trace>
  <inkml:trace contextRef="#ctx0" brushRef="#br0" timeOffset="4">19070 4606 57 0,'9'0'0'0,"-3"0"0"0,-6 0 0 0,4 0 0 15,1-5 0-15,-5 5 0 0,0 0 158 0,5 0 26 16,2-2 6-16,-7 2 1 0,-2-4-105 0,2 4-21 16,0 0-4-16,0 0-1 0,0-2 20 0,0 2 3 15,0 0 1-15,4-4 0 0,-4 4 0 0,0 0 0 16,0 0 0-16,0 0 0 0,5 0-46 0,-5 0-9 15,-2 0-1-15,-5 0-1 0,-1 0 8 0,6 4 1 16,2-4 1-16,-7 2 0 0,-6 2-22 0,7-2-5 16,6-2-1-16,-3 0 0 0,-7 7-9 0,6-7 10 15,4 0-10-15,-7 4 10 0,-1 3-10 0,-1 0 0 16,-4-1 0-16,9 1 8 0,2-1 0 0,-8-2-8 0,-5 7 12 16,4-2-4-16,1-3 8 0,-5 5 0 0,-1-2 1 15,-1 2 0-15,2 0-4 0,-2 1-1 0,1-1 0 16,-4 2 0-16,-1 1-12 0,1-2 0 0,-1 1 0 0,1-2 0 15,-4 2 14-15,1 0-3 0,1 0-1 0,0-2 0 16,-2 6-10-16,0-2 0 0,-5 1 0 0,3-1 0 16,2-2 0-16,2 2-11 0,-4-2 3 0,1 0 0 15,4 0 8-15,-1-2 0 0,1 2 0 0,-1 0 0 16,1 0 0-16,-1-2 11 0,3-2-3 0,-3 1 0 16,5 3-8-16,-2-2 0 0,-3 0 0 0,3-2 0 15,5 2 0-15,-3-3 0 0,0 3 0 0,2 0 0 16,-1-3 0-16,2 5-11 0,-1-2 11 0,-4-4-8 15,2 6 8-15,2-2 0 0,-1-1 8 0,-1-1-8 16,3 2 0-16,-1-2 0 0,0 2-10 0,1-5 10 16,2 5 0-16,0-3 8 0,3 3 0 0,1-5 1 0,-2 6-9 15,1-6 0-15,-3 1 0 0,0-1 0 0,3 1 0 0,-4 3-11 16,1-3 11-16,2-1-12 0,-1 1 12 0,1-1 8 16,0 1-8-16,1 0 11 0,-1-1-11 15,0 1-11-15,1-3 3 0,-1 2 0 0,1 1 8 16,-1-1 0-16,3 1-9 0,-3-1 9 0,3-2 0 0,-3 3 15 15,1 0-3-15,-1-3 0 0,1 3-12 0,1-1-16 16,-1 0 3-16,2-3 1 0,-5 3 12 0,2 5 0 16,0-5 0-16,1-2-9 0,-3 5 18 0,2-2 4 15,1-3 1-15,-1 3 0 0,0-1-14 0,0 1 0 16,5-1 0-16,1 1 0 0,-6-1-14 0,3 3-6 16,-2-3 0-16,1 1-1 0,1 0 21 0,0-1-9 15,-3-4 9-15,1 5 0 0,1-3-8 0,1 2 8 16,-3 1 0-16,4-3 0 0,-2 3-8 0,1-5 8 0,-3 4 0 15,3-2 0-15,0 3 0 0,0 0 0 0,-3-3 0 0,3-1 0 16,-1 3 0-16,-1 0 0 0,2-1 0 16,0-3 0-16,-3 6 0 0,2-6 0 0,2 5 0 0,-2-3 0 15,1-2 0-15,0 5 0 0,0-7 0 0,2 4 0 16,0-1 0-16,0 1 0 0,0 0 0 0,1-1 0 16,-1 1 0-16,3-2 0 0,-6 2 0 0,6-1 0 15,-5-3 0-15,2 4 0 0,0-2 0 0,-2-2 0 16,0 6 0-16,2-6 0 0,0 5 0 0,1-5 0 15,-4 6 0-15,5-6-10 0,1 4 10 0,-3-1-12 16,3-3 12-16,-3 0 16 0,-2 4-4 0,7-4-1 0,0 0-11 16,-3 0 10-16,-3 0-10 0,6 0 10 0,0 0 5 15,0 0 1-15,-6 0 0 0,6 0 0 0,0 0-16 0,0 0 0 16,0 0 0-16,0 0-10 0,0 0 10 0,0 0 0 16,-5 0 8-16,5 0-8 0,0 0 0 0,-4 2 0 15,-1-2 0-15,5 0 0 0,-5 0 0 0,5 0 0 16,-5 0 0-16,5 0 0 0,0 0 0 0,-4 0 0 15,-3-6 0-15,4 3 0 0,1-1 17 0,-1-2 3 16,3 1 0-16,0-3 0 0,0 1-1 0,0-3 0 16,3-1 0-16,-1 4 0 0,1-2-19 0,-3-2 0 15,5-1 8-15,-3 1-8 0,0 5 0 0,3-8-9 16,0 7 1-16,0-3 0 0,-3 1 8 0,0-2 14 16,-4-1-3-16,2 7-1 0,2-3-10 0,3-4 0 15,-3 6 0-15,4-5-11 0,-4 9 11 0,2-4 0 16,-1-1 0-16,-1 3 0 0,-2 4 0 0,3-7 0 15,-1 1 0-15,-2 6 8 0,0 0-8 0,0 0-13 0,0 0 3 16,0 0 1-16,0 0-3 0,0 0 0 0,0 6 0 0,-2 1 0 16,-3-1 0-16,2 1 0 0,-1 3 0 0,-1 1 0 15,5 3 3-15,-3-6 0 0,1 7 0 0,2-2 0 16,-3-4 9-16,1 8 0 0,0-3 0 0,0-2 0 16,-3 3 0-16,0-2 0 0,0 0 0 0,1 1 0 15,-1 3 0-15,2-4 0 0,-2 0 0 0,3 0 0 16,-3-7 8-16,3 5 0 0,-3-4 0 0,2 3 0 15,3-7-8-15,0-3 0 0,-2 6 0 0,2-6 0 16,0 0 0-16,0 4 0 0,0-4 10 0,2 2-10 16,-2-2 28-16,8 5 0 0,-1-5 0 0,0 2 0 15,3 2-15-15,-3-4-3 0,3 0-1 0,-1 0 0 0,3 0 5 16,0 0 1-16,2 0 0 0,1 0 0 0,-3 0-7 0,2 0 0 16,-2 0-8-16,1 0 12 0,-4 0-4 15,1 0-8-15,2 0 11 0,-2 0-11 0,-4 0 12 0,4 0-12 16,-3-4 12-16,0 2-12 0,-1 2 0 0,1-5 0 15,-3 5 0-15,1 0 0 16,0-2-104-16,2-2-25 0,-2 4-5 0</inkml:trace>
  <inkml:trace contextRef="#ctx0" brushRef="#br0" timeOffset="5">20702 4717 1072 0,'0'0'48'0,"0"0"9"0,0 0-45 0,0 0-12 0,0 0 0 0,0 0 0 16,0 0 16-16,0 2 2 0,0-2 0 0,5 6 0 16,0-2 26-16,0-4 4 0,2 7 2 0,0-7 0 15,-2 0-14-15,2 4-4 0,-2-2 0 0,2-2 0 16,2 5-20-16,-1-5-12 0,-1 2 12 0,0 2-12 15,-2-2 30-15,3 5-1 0,1-2 0 0,-1 1 0 16,-2 0-29-16,2 1 0 0,-1-1 0 0,2 1 0 16,-1-1 12-16,-1-2-4 0,3-1-8 0,-1 5 12 15,3-1-12-15,0 0 0 0,2 1 0 0,1-3-10 16,0 1 10-16,-1 1 9 0,0-1-1 0,-1 5-8 16,1-5 17-16,0 1-3 0,1-1-1 0,-3 1 0 0,2 0 0 15,0 3 0-15,1-3 0 0,-1-1 0 0,1 1-13 16,1-1 8-16,1 0-8 0,1 1 0 0,-4 0 9 0,2 4-9 15,1-5 8-15,0 5-8 0,0-3 12 0,0-1-2 16,-3 4-1-16,3 0 0 0,0-3 11 16,-1 3 1-16,-1 2 1 0,2-2 0 0,0-2-7 0,0 1-2 15,-1 4 0-15,1-3 0 0,2 1-5 0,-2 1 0 16,2-2-8-16,-2-2 12 0,0 2-12 0,3 0 8 16,-1-3-8-16,0 5 0 0,-2-2 16 0,2 2-4 15,-5-2 0-15,3 2 0 0,2 0-2 0,-4 0-1 16,0-2 0-16,-1 1 0 0,0 2-9 0,0-3 10 0,-1 2-10 15,1-1 10-15,-2 1-2 0,0-2 0 0,2 3 0 16,1-4 0-16,-3 3 0 0,2 0-8 0,1-2 12 16,-1 2-4-16,1 0-8 0,-3-2 0 0,4-2 0 0,1 1 0 15,-2 3 0-15,-1-2 0 0,-2-2 0 0,3 2 0 16,-1 0 0-16,0-3 0 0,1-1 0 0,-3 3 0 16,2 1 8-16,-2-2-8 0,1 2 0 0,-2-4 8 15,-1 5-8-15,2-1 10 0,-2-4-10 0,-1 1 10 16,1 1-10-16,-1 0 0 0,3-2 0 0,-2-1 8 15,0 0-8-15,-3-1 10 0,3 1-10 0,-1 0 10 16,1 1-1-16,-1-1 0 0,-1-1 0 0,1-3 0 16,1 5-1-16,-3-3-8 0,3 3 12 0,-3-7-4 15,0 6-8-15,1-2 0 0,1-1 9 0,-2 1-9 16,-4-2 20-16,1 4-1 0,1-6 0 0,3 5 0 16,-1 1-19-16,0 1 0 0,0-7 0 0,0 6 0 0,0-2 0 15,1-1 0-15,-1 3 8 0,3-1-8 0,-3-3 0 0,2 2 0 16,-4 3 0-16,2-3 0 0,1-2-9 0,-3 5-6 15,-1-3-1-15,3-2 0 0,-4 2 16 0,2-2 0 16,-1 3 0-16,-4-5 0 0,5 0 0 0,-5 0 13 16,5 6-4-16,0-2-1 0,-5-4 1 0,7 3 0 15,-2-3 0-15,0 6 0 0,-5-6-9 0,7 0 10 16,-7 0-10-16,7 5 10 0,-2-3-10 0,-5-2 0 16,7 0 0-16,-2 0 8 0,-5 0-8 0,7 5 0 15,-7-5 0-15,0 0 0 0,0 0 0 0,0 0 8 16,5 2-8-16,-5-2 0 0,0 0 8 0,0 0-8 0,0 0 8 15,0 0-8-15,0 0 24 0,0 0 0 0,0 0 0 16,0 0 0-16,0 0-11 0,0 0-2 0,0 0-1 0,0 0 0 16,4 0-10-16,-4 0 0 0,0 0 0 15,0 0 8-15,0 0 3 0,0 0 0 0,5 0 0 0,-5 0 0 16,0 0-11-16,0 0 12 0,0 0-12 0,0 0 12 16,0 0-12-16,0 0 0 0,3-7 9 0,-3 7-9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0-15,-3-5 0 0,3 5 0 0,0-6 7 0,0 3 0 16,-2-5 1-16,2 6 0 0,0-5-5 0,0 3 0 16,-3-2-1-16,3-1 0 0,0 1-15 0,-2-1 11 15,2 1-11-15,0-1 10 0,0 0-10 0,-2-3 0 16,0 3 9-16,2-4-9 0,0 5 0 0,-3-3 0 16,3 3 0-16,-2-5 8 0,-1 0-8 0,1 4 0 15,2-1 0-15,0-3 0 0,-3 5 0 0,3-5 0 16,-2 5 0-16,2-1 0 0,-2 0 0 0,2 0 0 15,-2 1 0-15,2 2 0 0,-3 2 0 0,3 2 0 0,-2-5 0 16,2 5 0-16,0 0 0 0,0 0-12 0,0 0 12 0,0 0-12 16,0 0 0-16,0 0-1 0,0 0 0 0,0 0 0 15,0 7 2-15,0 3 1 0,0-3 0 0,0 0 0 16,0 4 10-16,0-5-8 0,2 1 8 0,1 3-8 16,-1-3 8-16,0-1 0 0,-2 3 0 0,2-5-8 15,1 3 8-15,-3 0 0 0,2-1 0 0,1 1 0 16,-3-1 0-16,2 0 0 0,-2 1 0 0,3 1 0 15,-1-1 0-15,0-1 0 0,-2 1 0 0,0-5 0 16,2 5 0-16,-2 2 0 0,3-3 0 0,-1-4 0 16,1 5 0-16,-1-1-8 0,-2-6 8 0,5 6-8 15,-2-1-5-15,-1 1-1 0,-2-6 0 0,2 4 0 16,-2-4 3-16,0 0 1 0,0 0 0 0,3 7 0 16,-3-7 10-16,0 2 0 0,0-2 0 0,0 7 0 15,0-7 0-15,0 0 0 0,-3 7 0 0,1-3 0 0,2-4 0 0,-5 2 0 16,0 2 0-16,0-4 0 0,0 7 0 0,3-7 0 15,-5 4 0-15,2-2 8 0,0-2-8 16,1 7 0-16,-3-3 0 0,1-2 0 0,2 2 0 16,-3-2 0-16,-1 3 0 0,1-5 0 0,-2 7 0 0,1-7 8 15,-1 6-8-15,-3 1 8 0,0-3 3 0,0 3 1 16,-3-1 0-16,1 0 0 0,2-1 2 0,-2 1 1 16,-1 1 0-16,3-1 0 0,0-4-7 0,0 5-8 15,0 0 11-15,0-3-11 0,0 3 9 0,2-1-9 16,1-6 0-16,-1 6 9 0,3-1-9 0,2-3-12 15,0-2 2-15,1 0 1 16,4 0-115-16,0 0-22 0,0 0-5 0,0 0-541 16,0 0-108-16</inkml:trace>
  <inkml:trace contextRef="#ctx0" brushRef="#br0" timeOffset="6">22852 6236 57 0,'0'0'0'0,"0"0"0"0,0 0 0 0,0 0 0 15,0 0 137-15,0-7 23 0,-3 1 4 0,3 6 0 16,0-7-2-16,0 2-1 0,0 5 0 0,3-2 0 15,-3-4-25-15,0 6-4 0,2-5-2 0,-2 5 0 16,0 0-26-16,0 0-6 0,0 0-1 0,0 0 0 16,0 0-49-16,0 0-11 0,0 0-1 0,0 0-1 15,0 0-15-15,0 0-4 0,-2 7 0 0,-1-1 0 16,1 6-3-16,-3-1-1 0,-2-3 0 0,4 3 0 16,-4 2 1-16,2-3 0 0,1-1 0 0,-4 2 0 15,1 2-2-15,2-2-1 0,0-5 0 0,0 7 0 16,1-6-10-16,-1 4 0 0,3-2 9 0,-1-3-9 0,1 3 0 15,2-1 8-15,-3-3-8 0,1 1 0 0,2-6 0 16,0 2 0-16,0-2 0 0,2 7 8 0,-2-7-8 0,3 4 0 16,-3-4 0-16,0 0 8 0,5 6-8 0,-5-6 8 15,2 0-8-15,5 5 8 0,-2-3-8 0,0-2 11 16,2 0-11-16,0 0 12 0,1-2-12 0,-4 2 8 16,3-5-8-16,3 5 8 0,-3-4-8 0,3 2 0 15,-1 2 0-15,1-4 0 0,-1 4 0 0,4-3-12 16,-4-1 4-16,4 4 8 15,-4-2-36-15,1 2 0 0,-1-4 0 0,1 2 0 16,-6 2-128-16,1 0-24 0,0 0-6 0</inkml:trace>
  <inkml:trace contextRef="#ctx0" brushRef="#br0" timeOffset="7">23046 6179 1209 0,'0'0'53'0,"0"0"12"16,0 0-52-16,-2 7-13 0,-3-7 0 0,2 6 0 15,-1-2 120-15,2 5 22 0,-3-3 4 0,2 6 1 0,-4 1-79 0,2 0-15 16,0 4-3-16,-2-5-1 0,-2 6-9 15,1 2-1-15,1 3-1 0,-3-3 0 0,3 4-12 0,-2-1-2 16,-1 2-1-16,0 1 0 0,1-3 3 0,-1 4 1 16,-2-2 0-16,2 3 0 0,1-1-3 0,2-4-1 15,-1 1 0-15,4-4 0 0,-3 3-11 0,4-8-3 16,-2 3 0-16,1 0 0 0,-1-1-17 16,2-5-4-16,1-3-1 0,-1 2 0 15,1-4-153-15,2 0-30 0,-5 3-7 0,5-10-1 16</inkml:trace>
  <inkml:trace contextRef="#ctx0" brushRef="#br0" timeOffset="8">23231 6314 1566 0,'0'0'34'0,"0"0"7"0,5-5 2 0,3-1 1 0,-4 4-35 0,3-3-9 0,1-1 0 0,1 1 0 16,-1 3 57-16,-3-3 10 0,9-1 1 0,-5 0 1 15,1-1-22-15,-3 1-5 0,8 2-1 0,-6-3 0 16,1 5-13-16,-3-4-2 0,5 1-1 0,-3-1 0 15,1 6 5-15,-3 0 1 0,-5-3 0 0,6 3 0 0,-8 0-4 0,5 3-1 16,-3-3 0-16,-2 0 0 0,5 6-13 0,-5-1-2 16,2 3-1-16,1-4 0 0,-3 5-2 0,0 2 0 15,5-1 0-15,-3 4 0 0,-2-1-8 0,3 4 0 16,-3-4 0-16,0 6 0 0,0-1 0 0,0 1 0 16,-3-2 0-16,1 3 0 0,4-2 16 0,-4 1 2 15,-1-2 0-15,-4 3 0 0,2 0-8 0,-2-3-2 16,-1 2 0-16,-1-1 0 0,-3 1 10 0,3-6 2 15,-1 4 0-15,-2-4 0 0,0 5-20 0,2-5 0 16,3 0-11-16,-3-3 11 0,1 3 0 0,2-6 0 16,-7 4 0-16,9-4 0 0,-5-1 0 0,0 0 0 15,3-6 0-15,-2 5 0 0,-2-3 0 0,5-2 8 16,-4-7-8-16,3 7 0 0,0-6 0 0,-1 2 0 0,1-5 0 16,0-2 0-1,2 2-23-15,0-2-10 0,3 1-3 0,2-3 0 0,-2 6 24 0,-3 1 12 0,5-5-12 0,0 9 12 16,0-5-9-16,0 7 9 0,0 0 0 0,0 0-9 15,9-4 9-15,-4 4 0 0,0 0 0 16,2 4 0-16,0-4 0 0,1 2 0 0,1 3 0 0,1-3 0 16,1 2 12-16,0 3 5 0,3-1 1 0,-2 1 0 15,0-3 14-15,0-2 4 0,2 5 0 0,1-1 0 16,2 0-7-16,-3 5-1 0,-2-4 0 0,7 0 0 16,-2 4-5-16,-5-5-2 0,0 5 0 0,-2-3 0 15,1 3-2-15,0-5-1 0,-2 8 0 0,1-7 0 16,-4-1-18-16,-1 5 0 0,8-5 0 0,-9 0 0 0,4 1 0 15,-3-1 0-15,-1 1 0 0,1-1 0 16,-3-1-89-16,6-3-22 0,-1 3-4 16,-5-5-633-16,6 4-128 0</inkml:trace>
  <inkml:trace contextRef="#ctx0" brushRef="#br0" timeOffset="9">23996 7321 0 0,'0'0'0'0,"0"0"0"15,0 0 0-15,0 0 0 0,0 4 151 0,0-4-31 16,0 0 25-16,-5 0 5 0,0 0-54 0,5 0-12 16,0 0-1-16,0 0-1 0,0 0 13 0,0 0 2 15,0 0 1-15,0 0 0 0,0 0-22 0,0 0-4 16,0 0 0-16,0 0-1 0,0-4-17 0,0 4-3 15,0 0-1-15,0 0 0 0,0 0-22 0,0 0-5 16,0 0-1-16,0 0 0 0,0 0 0 0,0 0 0 16,0 0 0-16,0 0 0 0,0 0 3 0,-2 6 1 15,2-6 0-15,-5 5 0 0,5-5-3 0,0 6-1 0,0 1 0 16,0-7 0-16,0 0 3 0,7 7 1 0,-5-1 0 0,1 1 0 16,2-1-2-16,-5 2-1 0,9-5 0 0,-4 3 0 15,-3 0-8-15,6 1-2 0,1 4 0 0,-1-4 0 16,-3-1 7-16,-1 5 0 0,3-2 1 0,1-3 0 15,-4 2-21-15,4 1-12 0,-3 2 2 0,2-2 0 16,0-2 10-16,0 3 12 0,0 1-2 0,1-2-1 16,1 6-1-16,1-6 0 0,-1 4 0 0,4-2 0 15,-2 1-8-15,-1-1 12 0,5-2-12 0,-6 6 12 16,3-6-1-16,0 4 0 0,1 0 0 0,-4-3 0 16,3 3-3-16,-5-1-8 0,3-1 12 0,-3-3-4 15,5 5 4-15,-3-2 0 0,-6-5 0 0,7 7 0 16,-3-2 3-16,3 2 1 0,-4-6 0 0,2 3 0 15,1-1-16-15,-1 2 9 0,1 2-9 0,-2-6 8 0,1 6-8 16,1-3 0-16,4 1 0 0,-4-2 8 0,1 1-8 0,-1-1 0 16,3 2 0-16,0 0 0 0,-2-2 0 0,2 6 0 15,0-7 9-15,-5 5-9 0,7-1 11 0,-4-2-3 16,-3-1 0-16,3 4 0 0,-1-3-8 0,-1-3 0 16,-1 6 0-16,3-6-11 0,-3 4 11 0,2-1 11 15,-1-1-3-15,-1-3 0 0,-3 5-8 0,4 0 12 16,-3-2-12-16,7 2 12 0,-7-5-12 0,1 5 0 15,4-2 0-15,-2 1 8 0,1-1 0 0,-1 2 0 16,-2-4 0-16,4 4 0 0,-3-3-8 0,3-2 8 0,-3 5-8 16,-2-4 8-16,2 4-8 0,-2-5 0 0,2 1 9 15,-2-1-9-15,0 1 0 0,0 4 0 0,2-5 0 16,-5-4 8-16,6 4-8 0,-6-1 0 0,5 1 8 0,-2 1-8 16,-2 0 0-16,1-3 8 0,1-2-8 0,2 5 0 15,-2-3 9-15,0 2-9 0,-5-6 12 0,7 7-12 16,1-3 15-16,-4-2-4 0,-2 3-1 0,1-3 0 15,4 2-10-15,-2-2 0 0,-1 2-10 0,4 3 10 16,-1-3 0-16,-2-1 0 0,0 3 0 0,0-1 10 16,2-3-10-16,-3 4 0 0,-4-1 0 0,0-5 0 15,5 2 0-15,-2 2 0 0,4-2 0 0,-5 3 0 16,3 1 0-16,-2-6 13 0,-3 0-3 0,5 6-1 16,-3-1-9-16,-2-5 0 0,0 0 0 0,0 2 8 15,7 4-8-15,-5-1 0 0,-2-5 0 0,0 2 0 16,0-2 0-16,8 4 0 0,-8 3 0 0,0-7 0 0,0 0 0 15,0 0 0-15,7 0 0 0,-5 7 0 0,0-3 0 16,-2-4 0-16,0 0 0 0,0 0 0 0,6 2 0 16,-6-2 0-16,0 0 11 0,0 0-11 0,7 4 0 0,-7-2 8 15,0-2-8-15,0 0 0 0,0 0 0 0,0 0 0 16,0 0 0-16,0 0 0 0,0 0 0 0,0 0 0 16,0 0 0-16,4 5 0 0,-4-5 0 0,0 0 0 15,0 0 0-15,0 0 0 0,0 0 8 0,0 0-8 16,0 0 11-16,0 0-11 0,3 2 15 0,-3-2-4 15,0 0-1-15,0 0 0 0,0 0-2 0,0 0 0 16,0 0 0-16,0 0 0 0,0 0-8 0,0 0 0 16,2 0 0-16,-2 0-11 0,0 0 35 0,0 0 6 0,0 0 2 15,8-7 0-15,-8 1-32 0,4 0 0 16,-2-1 0-16,-2 0 0 0,5 1 16 0,-5-1-4 0,0-4 0 0,3 5 0 16,0-7-12-16,-3 7 0 0,0-7 0 15,0 2 0-15,4 0 8 0,-4-2-8 0,2 4 0 0,-2-6 9 16,0 2-9-16,0 4 8 0,0-4-8 0,0-2 8 15,0 7-8-15,-2-3 0 0,2-2 0 0,0 2 0 16,-4 4 0-16,4 1 0 0,0-3 0 0,0 0 0 16,0 3 0-16,0 0 0 0,-3 4 0 0,0-3 0 15,6-1 0-15,-3-1 0 0,-3 3 0 0,3 4 0 16,0 0 0-16,0 0 0 0,0 0-11 0,0-3 11 16,-2-1 0-16,2 4-8 0,0 0 8 0,0 0 0 15,0 0 0-15,0 0-8 0,0 0 8 0,0 0 0 16,0 0-8-16,0 0 8 0,0 0-8 0,0 0 8 0,0 0-10 15,0 0 10-15,0 4-12 0,-3 3 12 0,1 0-11 16,2-7 11-16,0 6-10 0,0 1 10 0,-4-1-10 16,4 0 10-16,4-1-10 0,-4 1 10 0,2 1-8 0,-2-1 8 15,3 1 0-15,-1-1-9 0,1 1 17 0,0 2 3 16,-3-3 1-16,0 1 0 0,6 1-12 0,-6-4 0 16,5 3 0-16,-2 4 0 0,-1-5-11 0,3 1-4 15,-2 2-1-15,1-5 0 0,-2 2 16 0,1 1 0 16,2-1 0-16,-3-1 0 0,-2 1 0 0,0 0 0 15,0 1 0-15,5-3 0 0,-5 3 10 0,2 0 5 16,-2-1 1-16,0 1 0 0,5-5-26 0,-5 2-5 16,0 3-1-16,0-3 0 0,0-4 26 0,0 6 5 15,0 1 1-15,0-5 0 0,3 4-16 0,-3-6-18 16,2 5 4-16,-2 1 1 0,0-1 21 0,0-5 4 0,0 2 0 16,0-2 1-16,0 7-13 0,0-3 0 0,0 2 0 0,0-4 0 15,0 5-11-15,-2-3-1 0,2-4-1 0,0 7 0 16,-3-1 21-16,3 0 5 0,-5 1 1 0,5 0 0 15,-2-3-23-15,-3 3-5 0,5-3-1 0,-2-2 0 16,-3 5 24-16,5-3 5 0,-3-2 1 0,-3 4 0 16,3-6-15-16,-4 7-18 0,-1-7 4 0,2 4 1 15,0 3 13-15,1-7 0 0,-4 6 0 0,2-1 0 16,0-3 15-16,-3 2-4 0,-4-1-1 0,4 1 0 16,3-2-10-16,-3 2 0 0,1-1 0 0,-4 1 0 15,4 0 0-15,2-2 0 0,-3 3 0 0,3-3 0 16,-3-2 0-16,3 4 0 0,0-2 0 0,0-2 0 15,2 6 0-15,0-6 0 0,-2 5 0 0,5-3 0 16,-6-2 0-16,8 0 0 0,-7 0 0 0,7 0 0 0,0 4-26 0,0-4 2 16,0 0 1-16,0 0 0 15,0 0-70-15,0 0-15 0,0 0-2 0,0 0-669 16,0 0-133-16</inkml:trace>
  <inkml:trace contextRef="#ctx0" brushRef="#br0" timeOffset="10">25123 9005 403 0,'0'0'17'16,"0"0"5"-16,0 0-22 0,0 0 0 0,0 0 0 0,0 0 0 0,0 0 198 0,0-7 35 15,-7 5 7-15,7 2 2 0,0 0-178 0,0 0-36 16,-2 2-8-16,-3-2 0 0,-5 4-8 0,8-1-2 16,-3-3 0-16,-2 6 0 0,-3-1 27 0,3 1 6 15,2 1 1-15,0 3 0 0,-2-3 16 0,-3-1 4 16,1 7 1-16,-1-2 0 0,3 3-33 0,-3-2-6 15,-1 1-2-15,1 4 0 0,1 1-16 0,-2-3-8 16,0 2 8-16,-2 3-8 0,2-3 20 0,-1 7 0 16,-1-5-1-16,2 1 0 0,-2 4 1 0,4-5 0 15,-1 3 0-15,3-7 0 0,0 7-8 0,2-3-2 16,1-1 0-16,1 2 0 0,-2-5-10 0,2 2-14 0,6 0 3 16,-3 3 1-16,0-3 10 0,0 0 0 15,5-2 0-15,0 3 0 0,-1-1 0 0,-1-4 0 16,4 0 0-16,2 0 0 0,-1 0 0 0,-1-2 0 0,0 2 0 0,1-2 0 15,-6-5 0-15,5 0 0 0,-5 1 0 0,6 0 0 16,4 0 0-16,-2-7 0 0,-1 4 0 0,-2-2 0 16,3-2 0-16,0-2 9 0,6 2-9 0,-2-4 0 15,-3 1 0-15,5-1 0 0,-2-3 0 0,1 0 0 16,-3 1 0-16,5 0 0 0,-5-1-10 0,0-3 10 16,2 3-12-16,-4-4 12 0,5 5-12 0,-6-3 12 15,1-2 0-15,-3 4 12 0,0-3 0 0,3 3 0 16,-6 1-4-16,-1 0 0 0,-3-8 0 0,0 8 0 15,0-5 13-15,0 2 3 0,0-2 0 0,0 1 0 16,-3 1 6-16,-1-2 2 0,-1 5 0 0,0-6 0 0,-2 10-20 16,0-4-4-16,-3 2-8 0,1 2 12 0,-2-3-12 0,0 3 11 15,1 2-11-15,-7 0 10 0,10 0-10 16,-10 0 0-16,8 2 0 0,-6-2 0 0,-1 7 9 16,3-3-9-16,-1-2 10 0,0 4-10 0,-3-1 0 0,7 2 8 15,-4-1-8-15,6 1 0 0,-3-1 0 0,-2 1 0 16,4-1 0-16,-1 5 0 0,3-5 0 0,0 1 0 15,2-1 0-15,0-1 0 0,-2-3-20 0,7 2 2 16,0 3 1-16,-3-3 0 16,3-4-40-16,0 0-8 0,0 0-2 0,3 3-561 15,-3-3-112-15</inkml:trace>
  <inkml:trace contextRef="#ctx0" brushRef="#br0" timeOffset="11">25539 9096 1908 0,'0'0'84'0,"0"0"18"16,0 0-82-16,0 0-20 0,0 0 0 0,0 0 0 0,0 0-13 0,0 0-7 15,-4 0-2-15,4 0 0 0,0 0 10 0,0 0 3 16,-5 0 0-16,-1 4 0 0,6-4 9 16,0 0 0-16,0 0 0 0,0 2 0 0,0-2 0 0,-6 7 0 15,6-7 0-15,-3 6 0 0,-4-1 27 0,7-3 7 16,-3 4 2-16,-1-2 0 0,-3 7 9 0,4-2 3 15,-4-2 0-15,0-1 0 0,4 5-27 0,-4 2-5 16,0-2 0-16,5-3-1 0,-3 3-15 0,0 0 11 16,0-2-11-16,3-3 10 0,-3 1-10 0,5 3 0 15,0-3 0-15,-3-1 0 0,3 1 0 0,0-7 8 16,0 0-8-16,0 0 0 0,3 4 0 0,-3-4 8 16,0 0-8-16,0 3 0 0,0-3 8 0,0 0-8 15,0 0 0-15,5 4 8 0,-3 3-8 0,-2-7 0 0,0 0 0 16,5 4 0-16,-5-4 0 0,0 0 0 0,0 0 0 15,5 6 0-15,-5-6 15 0,0 3-3 0,0-3 0 16,7 4 0-16,0-4-12 0,0 2 11 0,-4-2-11 0,4 0 10 16,3 0 0-16,-3 0 0 0,0 0 0 0,0 0 0 15,2-2-10-15,-1 2 0 0,2 2 0 0,-3-2 0 16,3 0 0-16,1 4 0 0,1-4 0 0,-4 2 0 16,1 3 0-16,3-3 0 0,-7 6 0 0,2-1 0 15,1-1 0-15,-1 1 0 0,-5 0 0 0,3-1 0 16,-3 5 0-16,-2-2 0 0,5-3 0 0,-5 5 0 15,-5 0 0-15,5-2 0 0,5-3 0 0,-2 5 0 16,-1-5 0-16,-2 5 8 0,0-2-8 0,0 1 0 16,5-3 8-16,-5 0-8 0,-5-1 8 0,3 1-8 15,-1 4 12-15,-2-5-4 0,3 0 0 0,-5 5 0 0,0-4 1 16,-1-1 0-16,-1 1 0 0,-1-1 0 0,-4 1-9 16,4 0 8-16,-5-1-8 0,6 0 8 0,-5-1-8 0,-4-3 0 15,9 4 0-15,-5-2 0 0,2-1-10 0,-3 1-4 16,1-4-1-16,-3 0 0 15,2-4-17-15,6 1-4 0,-8 3-1 0,5-6 0 16,0 0-115-16,2-5-22 0,-4 5-5 0</inkml:trace>
  <inkml:trace contextRef="#ctx0" brushRef="#br0" timeOffset="12">25482 9143 2106 0,'0'0'93'0,"0"0"19"0,0 0-89 0,0 0-23 0,0 0 0 0,0 0 0 15,2 0 25-15,8-4 1 0,-3 4 0 0,0 0 0 16,9 0 10-16,-5-5 1 0,5 3 1 0,3-2 0 15,1 2-14-15,1-2-2 0,1-3-1 0,2 5 0 16,0-2-1-16,0 2-1 0,0-3 0 0,-7-1 0 16,0 6-35-16,4-4-8 0,-4 2 0 0,-5-3-1 15,3 5-24-15,-1 0-5 16,-4-2-1-16,4 2-620 0,-4-5-124 0</inkml:trace>
  <inkml:trace contextRef="#ctx0" brushRef="#br0" timeOffset="13">22608 7302 633 0,'0'0'28'0,"0"0"6"0,0 0-34 16,0 0 0-16,0 0 0 0,5 0 0 0,-2-3 124 0,2-1 17 15,-3 4 4-15,3-4 1 0,-3 2-94 0,3 2-20 16,0-5-3-16,-5 5-1 0,0 0 1 0,0 0 0 15,5 0 0-15,-5 0 0 0,0 0-6 0,2-2-2 16,3-2 0-16,-5 4 0 0,0 0 17 0,0 0 3 16,0 0 1-16,0 0 0 0,-5 6-19 0,1-1-4 15,-4 1-1-15,3 1 0 0,-2-1-6 0,2 7 0 16,-2-2-1-16,0 0 0 0,0-2-3 0,-3 4-8 16,3-3 12-16,-3 3-4 0,1-2 7 0,-1 2 1 15,0 0 0-15,0 4 0 0,1-4-2 0,-3 7 0 16,0-2 0-16,-2 1 0 0,-1 0-14 0,0 3 8 15,1-2-8-15,-2-1 0 0,-1 5 8 0,2 0-8 0,-2-1 0 16,0-1 0-16,3 2 0 0,0 0 0 16,-3 6 0-16,2-4 0 0,-2 4 0 0,3-3 0 0,0 0 0 0,-1 0 0 15,-2 3 0-15,6 0 0 0,-4-4 0 0,3 4 0 16,-2 1 8-16,2-5-8 0,-1 4 0 0,2-6 0 16,-1 2 0-16,-1 3 0 0,2-8 0 0,1 3 0 15,-2 0 0-15,0 0 8 0,2-5-8 0,1 5 0 16,-1-5 8-16,0 5-8 0,-2 0 11 0,5-2-11 15,-2-5 11-15,1 2-11 0,4 3 10 0,-1-2-10 16,-5-1 8-16,1 1-8 0,4 2 0 0,-3-8 9 16,4 4-9-16,-6 2 0 0,3-7 0 0,2 4 0 15,0-5 0-15,0 1 0 0,1 5 0 0,-1-7 8 16,0 2-8-16,3-2 0 0,-1-3 0 0,-1 3 0 16,-1-4 0-16,2 6 0 0,1-7 0 0,-1 1 0 15,-2-1 0-15,3-1 0 0,0 1 0 0,0 0 8 0,-1 1 2 16,1-1 0-16,-1 1 0 0,1 0 0 0,-1-3 10 0,1-4 3 15,2 0 0-15,-2 7 0 0,-1-7-11 0,3 0-1 16,-5 6-1-16,5-6 0 0,0 0-2 0,0 0 0 16,0 0 0-16,-2 4 0 0,2-4-8 0,0 0 0 15,0 0 9-15,0 0-9 0,0 0 0 0,0 0 8 16,0 0-8-16,0 0 0 0,0 0 12 0,0 0-1 16,-3 2-1-16,3-2 0 0,-4 0 17 0,4 0 3 15,0 0 1-15,-2-2 0 0,-1-2-9 0,3 4-2 16,0-6 0-16,0 1 0 0,0-1-4 0,0-1 0 15,0 0-1-15,0 1 0 0,0-1-3 0,0 1-1 16,0 0 0-16,-2-1 0 0,-1-4 1 0,3 5 1 0,-2-1 0 16,2-4 0-16,-3 5-2 0,1-1-1 0,2 1 0 15,-3-3 0-15,1 5 0 0,-3-3 0 0,3 1 0 0,-3-5 0 16,0 5-10-16,3-1 0 0,-3 0 9 0,0 3-9 16,3-5 0-16,-3 3 9 0,3-5-9 0,-3 5 0 15,2-5 9-15,3 5-9 0,-2-1 0 0,2 0 9 16,0-4-9-16,0 5 0 0,0-1 0 0,0 5 0 15,0-4 0-15,2 0 0 0,-2-1 0 0,3 3 0 16,-3 4 0-16,0 0-9 0,0 0 9 0,0 0 0 16,0 0-11-16,0 0 11 0,0 0-10 0,0 0 10 15,0 0-8-15,0 0 8 0,0 0 0 0,5 4-9 16,-3 3 9-16,3-1-8 0,-3 0 8 0,3 3-8 16,-2-3 8-16,-3 5-12 0,2 3 12 0,0-4-12 0,3 3 12 15,-3 0-12-15,-2 0 12 0,3 2-12 0,-1-6 12 16,1 4 0-16,1-2 0 0,-1 2 0 0,2-3 0 15,-3-1 0-15,3 2 0 0,0-4 0 0,-1-1 0 16,-1 1 9-16,2-1 0 0,0-1 0 0,-1 1-9 0,1 0-11 16,3-1 3-16,-4-3 0 0,1 2 8 0,0-2 0 15,2-2 0-15,0 0 8 0,3 0 1 0,-1-2 1 16,1-2 0-16,-1 2 0 0,2-5 8 0,0-1 2 16,2 1 0-16,-2 1 0 0,4-3 9 0,1-2 3 15,1-2 0-15,1 2 0 0,-4-2-32 0,3 0-13 16,2 1 1-16,-3-2 0 0,-1-1 12 0,2 2 0 15,-2 0 0-15,-1 3 0 16,2 1-27-16,-1-2-2 0,-3-2-1 0,2 2 0 16,1 4-123-16,-1-1-25 0,1-3-5 0</inkml:trace>
  <inkml:trace contextRef="#ctx0" brushRef="#br0" timeOffset="14">21392 9293 57 0,'0'0'0'0,"0"0"0"0,0 0 0 0,0 0 0 15,0 0 245-15,0 0 44 0,0 0 9 0,0 0 2 16,0 0-213-16,0 0-43 0,-2-4-8 0,2 4-1 0,0 0 6 0,2-7 2 15,-2 7 0-15,0-2 0 0,0-3 4 0,3-1 1 16,-3 6 0-16,0-2 0 0,2-3-7 0,1-1-1 16,-1 0 0-16,0 1 0 0,3-1 4 0,0 0 0 15,0 3 0-15,-1-3 0 0,1-3-22 0,3 2-4 16,-1 1-1-16,0-1 0 0,3 1-4 0,-3-1-1 16,3 1 0-16,1 0 0 0,1 1 4 0,1-1 0 15,-2-1 0-15,4 7 0 0,2-2-16 0,-3-3 9 16,-5 5-9-16,4-2 8 0,-4-2-8 0,-1 4 0 15,1 0 0-15,-2 4-11 0,1-2 11 0,-4 3 0 16,4-3 0-16,-3 5 0 0,-1-3 0 0,-2-2 0 16,3 5 0-16,0-3 0 0,-5 2 0 0,3 1 0 0,-1 4 0 15,1-3 0-15,-6-1 0 0,1 4-8 16,2 2 8-16,-3-2 0 0,1 1 0 0,-1 6 0 0,-2-5 0 16,1 0 8-16,2 4-8 0,-3-4 0 0,-3 4 0 0,1-1 0 15,-5 1 0-15,3-4 0 0,-1 4 0 0,-2-3 0 31,0-1-24-31,-3 4-4 0,4-4 0 0,-4-1 0 0,3 0 13 0,-2 1 3 0,-1-2 0 0,1-5 0 16,-1 0 12-16,3 1-11 0,-2 4 11 0,2-9-10 16,2 4 10-16,-2-1 0 0,3-3 0 0,-1 2 0 15,1-4 0-15,-1 0 0 0,5 0 0 0,-2 0 0 16,4-4 11-16,3 4-3 0,-5 0 0 0,5 0 0 16,0 0-8-16,0 0 0 0,0-7 0 0,0 7 0 15,5-2-12-15,-2-2 12 0,4-3-10 0,0 7 10 16,1-2 0-16,1-2 0 0,-2 4 13 0,5-4-4 15,0 1 6-15,0 3 1 0,0 0 0 0,0 0 0 16,3 0-8-16,-1 3-8 0,3 1 11 0,-2 2-11 0,-1-1 15 16,0-3-4-16,1 4-1 0,-1 1 0 0,0-3 2 0,1 7 0 15,0-4 0-15,-1-1 0 0,0 3-4 0,-2-3 0 16,0 5 0-16,0-5 0 0,1 5-8 0,-4-2 8 16,3-2-8-16,-2 4 8 0,-3-5-19 0,0-2-4 15,3-2-1-15,-3 5 0 16,-3-7-100-16,1 4-20 0,3-2-4 0,-8-2-639 0</inkml:trace>
  <inkml:trace contextRef="#ctx0" brushRef="#br0" timeOffset="15">22012 9262 1753 0,'-5'-12'77'0,"5"7"17"15,-2 5-75-15,2 0-19 0,0-6 0 0,2 0 0 0,1 3 32 16,2-3 4-16,-3 1 0 0,5-1 0 0,1 1-36 0,-1-1 0 16,2-1 0-16,1 1 0 0,0-1-9 0,0 1 9 15,1 0-8-15,-1 1 8 0,2-1 0 0,0 4-8 16,-2-5 8-16,1 2 0 0,0-1 0 0,-2 6 0 16,1-5 0-16,-1 3 11 0,1 2 4 0,-3 0 1 15,3 0 0-15,-3 2 0 0,0 3-4 0,0-1-1 16,0-2 0-16,1-2 0 0,-1 7-11 0,0 0 0 15,-2-1 0-15,2 1 0 0,-2 3 0 0,-3 3 0 16,3-2 0-16,-2 2 0 0,-1 5 0 0,-2-5 0 16,0 6 0-16,-2 1 0 0,-1-3 0 0,-2 2 0 15,1-2 0-15,-1 3 0 0,-3 2 0 0,1-3 0 16,0-1-12-16,0-3 12 0,-3 2-16 0,3 3 5 16,-2-8 1-16,-1 6 0 0,0-5 10 0,-2 0-8 15,0-2 8-15,2 2-8 0,-2-7 8 0,3 5 0 0,-1-4 0 16,-1 0 0-16,0-3 11 0,0-2-3 0,1 2 0 0,3-4 0 15,-5 0-8-15,5 0 0 0,-1 0 0 0,1 0 0 16,0-4 0-16,0 4 0 0,-1-2 0 0,1-2 0 16,2-3-17-16,0 0-6 0,-1 3-1 0,1 2 0 15,2-3 6-15,-2 3 1 0,3-2 0 0,-2-3 0 16,1 7 17-16,3 0 0 0,0 0 8 0,0 0-8 16,0 0 21-16,0 0-1 0,0 0-1 0,7 0 0 15,3 7 11-15,1-7 2 0,2 0 1 0,1 4 0 16,3-2-1-16,0-2 0 0,-1 5 0 0,1-3 0 15,3 2-15-15,-1 3-3 0,-2-3-1 0,0-1 0 16,-1 3 10-16,4 0 1 0,-6 1 1 0,3-1 0 0,-3 1-9 16,1 3-3-16,2-3 0 0,-3 0 0 0,-2 4-13 0,0-5 11 15,-2 1-11-15,2 3 10 0,-3-1-10 0,1-3-9 16,-1-2 9-16,1 3-13 16,-3 0-120-16,3 0-24 0</inkml:trace>
  <inkml:trace contextRef="#ctx0" brushRef="#br0" timeOffset="16">21296 10027 1234 0,'0'0'55'0,"0"0"11"0,-2 0-53 0,2 0-13 0,0 0 0 0,0 0 0 16,0 0 25-16,0 0 3 0,0 0 0 0,-3 0 0 31,3 0-49-31,0 0-10 0,0 0-1 0,-2 0-1 0,-1 5 25 0,1-3 8 0,0 2 0 0,-1-2 0 15,1 3 0-15,-1 1 0 0,-2 1 0 0,3 0 0 16,0-1 18-16,-3 5 4 0,0-3 1 0,-2 3 0 16,0 2-7-16,2 0-2 0,-5 3 0 0,3-1 0 15,0 2 12-15,-2 2 2 0,-2-1 1 0,2 1 0 16,-1 0-2-16,1 6-1 0,-1-2 0 0,1 1 0 16,-1-4-4-16,1 6-1 0,1-3 0 0,-1-3 0 0,-1 4-4 15,1 4-1-15,-1-2 0 0,0 0 0 0,0 4-5 16,1 1-2-16,-3-1 0 0,3 1 0 0,-2 1-9 15,0-1 0-15,-2-2 0 0,-1 4 0 0,2-3 0 0,0-6 0 16,-2 7 0-16,-1-1 8 0,1-4-8 0,-1 0 0 16,3 2 0-16,1-4 0 0,-2-2 16 0,1 1 2 15,0 2 0-15,3-6 0 0,-1 4 1 0,0-3 0 16,1-7 0-16,-1 4 0 0,0-4-9 0,4 5-2 16,-2-5 0-16,1 0 0 0,2 4 7 0,-2-4 1 15,0 0 0-15,0-2 0 0,2 2-3 0,-2 0 0 16,-1 0 0-16,3 2 0 0,0-2 3 0,1 0 1 15,-3 0 0-15,2-2 0 0,0-3-17 0,0 3-12 16,0 1 1-16,3-4 1 0,-3-1-3 0,3-1-1 0,0 3 0 16,-1-3 0-16,1-4-7 0,-1 5-2 0,1-3 0 15,2-2 0 1,-3 5-31-16,3-7-6 0,0 0-2 0,-2 0 0 16,2 0-22-16,-5 4-4 0,5-4 0 0,0 0-1 15,0 0-56-15,0 7-11 0</inkml:trace>
  <inkml:trace contextRef="#ctx0" brushRef="#br0" timeOffset="17">20589 11477 518 0,'0'0'46'0,"0"0"-37"16,0 0-9-16,0 0 0 0,0 0 128 0,2-6 24 16,1 6 5-16,2-7 1 0,-5 7-97 0,0 0-19 15,3-2-4-15,-3 2-1 0,0 0 7 0,0 0 2 16,4-4 0-16,-4 4 0 0,0-7 2 0,2 3 1 15,-2-3 0-15,0 5 0 0,0-2 6 0,0-3 1 16,0 1 0-16,-2-1 0 0,2 3-10 0,-2-2-2 16,0-1 0-16,-1 1 0 0,1-8-3 0,-1 8-1 0,0-5 0 0,-1-2 0 15,2 0-4-15,-3 3 0 0,0-4-1 16,2 1 0-16,1 2-18 0,0-2-3 0,-1 1-1 0,1 1 0 16,2 2-13-16,-2-2 8 0,-1 4-8 0,1-3 0 15,-1 3 0-15,0 1 0 0,3-1 0 0,-2 5 0 16,2-2 0-16,-2-2 0 0,2 6 0 0,0-5 0 15,2 3 0-15,-2 2 0 0,0 0 0 0,0 0-10 16,0 0 10-16,0 0-12 0,0 0 12 0,0 0-12 16,0 0 4-16,0 0 0 0,5 7 0 0,-2-1 0 15,2 0 0-15,-3 1 0 0,3-1 0 0,-3 5 0 16,-2 2 8-16,2 0-10 0,-2 5 10 0,0-1-10 16,-2-2 10-16,2 7-10 0,-2-3 10 0,-1 1-10 15,1 3 10-15,0-3 0 0,-3 4 0 0,-1-5 0 0,4 3-8 16,-2-2 8-16,1-8-8 0,-2 8 8 0,3-7 0 15,-3 2 0-15,3-2 0 0,0-4 0 0,-1 1 0 16,1-3 0-16,2 0 0 0,0-1 0 0,0-6 13 0,0 0 2 16,5 7 0-16,-1-7 0 0,3 0 5 0,3-2 2 15,0-3 0-15,-1-1 0 0,3-1-2 0,2 0 0 16,1-3 0-16,0 1 0 0,-1-2-5 0,3-1-2 16,2-6 0-16,0 5 0 0,3-4 1 0,-3 2 0 15,3-3 0-15,0 1 0 0,2 4-14 0,-3 2 0 16,-2 3 0-16,-2-3 0 0,3 2-9 0,-4-2-5 15,-1 4-1-15,-1-3 0 16,0 3-35-16,-4 5-7 0,0-2-2 0,-3-3 0 16,3 7-130-16,-4-4-27 0,-6 4-4 0,0 0-2 0</inkml:trace>
  <inkml:trace contextRef="#ctx0" brushRef="#br0" timeOffset="18">20251 12229 979 0,'0'0'87'0,"0"0"-70"16,-3 0-17-16,0 0 0 0,3 0 164 0,-2 0 28 16,-1 0 7-16,-1 0 1 0,-1 0-157 0,5 0-31 15,-2 7-12-15,-1-1 8 0,1 1 12 0,-3-1 3 16,3 5 0-16,0 2 0 0,-1 0 2 0,1 4 1 0,2 3 0 16,0-3 0-16,0 7 13 0,0 2 2 0,0-2 1 0,0 6 0 15,0 0-21-15,-3 3-4 0,0 3-1 0,-4 0 0 16,0-4-16-16,-3 7 0 0,1-5 8 0,2 4-8 15,0-6 0-15,-1-1 0 0,1-8 8 0,0 1-8 16,-3-4 0-16,5-1 0 0,1-2 0 0,-1-4 0 31,0-2-34-31,2-4-4 0,3-7-1 0,0 0-858 0</inkml:trace>
  <inkml:trace contextRef="#ctx0" brushRef="#br0" timeOffset="19">20813 12357 806 0,'-10'-5'72'0,"6"5"-58"16,1-2-14-16,-2-2 0 0,0 2 118 0,0-3 21 0,3 5 4 0,-2-6 1 15,-1 6-97-15,-1-4-19 0,4 4-4 0,-2-3-1 16,1-1 28-16,-2 2 5 0,0-2 2 0,-1 4 0 16,1-2-25-16,0-3-5 0,-2 5 0 15,2-2-1-15,-3-2-6 0,1 4-1 0,3 0 0 16,-4 0 0-16,1 0 12 0,0 6 1 0,-1-6 1 0,2 5 0 15,-2-3-10-15,1 4-3 0,-5 1 0 0,4-3 0 16,-1 7-1-16,2-3-1 0,0 4 0 0,-3-6 0 16,5 7-5-16,-2 0-1 0,0 0 0 0,0 4 0 15,2-3-4-15,-2 3-1 0,1-5 0 0,2 1 0 16,2 5-8-16,-1-1 0 0,1-8 0 0,2 8 0 16,0-4 0-16,2-2 0 0,1-2 0 0,1 2-11 15,1-5 3-15,0 1 0 0,5-3 0 0,-3-2 0 16,3-2 8-16,-1 0-8 0,1 0 8 0,2-2-8 15,-3-5 8-15,3 3 0 0,0-2 0 0,1-1 0 0,-4-4 0 16,3 2 0-16,-2-4 0 0,1-2 0 16,-1 7 9-16,2-5-9 0,1-2 12 0,-4 1-12 0,1-1 19 15,-1-2-3-15,1 4-1 0,-1-4 0 0,1 4-3 0,-3 2-1 16,0-2 0-16,-1 7 0 0,0-1-11 0,-3 1 12 16,-1 1-12-16,-2 5 12 0,0 0 1 0,0 0 1 15,0 0 0-15,0 0 0 0,-5 7-14 0,3 4 8 16,-2 1-8-16,-2 1 0 0,-1-2 8 0,0 9-8 15,2-3 0-15,0 2 0 0,0 1 11 0,-1 4-11 16,3-7 12-16,-2 9-12 0,0-2 28 0,3 2 0 16,-3-2-1-16,3 2 0 0,-3 4-15 0,2-1-2 15,-1 3-1-15,-1-2 0 0,0 3-9 0,0 1 0 0,3-3 0 16,0-6 0-16,-3 2 0 0,5-3 0 16,-3-1 0-16,6-3 0 15,-1-7-40-15,1 4-1 0,-1-6 0 0,3-5-652 0,0 1-131 0</inkml:trace>
  <inkml:trace contextRef="#ctx0" brushRef="#br0" timeOffset="20">17219 7128 1447 0,'0'0'64'0,"0"0"13"0,0 0-61 0,-5 0-16 0,0 0 0 0,-2 0 0 0,7 0 27 16,-5 3 2-16,3 1 1 0,-3 0 0 0,5-4-17 0,0 0-3 15,0 3-1-15,0-3 0 0,-3 6 12 0,1-2 3 16,2-4 0-16,0 7 0 0,0-7-2 0,0 2 0 15,-2 4 0-15,4-2 0 0,0 3-2 0,1-1 0 16,-3 1 0-16,0 4 0 0,5-4-20 0,0-1 9 16,-5 7-9-16,2-7 0 0,0 7 24 0,1-2-1 15,-1 2-1-15,-2-2 0 0,2-2 6 0,3 6 2 16,1-2 0-16,-2 0 0 0,1 0-10 0,0 0-3 16,2 4 0-16,2-4 0 0,-1 5 0 0,-1-5 0 15,0 6 0-15,3-6 0 0,-3 4-7 0,0 3-2 16,0-3 0-16,1 0 0 0,-1 3-8 0,0-2 8 15,0-3-8-15,0 6 8 0,0-6-8 0,-1 9 0 16,-2-4 9-16,1 3-9 0,0-5 8 0,0 6-8 0,0-5 8 0,1 1-8 16,2-3 13-16,-1 3-1 0,0-3-1 0,1 3 0 15,1-3 0-15,-2 2 0 0,1-6 0 0,1 5 0 16,1-1 0-16,-3-4 0 0,3 4 0 0,-3-2 0 16,3-1-3-16,-3 3-8 0,0 0 12 0,0 3-4 15,0-7 0-15,-2 4 0 0,0 2 0 0,0 5 0 16,2-4-8-16,-2 1 8 0,-5 1-8 0,5 0 8 15,-1-3-8-15,-2 1 0 0,1-3 9 0,2 1-9 16,2-3 20-16,0 2-1 0,-2-4 0 0,0 0 0 16,2-2-19-16,0 2 0 0,-4 0 8 0,4-3-8 15,-2 1 0-15,0-2 0 0,0 2 0 0,-1-2 0 16,-2 2 0-16,1-5 12 0,2 5-3 0,-3-5 0 0,3 1-9 16,-2-1 0-16,-1 5 0 0,0-4 0 15,1-1 11-15,-1 1-3 0,-4-1-8 0,4 1 12 0,-2-1-12 16,0-6 9-16,0 6-9 0,0-6 8 0,0 0-8 0,0 0 8 15,0 0-8-15,0 0 8 0,0 0-8 0,0 0 10 16,0 0-10-16,0 0 10 0,0 0-10 0,0 0 0 16,0 0 0-16,0 0-11 15,0 0-40-15,0 0-8 0,8 0-1 0,-8 0-1 16,0 0-121-16,4 5-24 0,-4-5-5 0,0 0-1 0</inkml:trace>
  <inkml:trace contextRef="#ctx0" brushRef="#br0" timeOffset="21">17726 8591 633 0,'0'0'28'0,"0"0"6"0,0 0-34 0,0 0 0 0,0 0 0 0,0 0 0 16,0 0 83-16,0 0 9 0,0 0 3 0,0 0 0 15,0 0-64-15,-2-2-13 0,2 2-2 0,0 0-1 16,-3-5 21-16,3-1 5 0,0 1 1 0,0 5 0 16,0-2 7-16,0-2 2 0,3-3 0 0,-1 1 0 15,-2 0 17-15,3-1 3 0,-1 1 1 0,2-1 0 16,-1 3-1-16,0-3 0 0,-1 0 0 0,1 1 0 16,1-5-20-16,-2 5-4 0,6-3-1 0,-3-1 0 15,-1-4-17-15,3 8-3 0,1-7-1 0,-4 2 0 16,4-2 5-16,-1 2 1 0,0-2 0 0,0 0 0 0,1 2-18 15,1-2-3-15,-1 0-1 0,-4 1 0 0,3-2-9 16,-2 3 0-16,3-2 0 0,-1 3 8 0,-2 1-8 0,0-2 8 16,1 0-8-16,-1 3 8 0,0 1-8 15,-2 0 12-15,-3-3-12 0,2 5 12 0,-2 3-12 0,2-2 0 16,0 2 9-16,-2 2-9 0,0 0 0 0,0 0 9 16,0 0-9-16,0 0 0 0,0 0 0 0,0 0 0 15,0 0 0-15,0 0 0 0,3 2 0 0,0 4-9 16,-3 3 9-16,2 0 0 0,-2-3 0 0,0 1-8 15,0-1 8-15,-2-1 0 0,2 6 0 0,-3-3 0 0,0-1 0 16,3 3 0-16,-2 3 0 0,0 1 0 0,0-1 0 16,-1-3-8-16,1 8 8 0,-1-3 0 0,-2 2 0 0,1-4 0 15,-1 5 0-15,0-6 0 0,3 1 0 16,-3-2 0-16,-2 3 0 0,4-4 0 0,-2-3 0 16,3-1 0-16,-3-4 0 0,3 7 0 0,-3-3 0 0,3 1 8 15,-3 0-8-15,2-5 0 0,-1 2 0 0,1 3 0 16,-2-1 0-16,3-1 0 0,-1-3 0 0,3-2 0 15,-2 4 0-15,-2 2 8 0,-1-4-8 0,0 3 0 16,0-3 0-16,0 2 0 0,3-4 0 0,-3 7 8 16,0-7-8-16,0 4 9 0,1-2-9 0,-1-2 10 15,-3 0-1-15,4 5 0 0,-1-5 0 0,-3 0 0 16,4-5 8-16,-3 5 2 0,-3 0 0 0,3 0 0 16,-3 0 4-16,1 0 1 0,-1-2 0 0,1-2 0 15,-1 4 0-15,-2-5 1 0,-1 3 0 0,2 2 0 0,-1-4 3 16,-1-3 1-16,2 7 0 0,-4-2 0 0,5-2-11 15,1 2-2-15,-6-2-1 0,6 4 0 0,-3 0-15 0,0 0 8 16,0 0-8-16,2 0 0 0,1 0 0 0,-1 0 0 16,3 4 0-16,0-4 0 0,2 0 0 0,0 0 0 15,-2 0 0-15,4 0 0 0,3 0 0 0,-5 0 0 16,1 0-9-16,-1 0 9 0,0 0-16 0,5 0 2 16,0 0 1-16,0 0 0 15,0 0-86-15,0 0-17 0,0 0-3 0,0 0-618 16,0 0-124-16</inkml:trace>
  <inkml:trace contextRef="#ctx0" brushRef="#br0" timeOffset="22">17752 9096 1209 0,'0'0'53'0,"-4"0"12"0,-1 0-52 0,3 4-13 0,2-4 0 0,0 0 0 15,0 0 116-15,0 0 21 0,-6 2 4 0,6-2 1 16,0 0-108-16,0 0-22 16,0 0-4-16,0 0 0 0,8 5 16 0,-3-3 3 0,-1-2 1 0,4 0 0 15,1 0 16-15,-2 0 4 0,3-2 1 0,2-3 0 16,0 5-25-16,0-2-6 0,3-2-1 0,1 0 0 15,-1 2-7-15,2 2-2 0,-3-5 0 0,1 5 0 16,1 0-8-16,-3 0 0 0,1 0 0 0,0 0 0 16,-2-2 0-16,3 2 0 0,-6 2 0 0,4-2 0 15,-2 0 0-15,1 0 0 0,1 0 0 0,-4 0 0 16,1 0 0-16,-1 0 10 0,1 0-10 0,-1-2 10 16,-1 2-1-16,1-5 0 0,-2 3 0 0,3-2 0 15,-5 4-9-15,5-3 0 0,-3-1 0 0,-3 4 8 16,4 0-8-16,-3 0 0 0,-5 0 0 0,0 0 0 15,0 0 0-15,4 0 0 0,-4 0 0 0,0 0 0 16,5 7 0-16,-5-7 0 0,0 0 0 0,0 6 0 0,0 1 15 16,0-2 7-16,0 1 2 0,-2 0 0 0,-1 1-24 0,-1-3 0 15,-1 3-10-15,0 1 10 0,2-2 0 0,-1 5 16 16,-3-4-2-16,-1 0 0 0,3-1-6 16,1 5-8-16,-4 0 11 0,1-3-11 0,0 3 16 0,0-4-3 15,-2 6-1-15,1-2 0 0,-4 2 4 0,2-1 0 16,1 1 0-16,-3 1 0 0,0 1 5 0,0-2 2 15,0 0 0-15,0 4 0 0,-3-2-23 0,6-1 0 16,1 3 0-16,-1-5 0 0,-5 6 0 0,1 0 0 16,2-6 0-16,-2 6 0 0,4-4 0 0,-3-2 0 15,0 5 0-15,0-2 0 0,2 0-12 0,1-2-3 16,-1-4-1-16,3 6 0 0,-3-6 6 0,1 4 1 0,1-3 0 0,3 3 0 31,-2 1-143-31,0-3-29 0,2-1-6 0</inkml:trace>
  <inkml:trace contextRef="#ctx0" brushRef="#br0" timeOffset="23">15863 7167 460 0,'0'0'20'0,"0"0"5"15,0 0-25-15,0 0 0 0,-2 4 0 0,-3-4 0 16,2 3 143-16,1 1 23 0,-3 0 5 0,1-2 1 0,-1 5-124 0,2-7-24 16,3 0-4-16,-5 7-2 0,1-3-18 0,-1-2 10 15,2 3-10-15,-2-3 8 0,0 2-8 0,1 3 10 16,-3 3-10-16,1-1 10 0,2-3 1 0,-1 5 0 16,-5 2 0-16,4 0 0 0,-2-2 8 0,3 6 1 15,-2-2 1-15,-3 3 0 0,-1-1-7 0,-2 0-2 16,1 3 0-16,1-4 0 0,-2 5 4 0,4-2 0 15,-4 1 0-15,2 0 0 0,-1 1 0 0,-1-2 1 16,2 1 0-16,-2-2 0 0,4 1-1 0,-3-2-1 16,0 3 0-16,3-1 0 0,-1-2 7 0,-2 3 2 15,2-2 0-15,1 1 0 0,-1 5-16 0,-2-4-8 16,0 1 8-16,0-2-8 0,0 1 0 0,-1 0 0 0,2 1 0 16,1-2 0-16,-4 1 9 0,2-2-9 0,0 1 12 15,0 0-12-15,-3-1 12 0,3 1-12 0,0 5 12 16,3-4-12-16,-4 1 0 0,2-1 0 0,1-1 0 15,-2 1 0-15,2 4 10 0,1-5-10 0,-1-1 8 0,1 1-8 16,1-2 0-16,1 1 8 0,-3-5-8 0,3 6 0 16,-2-6 8-16,1 4-8 0,1-3 8 0,-3-1-8 15,3 4 8-15,0-4-8 0,0 0 0 0,0 4 8 16,-1-4-8-16,1 5 12 0,0-6-12 0,0 1 12 16,0 5-12-16,-1-5 0 0,1 0 9 0,0 4-9 15,0-4 19-15,-1-2-1 0,2 2 0 0,-2 0 0 16,3-2-18-16,-2-3-16 0,0 3 4 0,0 0 0 15,0-2 12-15,2 2 13 0,0-5-2 0,-2 5-1 16,2-3 3-16,0-1 1 0,-2 4 0 0,5-4 0 0,-1 4-14 16,-2-3 9-16,3-1-9 0,-3 1 8 15,3 1-8-15,-3-3 0 0,-3 5 0 0,4-4 0 0,-1 6 0 0,0-7 8 16,-2 5-8-16,0-4 0 0,-1 3 0 0,3-1 0 16,1-3 0-16,-1 1 0 0,0 0 0 0,0-3 0 15,1 3 0-15,-1-3 0 0,3-2 0 0,-4 4 8 16,4-1-8-16,0-3 0 0,2-2 19 0,-5 6-2 15,0-1 0-15,0-3 0 0,3 2-5 0,-3 0-2 16,1-2 0-16,1 5 0 0,-2-2-10 0,2-3 8 16,1-2-8-16,2 0 8 0,-2 4-8 0,2-4 10 15,0 0-10-15,-2 0 10 0,-3 0 2 0,5 0 1 16,-5 0 0-16,5 0 0 0,-3-4 4 0,-1 4 1 0,2-2 0 16,2 2 0-16,-5-5-2 0,2 5 0 15,-2-7 0-15,3 7 0 0,0-2-8 0,-3-2-8 0,2 4 12 0,1-4-12 16,-1 4 8-16,1-2-8 0,-1-3 0 15,1 5 0-15,0-2 0 0,0-2 0 0,2-3 0 0,-5 5 0 16,5-2 16-16,-3-2-3 0,3-1-1 0,-2 1 0 16,-1-1 10-16,3 0 2 0,0-4 0 0,0 5 0 15,0 0-13-15,3-1-3 0,-6-4 0 0,3-2 0 16,3 7 1-16,-3-5 0 0,2 2 0 0,-2-2 0 16,0 5-9-16,3-5 12 0,-3 5-12 0,0-1 12 15,0 1-12-15,2-1 0 0,-2 2 0 0,3 3 0 16,-3 2 0-16,0 0 0 0,0 0-8 0,0-4 8 15,0 4 0-15,0 0-9 0,0 0 9 0,0 0 0 16,4 0-9-16,-4 0 9 0,0 0 0 0,0 0-9 16,0 0 9-16,0 0 0 0,0 0 0 0,0 0-8 0,0 0 8 15,0 0 0-15,0 0 0 0,2 4 0 0,-2 7 0 0,0-2-10 16,0 2 10-16,0 2 0 0,0 0-9 0,0 0 9 16,0 4 0-16,-2-4-9 0,2 5 9 0,0-6 0 15,0 6 0-15,0-5 0 0,0 0 0 0,2 0 0 16,-2-2 0-16,0-1 0 0,0-1 0 0,3 2 0 15,-3-4 0-15,0-1 0 0,0 1 0 0,2-1 0 16,1 0 0-16,-3-6 0 0,0 0 0 0,0 0 0 16,2 7 0-16,-2-7 0 0,0 0 0 0,3 6 0 15,-3-6 0-15,0 0 8 0,2 5-8 0,3-3 11 16,-5-2-11-16,5 4 12 0,0 1 14 0,2-5 3 16,2-5 1-16,-1 5 0 0,1 0-2 0,1-4-1 15,4-3 0-15,-2 5 0 0,3-4-7 0,-1 1-2 0,3-1 0 16,-3-5 0-16,-4 5-18 0,2 0-17 0,0-1 3 0,3 0 1 15,-1 0 37-15,-2 1 7 0,3 0 1 0,-4-1 1 16,1-4-33-16,1 5 0 0,-4-5 0 0,1 5 0 16,-1-3-14-16,-2 2 0 0,1 1 0 0,1-1 0 31,-4-1-20-31,2 1-4 0,0 1-1 0,1-1 0 16,-4 5-41-16,4-4-9 0,-3-3-2 0,2 7-600 0,0-5-120 0</inkml:trace>
  <inkml:trace contextRef="#ctx0" brushRef="#br0" timeOffset="24">14659 9193 633 0,'0'0'28'0,"0"0"6"0,0 0-34 0,0 0 0 0,0-4 0 0,2 4 0 16,-2 0 121-16,0-7 18 0,0 7 3 0,0-2 1 15,0 2-108-15,0-4-22 0,0 0-4 0,0 4-1 16,-2-2-8-16,2 2 0 0,0 0 0 0,-3-5 0 16,-2 5 0-16,3-2-14 0,-1-2 5 0,3 4 1 15,0 0 8-15,-5 0 11 0,1-2-3 0,-1-3 0 16,3 5 13-16,2 0 3 0,0 0 0 0,-3-2 0 15,-2-3 48-15,1-1 11 0,1 6 1 0,-2-7 1 16,0 3-10-16,-1-2-3 0,1 6 0 0,-3-7 0 16,1 7-12-16,2-2-4 0,-5-2 0 0,4 4 0 0,-4-2-43 0,1 2-13 15,-2 0 0-15,0 0 8 0,1 0-8 16,-2 2 8-16,2-2-8 0,-2 4 8 0,1-2-8 0,1 3 0 16,-5-3-11-16,3 4 11 0,-2-2 0 0,-1 3 0 15,4-1 11-15,-4 1-3 0,-2 0-8 0,3-1 0 16,-3 5 0-16,3-5 0 0,-1 5 0 0,3-2 17 15,2 2-2-15,1 6-1 0,-1-4-14 0,-2 0 0 16,0 4 0-16,0-1 0 0,0 1 0 0,2 2 0 16,1-2 0-16,-1 3 0 0,-2-2 0 0,3 5 0 15,-1-3 0-15,3 4 0 0,-3 0 0 0,3-5 0 16,0 5 0-16,2-5 0 0,0 7 0 0,2-1 0 0,-1-6 0 16,2-2 0-16,2 3 0 0,0-3 0 0,2 0 0 15,0-4 0-15,3 0 0 0,0 1 0 0,0-8 8 16,2 5-8-16,0-1 0 0,3-1 0 0,2 2 0 0,0-3 0 15,0 1 0-15,0 0 0 0,2-2 8 0,3-1-8 16,2-2 12-16,3-1 0 0,2 1 0 0,0-4 0 16,0 0-12-16,-2 0 0 0,2 0 0 0,-3-4 0 15,4 1 0-15,-1-1 9 0,-1-2-9 0,1-1 12 16,1 1-4-16,-1-1-8 0,-5 0 12 0,3-4-4 16,1 3 8-16,-1-3 0 0,0 1 1 0,-3 1 0 15,0-2-2-15,0-3-1 0,-2-3 0 0,0 5 0 16,0-6 3-16,-2 5 1 0,-1-7 0 0,0 3 0 15,-1-2 1-15,-2-1 0 0,1-4 0 0,-2 7 0 16,-3-2-3-16,0-1 0 0,-2 3 0 0,0-2 0 16,-2 1 8-16,1 0 2 0,-4-1 0 0,0 2 0 0,-2 1-10 15,0-1-1-15,-1 0-1 0,-2 4 0 0,0-4-14 16,0 1 9-16,-1 3-9 0,-2-2 8 0,-1 3-8 16,-1-2 0-16,1 3-10 0,-4 5 10 0,1-3-15 0,-2-2 3 15,-1 5 1-15,1-5 0 0,0 5 11 0,-1-1 0 16,0 5 0-16,-1-3 0 0,2-1-11 0,-1 6 0 15,0 0 0-15,4 0 0 16,-4 0-33-16,1 0-8 0,2 6 0 0,-3-6-1 16,1 7-87-16,2 0-18 0,3-1-3 0,-4 1-731 0</inkml:trace>
  <inkml:trace contextRef="#ctx0" brushRef="#br0" timeOffset="25">13923 10015 759 0,'0'0'33'0,"0"0"8"0,0 0-33 0,0 0-8 15,0 0 0-15,0 0 0 0,0 0 44 0,0 0 6 16,0 0 2-16,0 0 0 0,0 0-3 0,0 0 0 16,0 0 0-16,0 0 0 0,0 0-4 0,0 0-1 15,-5 0 0-15,0 4 0 0,-2-2-10 0,2-2-2 0,1 6-1 0,-1-6 0 16,-1 7 9-16,2-3 3 15,4-4 0-15,-5 2 0 0,0 5-15 0,-2-3-2 0,5 3-1 16,-3 0 0-16,0-1-14 0,0 1-3 0,3-1-8 0,-3 0 12 16,0 5 4-16,0 0 0 0,-2-2 0 0,3 2 0 15,-1 2 2-15,-3-3 1 0,1 3 0 0,0 0 0 16,0 0 1-16,-3 5 1 0,3-1 0 0,-2-2 0 16,-2 7 3-16,0-7 0 0,1 7 0 0,1-3 0 15,-3-1 2-15,-1 1 1 0,4 0 0 0,-3 1 0 16,2-2-17-16,0 1-10 0,-1 0 12 0,-1 3-12 15,2-2 13-15,-4-1-4 0,1 5-1 0,-1-4 0 16,0 3 0-16,2-4 0 0,-3-1 0 0,1 6 0 16,4-5-8-16,-2 5 0 0,0-4 0 0,0-1 0 15,0-2 10-15,0 3 0 0,0-2 0 0,0 1 0 16,2-2 6-16,-2 1 2 0,3-3 0 0,-3 2 0 16,2 0-4-16,0-3-1 0,3-1 0 0,-2 4 0 0,1-4 0 15,1-1 0-15,-2 2 0 0,3-3 0 0,-3 2-5 16,2 0-8-16,0-3 11 0,0 3-11 0,-1 1 9 0,1-3-9 15,0 1 0-15,0 1 9 0,0-2-9 0,-1 2 0 16,1 0 0-16,-3 0 0 0,3-2 15 0,0 0-3 16,-3-3 0-16,4 3 0 0,-2-4 10 0,1 6 2 15,0-7 0-15,-1 5 0 0,-1-4-10 0,4 3-2 16,3-1 0-16,-4 2 0 0,0-4-12 0,-2-1 0 16,3 7 8-16,-1-7-8 0,-2 1 0 0,1 4 0 15,2-5 0-15,0 5 0 0,-2-4 0 0,2-1 8 16,-2 1-8-16,2-1 0 0,0 1 0 0,-2-1 0 15,2-2 8-15,0 3-8 0,-1-1 0 0,1 1 8 0,0-1-8 16,0 1 0-16,-2 0 15 0,2-1-3 0,0 1-1 0,0-3 0 16,1 2-11-16,-1 1 10 0,2-1-10 0,-2 1 10 15,3-1-10-15,-2-2 0 0,1-1-10 0,1 1 10 16,-4 3 0-16,2-3 20 0,1 3-4 0,1-5 0 16,0 2-6-16,2-4-2 0,-5 2 0 0,5-2 0 15,0 0 0-15,-3 7 0 0,1-7 0 0,2 0 0 16,-5 4 0-16,5-4 0 0,0 0 0 0,-2 2 0 15,2-2-8-15,0 0 0 0,0 0 0 0,0 0 0 16,0 0 0-16,0 0 0 0,0 0 0 0,0 0 0 16,0 0 0-16,0 0 0 0,0 0 0 0,0 0-11 15,0 0 11-15,0 0 0 0,0 0 0 0,0 0 0 16,0 0 11-16,0 0-3 0,0 0 0 0,0 0 0 0,0 0-8 16,0 0 10-16,0 0-10 0,0 9 10 15,0-9-10-15,0 0 0 0,0 0 0 0,-2 2 0 16,2-2 0-16,0 0 0 0,0 6 0 0,0-6 0 0,2 7 0 0,-2-7 0 15,0 0 0-15,-2 7 0 0,2-7 0 0,0 0 0 16,0 0 0-16,0 6 0 0,-3-1 0 0,3-5 0 16,0 0 0-16,0 6 0 0,-2-2 0 0,2-4 0 15,0 0 0-15,0 0 0 0,0 2 0 0,0-2 0 16,0 0 0-16,-3 7 0 0,3-7 0 0,0 0 0 16,0 0 0-16,0 6 0 0,0-6 0 0,0 0 0 15,0 5 0-15,-3-3 0 0,3-2 0 0,0 0 0 16,-2 4 0-16,2-4 0 0,0 0 0 0,-2 6 0 15,2-6 0-15,0 0 0 0,0 0 0 0,0 0 0 0,0 0 9 16,0 0-9-16,0 0 0 0,0 0 9 16,-5 0-9-16,5 0 0 0,0 0 12 0,0 0-4 0,0 0 0 15,0 0-8-15,-5-4 16 0,5 4-3 0,0 0-1 16,-2-2 0-16,2 2 5 0,-3-4 1 0,1 4 0 0,-2-2 0 16,1-3-18-16,-2 3 0 0,5-2 8 0,-2-3-8 15,-1 5 0-15,1-2 0 0,-1-2 0 0,1 1 0 16,2-1 9-16,-2-3-1 0,-1 2-8 0,3-4 12 15,0 1-12-15,0 1 0 0,-2-4 0 0,4-2 0 16,-2 2 0-16,3 0 0 0,-1-4 0 0,3 4 0 16,-3-1 0-16,3-3 0 0,0 4 0 0,-2 5 0 15,1-7 0-15,1 6 0 0,0-2 0 0,-3-2 0 16,3 2 0-16,-3 4 0 0,0-1 0 0,1-3 0 16,-3 5 0-16,3 1 0 0,-3 3 0 0,0-2 0 0,0 4 0 15,0 0 0-15,0 0 0 0,0 0-10 0,0 0-2 0,0 0-1 16,0 0 0-16,0 0 0 0,0 0-1 15,-3 6 0-15,3 1 0 0,-3 4 0 0,3-1 6 0,0-1 8 16,0 2-13-16,0 2 5 0,3 4 8 0,-3-4 0 16,-3 7 0-16,3-3 0 0,-2 3 0 0,2-3-8 15,-4 2 8-15,1 1 0 0,-2-3 0 0,3 1 0 16,-1-6 0-16,1 1 0 0,0 1 0 0,0-3 0 16,-1 1 0-16,3-1 0 0,-2-4 0 0,2-1 0 15,2 0 0-15,1 1 0 0,-1 0 0 0,2-3 0 16,1-2 0-16,0 3 0 0,2-3 8 0,3-2 0 15,-3 0 0-15,3 0 0 0,2 0 1 0,0 0 1 16,2-2 0-16,0-3 0 0,3 3-10 0,1-5 10 16,1 1-10-16,-2-3 10 0,-3 3-2 0,3 4 0 0,-1-5 0 15,1 3 0-15,0-3-21 0,0 7-5 0,-3-6-1 0,3 6 0 32,-3 0-65-32,1 0-12 0,-5 0-4 0,2 4 0 15,0-2-144-15,-3 3-28 0</inkml:trace>
  <inkml:trace contextRef="#ctx0" brushRef="#br0" timeOffset="26">12089 12255 1630 0,'0'0'72'0,"0"0"16"0,0 0-71 15,0 0-17-15,0 0 0 0,0 0 0 0,0 0 67 0,0 0 9 0,0 0 3 0,0 0 0 16,-3 4-19-16,3-4-4 0,0 0-1 0,0 0 0 15,0 0-34-15,0 0-6 0,0 0-2 0,5 7 0 16,2-3-13-16,0-2 0 0,1-2 0 0,1 4 0 16,1-1 12-16,-1 1-4 0,1-4-8 0,2 2 12 15,-2 3 0-15,2-3 0 0,-3 3 0 0,1-5 0 16,2 4 0-16,0-2 0 0,0-2 0 0,0 4 0 16,3-2 2-16,-4-2 0 0,1 0 0 0,1 0 0 15,-4 0-4-15,3 5-1 0,3-5 0 0,-4 2 0 16,-1-2-9-16,-1-2 0 0,4 2 0 0,-4 0 8 15,1-5-8-15,-1 5 8 0,2-2-8 0,-2-2 8 0,1-2-20 16,1 6-5-16,-1-7-1 0,2 2 0 16,-2 3-22-16,-1-5-4 0,1 3 0 15,0-2-1-15,-5-1-116 0,4 1-23 0,-2 2-5 16,1 1-1-16</inkml:trace>
  <inkml:trace contextRef="#ctx0" brushRef="#br0" timeOffset="27">12660 12112 1364 0,'0'0'60'0,"0"0"13"0,0 0-58 0,0 0-15 0,5-2 0 0,0-2 0 16,3-3 32-16,-1 1 3 0,-2 2 1 0,0-3 0 15,4 5 3-15,-2-5 1 0,-2 0 0 0,2 3 0 0,1-2-7 0,-4 1-1 16,3-1 0-16,-2 4 0 15,0-3 18-15,0 3 3 0,2-2 1 0,1 2 0 16,-4-2-17-16,-2 1-3 0,6-1-1 0,-3 0 0 0,-3 2-13 0,5 2-2 16,-2 0-1-16,2-5 0 0,0 5 3 0,1 0 1 15,-3 0 0-15,-1-2 0 0,3-3 15 16,1 5 4-16,-4 0 0 0,4-2 0 0,-3-2-1 0,1 4 0 16,-1 0 0-16,0 0 0 0,2 0-31 0,-2 0-8 15,-5 0 0-15,5 4 0 0,0-2 0 0,2-2-8 16,-5 7 8-16,3-2-12 0,-2 5 12 0,2-1 8 15,-1 2-8-15,-2-3 11 0,1 9-11 0,0-3 0 16,-1-3 0-16,-2 6 0 0,0-4 8 0,0 0 0 16,-2 4 0-16,2-1 0 0,-3 1-8 0,-2 2 0 15,1-1 0-15,-1-1 0 0,-3-2 8 0,2 2 0 16,-2 1 0-16,-2 1 0 0,-2 5 0 0,1-5 0 0,-2 6 0 16,1-2 0-16,3-3-8 0,-6 6 0 0,-2-9 0 15,3 2 8-15,0 4-8 0,-1-4 12 0,1-6-12 16,2 4 12-16,-3-4 5 0,3 0 2 0,1-2 0 0,1-2 0 15,0-3-8-15,3-6-2 0,-3 4 0 0,3-2 0 16,-3-2-1-16,4-2 0 0,-2-2 0 0,3 4 0 16,-2-6-8-16,2-1 0 0,-2 1 0 0,2-7 0 15,3 2 0-15,-3 2 0 0,2-2 0 0,1-2-11 16,-1 3 11-16,3-3 0 0,0 6 0 0,3-4 0 16,-3 4 0-16,2 1 0 0,4-1 0 0,-6 7 0 15,4-2-18-15,3-2-2 0,3 2 0 0,-1 2 0 16,4 0 20-16,-1 0 9 0,2 0-1 0,1 2 0 0,-1-2-8 15,0 6 0-15,3-1 0 0,0-3 0 0,-2 4 18 0,2-1 2 16,-3 1 0-16,2 1 0 0,-1 4-7 0,0-5-1 16,1 3 0-16,-4 2 0 0,2-5-12 0,-1 7 8 15,1-6-8-15,0 4 0 0,-1 0 10 0,-1-3-10 16,2-1 10-16,-2-1-10 0,0 5 0 0,0-5 0 16,3 1 0-16,-1-3 0 0,0 3-8 0,1-5-8 15,-1 3-2-15,3-5-806 16,-3 2-162-16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0-23T14:17:58.226"/>
    </inkml:context>
    <inkml:brush xml:id="br0">
      <inkml:brushProperty name="width" value="0.05292" units="cm"/>
      <inkml:brushProperty name="height" value="0.05292" units="cm"/>
      <inkml:brushProperty name="color" value="#4472C4"/>
    </inkml:brush>
  </inkml:definitions>
  <inkml:trace contextRef="#ctx0" brushRef="#br0">19666 3854 748 0,'0'0'33'0,"0"0"7"0,3-4-32 0,-3 4-8 16,4-3 0-16,-4 3 0 0,0 0 56 0,0 0 8 15,0 0 3-15,0 0 0 0,0 0-16 0,0 0-3 16,0 0-1-16,2 7 0 0,-2 0-12 0,0-1-3 16,-2 1 0-16,0 3 0 0,0 3-5 0,-1 0-2 15,-2-2 0-15,0 3 0 0,1 5 11 0,-1-2 1 16,0 3 1-16,-2 4 0 0,2 1 10 0,-5 6 1 15,1-1 1-15,-1 1 0 0,1 1-6 0,-4 5 0 16,2-7-1-16,-4 7 0 0,-2-7-24 0,3 7-5 16,2-4-1-16,0-3 0 0,-5 0-3 0,8-6-1 15,1 7 0-15,3-12 0 0,1 0 15 0,-4-1 4 16,1-1 0-16,5-4 0 0,6 0-43 0,-4-6-8 0,-4-1-1 16,2 0-1-1,2-6-108-15,0 0-22 0,0 0-4 0,0 0-1 0</inkml:trace>
  <inkml:trace contextRef="#ctx0" brushRef="#br0" timeOffset="1">19947 3935 403 0,'0'0'36'0,"0"0"-36"0,5-5 0 0,-2 3 0 16,2-2 84-16,-1-3 9 0,3 0 3 0,1 1 0 15,-4-1-35-15,1 1-6 0,3 2-2 0,-3-3 0 16,-1 1 21-16,3-1 4 0,-2 1 1 0,2-1 0 15,0 0-32-15,1 3-7 0,-1-3 0 0,3 5-1 16,-3-2-27-16,0 4-4 0,1-2-8 0,-4 2 11 16,1-4-11-16,0 4 12 0,2 4-12 0,-3-2 12 15,-4-2 7-15,5 4 1 0,3-2 1 0,-6 5 0 16,3-3 2-16,-3 3 0 0,1 0 0 0,-1-1 0 16,3 1-9-16,-5 3-2 0,3-3 0 0,-3 6 0 15,2 0 0-15,-2-2-1 0,0 6 0 0,-2-2 0 16,-1-2-2-16,1 9 0 0,2-2 0 0,-5 3 0 15,0 1-9-15,-5-2 10 0,3 1-10 0,-2 2 10 0,-1 1-10 16,-2-3 0-16,0 4-12 0,0-4 12 0,0-4 0 16,-1 6 20-16,2-6-3 0,-1 2 0 0,2-5-9 0,-2 1-8 15,2 1 9-15,1-6-9 0,-1 1 16 0,-2 0-2 16,2-1-1-16,-1 0 0 0,1-1 1 0,0-2 0 16,0-3 0-16,-1 5 0 0,1-5-14 0,0-1 11 15,1-3-11-15,-1 3 10 0,3-3-10 0,-2-2 10 16,1 0-10-16,1 0 10 0,2-2-10 0,-2-3 12 15,2 5-12-15,1-2 12 0,-1-3-20 0,2-1-4 16,3-1-1-16,0 3 0 0,0 2 13 0,3-4 0 16,-1 1-10-16,3-1 10 0,2-1 0 0,-2 1 0 15,2 0-9-15,3-1 9 0,-3 2 0 0,0 3 12 16,0-2-1-16,3 1-1 0,-3 3-2 0,1 3 0 16,1 1 0-16,1-2 0 0,-4 3 3 0,4 2 0 0,-3-1 0 15,3 0 0-15,-2 1 8 0,1-1 1 0,-2 1 1 16,3 3 0-16,0-3-13 0,-1-1-8 0,1 1 8 0,-1 4-8 15,1-4 17-15,-3 3-1 0,3-3 0 0,-1 1 0 16,-4-1-16-16,3-1 10 0,-2 5-10 0,2-4 8 16,-3 0-8-16,-1-1 0 0,1 0 0 0,0 5 0 15,0-4-22-15,-2 3 0 0,-1-3 0 0,0 2 0 16,3 2-193-16,0 2-38 0,-3-3-8 16,1 3-2-16</inkml:trace>
  <inkml:trace contextRef="#ctx0" brushRef="#br0" timeOffset="2">16466 6326 403 0,'0'0'36'0,"0"0"-36"0,0 0 0 0,0 0 0 15,0 0 111-15,0 0 15 0,-2-4 3 0,2 4 1 16,0 0-38-16,-2-2-7 0,-1-2-1 0,3 4-1 16,0 0-23-16,0 0-5 0,0 0-1 0,0 0 0 15,0 0-21-15,0 0-4 0,0 0-1 0,0 0 0 16,0 0 8-16,0 0 2 0,0 4 0 0,0 2 0 15,0 1-11-15,-2 4-3 0,-3-3 0 0,2 3 0 16,1-2 3-16,-2 8 0 0,-4-4 0 0,3-2 0 16,1 9-27-16,-1-7 0 0,-3 4 0 0,1 0 0 15,0-4 0-15,-1 7 8 0,2-7-8 0,1 4 0 16,0-4 10-16,0 0-10 0,1-2 12 0,-1 2-12 16,2-6 16-16,3-1-4 0,0 0-1 0,0-1 0 0,3 1-11 15,2 1 10-15,-5-7-10 0,4 4 10 0,3-2-1 16,1-2 0-16,-2 0 0 0,5 0 0 0,-2 0-9 15,1 0 10-15,-1-2-10 0,4 2 10 0,3-4-10 0,1-3 0 16,2 5 0-16,0-2 0 0,1-3 0 0,-4 3 0 16,1-2 0-16,0 3 0 0,0-1-11 0,-2-2-7 15,-4-1-2-15,-1 5 0 16,-1-2-140-16,-4-1-28 0</inkml:trace>
  <inkml:trace contextRef="#ctx0" brushRef="#br0" timeOffset="3">16709 6209 460 0,'0'0'41'0,"0"0"-33"0,0 0-8 0,0 0 0 16,0 0 184-16,0 0 36 0,0 0 6 0,0 0 2 16,5 7-154-16,-2 0-30 0,1 6-7 0,-2-3-1 15,-2-1 21-15,0 8 4 0,0-4 1 0,-2 11 0 16,2-4-18-16,-4 3-3 0,-1 6-1 0,0-1 0 16,0 2-9-16,0 0-3 0,-2 8 0 0,-1-4 0 15,2-1 6-15,-4 3 1 0,3 1 0 0,-3 0 0 16,1-4 1-16,-1 1 0 0,0-1 0 0,0-3 0 0,1-4-12 15,2 5-1-15,-3-8-1 0,6 3 0 0,-4-2-14 16,3-5-8-16,1-1 10 0,-1 2-10 0,5-3-9 0,-3 0-8 16,3-9-2-16,3 3-631 15,-1 3-126-15</inkml:trace>
  <inkml:trace contextRef="#ctx0" brushRef="#br0" timeOffset="4">19070 4606 57 0,'9'0'0'0,"-3"0"0"0,-6 0 0 0,4 0 0 15,1-5 0-15,-5 5 0 0,0 0 158 0,5 0 26 16,2-2 6-16,-7 2 1 0,-2-4-105 0,2 4-21 16,0 0-4-16,0 0-1 0,0-2 20 0,0 2 3 15,0 0 1-15,4-4 0 0,-4 4 0 0,0 0 0 16,0 0 0-16,0 0 0 0,5 0-46 0,-5 0-9 15,-2 0-1-15,-5 0-1 0,-1 0 8 0,6 4 1 16,2-4 1-16,-7 2 0 0,-6 2-22 0,7-2-5 16,6-2-1-16,-3 0 0 0,-7 7-9 0,6-7 10 15,4 0-10-15,-7 4 10 0,-1 3-10 0,-1 0 0 16,-4-1 0-16,9 1 8 0,2-1 0 0,-8-2-8 0,-5 7 12 16,4-2-4-16,1-3 8 0,-5 5 0 0,-1-2 1 15,-1 2 0-15,2 0-4 0,-2 1-1 0,1-1 0 16,-4 2 0-16,-1 1-12 0,1-2 0 0,-1 1 0 0,1-2 0 15,-4 2 14-15,1 0-3 0,1 0-1 0,0-2 0 16,-2 6-10-16,0-2 0 0,-5 1 0 0,3-1 0 16,2-2 0-16,2 2-11 0,-4-2 3 0,1 0 0 15,4 0 8-15,-1-2 0 0,1 2 0 0,-1 0 0 16,1 0 0-16,-1-2 11 0,3-2-3 0,-3 1 0 16,5 3-8-16,-2-2 0 0,-3 0 0 0,3-2 0 15,5 2 0-15,-3-3 0 0,0 3 0 0,2 0 0 16,-1-3 0-16,2 5-11 0,-1-2 11 0,-4-4-8 15,2 6 8-15,2-2 0 0,-1-1 8 0,-1-1-8 16,3 2 0-16,-1-2 0 0,0 2-10 0,1-5 10 16,2 5 0-16,0-3 8 0,3 3 0 0,1-5 1 0,-2 6-9 15,1-6 0-15,-3 1 0 0,0-1 0 0,3 1 0 0,-4 3-11 16,1-3 11-16,2-1-12 0,-1 1 12 0,1-1 8 16,0 1-8-16,1 0 11 0,-1-1-11 15,0 1-11-15,1-3 3 0,-1 2 0 0,1 1 8 16,-1-1 0-16,3 1-9 0,-3-1 9 0,3-2 0 0,-3 3 15 15,1 0-3-15,-1-3 0 0,1 3-12 0,1-1-16 16,-1 0 3-16,2-3 1 0,-5 3 12 0,2 5 0 16,0-5 0-16,1-2-9 0,-3 5 18 0,2-2 4 15,1-3 1-15,-1 3 0 0,0-1-14 0,0 1 0 16,5-1 0-16,1 1 0 0,-6-1-14 0,3 3-6 16,-2-3 0-16,1 1-1 0,1 0 21 0,0-1-9 15,-3-4 9-15,1 5 0 0,1-3-8 0,1 2 8 16,-3 1 0-16,4-3 0 0,-2 3-8 0,1-5 8 0,-3 4 0 15,3-2 0-15,0 3 0 0,0 0 0 0,-3-3 0 0,3-1 0 16,-1 3 0-16,-1 0 0 0,2-1 0 16,0-3 0-16,-3 6 0 0,2-6 0 0,2 5 0 0,-2-3 0 15,1-2 0-15,0 5 0 0,0-7 0 0,2 4 0 16,0-1 0-16,0 1 0 0,0 0 0 0,1-1 0 16,-1 1 0-16,3-2 0 0,-6 2 0 0,6-1 0 15,-5-3 0-15,2 4 0 0,0-2 0 0,-2-2 0 16,0 6 0-16,2-6 0 0,0 5 0 0,1-5 0 15,-4 6 0-15,5-6-10 0,1 4 10 0,-3-1-12 16,3-3 12-16,-3 0 16 0,-2 4-4 0,7-4-1 0,0 0-11 16,-3 0 10-16,-3 0-10 0,6 0 10 0,0 0 5 15,0 0 1-15,-6 0 0 0,6 0 0 0,0 0-16 0,0 0 0 16,0 0 0-16,0 0-10 0,0 0 10 0,0 0 0 16,-5 0 8-16,5 0-8 0,0 0 0 0,-4 2 0 15,-1-2 0-15,5 0 0 0,-5 0 0 0,5 0 0 16,-5 0 0-16,5 0 0 0,0 0 0 0,-4 0 0 15,-3-6 0-15,4 3 0 0,1-1 17 0,-1-2 3 16,3 1 0-16,0-3 0 0,0 1-1 0,0-3 0 16,3-1 0-16,-1 4 0 0,1-2-19 0,-3-2 0 15,5-1 8-15,-3 1-8 0,0 5 0 0,3-8-9 16,0 7 1-16,0-3 0 0,-3 1 8 0,0-2 14 16,-4-1-3-16,2 7-1 0,2-3-10 0,3-4 0 15,-3 6 0-15,4-5-11 0,-4 9 11 0,2-4 0 16,-1-1 0-16,-1 3 0 0,-2 4 0 0,3-7 0 15,-1 1 0-15,-2 6 8 0,0 0-8 0,0 0-13 0,0 0 3 16,0 0 1-16,0 0-3 0,0 0 0 0,0 6 0 0,-2 1 0 16,-3-1 0-16,2 1 0 0,-1 3 0 0,-1 1 0 15,5 3 3-15,-3-6 0 0,1 7 0 0,2-2 0 16,-3-4 9-16,1 8 0 0,0-3 0 0,0-2 0 16,-3 3 0-16,0-2 0 0,0 0 0 0,1 1 0 15,-1 3 0-15,2-4 0 0,-2 0 0 0,3 0 0 16,-3-7 8-16,3 5 0 0,-3-4 0 0,2 3 0 15,3-7-8-15,0-3 0 0,-2 6 0 0,2-6 0 16,0 0 0-16,0 4 0 0,0-4 10 0,2 2-10 16,-2-2 28-16,8 5 0 0,-1-5 0 0,0 2 0 15,3 2-15-15,-3-4-3 0,3 0-1 0,-1 0 0 0,3 0 5 16,0 0 1-16,2 0 0 0,1 0 0 0,-3 0-7 0,2 0 0 16,-2 0-8-16,1 0 12 0,-4 0-4 15,1 0-8-15,2 0 11 0,-2 0-11 0,-4 0 12 0,4 0-12 16,-3-4 12-16,0 2-12 0,-1 2 0 0,1-5 0 15,-3 5 0-15,1 0 0 16,0-2-104-16,2-2-25 0,-2 4-5 0</inkml:trace>
  <inkml:trace contextRef="#ctx0" brushRef="#br0" timeOffset="5">20702 4717 1072 0,'0'0'48'0,"0"0"9"0,0 0-45 0,0 0-12 0,0 0 0 0,0 0 0 16,0 0 16-16,0 2 2 0,0-2 0 0,5 6 0 16,0-2 26-16,0-4 4 0,2 7 2 0,0-7 0 15,-2 0-14-15,2 4-4 0,-2-2 0 0,2-2 0 16,2 5-20-16,-1-5-12 0,-1 2 12 0,0 2-12 15,-2-2 30-15,3 5-1 0,1-2 0 0,-1 1 0 16,-2 0-29-16,2 1 0 0,-1-1 0 0,2 1 0 16,-1-1 12-16,-1-2-4 0,3-1-8 0,-1 5 12 15,3-1-12-15,0 0 0 0,2 1 0 0,1-3-10 16,0 1 10-16,-1 1 9 0,0-1-1 0,-1 5-8 16,1-5 17-16,0 1-3 0,1-1-1 0,-3 1 0 0,2 0 0 15,0 3 0-15,1-3 0 0,-1-1 0 0,1 1-13 16,1-1 8-16,1 0-8 0,1 1 0 0,-4 0 9 0,2 4-9 15,1-5 8-15,0 5-8 0,0-3 12 0,0-1-2 16,-3 4-1-16,3 0 0 0,0-3 11 16,-1 3 1-16,-1 2 1 0,2-2 0 0,0-2-7 0,0 1-2 15,-1 4 0-15,1-3 0 0,2 1-5 0,-2 1 0 16,2-2-8-16,-2-2 12 0,0 2-12 0,3 0 8 16,-1-3-8-16,0 5 0 0,-2-2 16 0,2 2-4 15,-5-2 0-15,3 2 0 0,2 0-2 0,-4 0-1 16,0-2 0-16,-1 1 0 0,0 2-9 0,0-3 10 0,-1 2-10 15,1-1 10-15,-2 1-2 0,0-2 0 0,2 3 0 16,1-4 0-16,-3 3 0 0,2 0-8 0,1-2 12 16,-1 2-4-16,1 0-8 0,-3-2 0 0,4-2 0 0,1 1 0 15,-2 3 0-15,-1-2 0 0,-2-2 0 0,3 2 0 16,-1 0 0-16,0-3 0 0,1-1 0 0,-3 3 0 16,2 1 8-16,-2-2-8 0,1 2 0 0,-2-4 8 15,-1 5-8-15,2-1 10 0,-2-4-10 0,-1 1 10 16,1 1-10-16,-1 0 0 0,3-2 0 0,-2-1 8 15,0 0-8-15,-3-1 10 0,3 1-10 0,-1 0 10 16,1 1-1-16,-1-1 0 0,-1-1 0 0,1-3 0 16,1 5-1-16,-3-3-8 0,3 3 12 0,-3-7-4 15,0 6-8-15,1-2 0 0,1-1 9 0,-2 1-9 16,-4-2 20-16,1 4-1 0,1-6 0 0,3 5 0 16,-1 1-19-16,0 1 0 0,0-7 0 0,0 6 0 0,0-2 0 15,1-1 0-15,-1 3 8 0,3-1-8 0,-3-3 0 0,2 2 0 16,-4 3 0-16,2-3 0 0,1-2-9 0,-3 5-6 15,-1-3-1-15,3-2 0 0,-4 2 16 0,2-2 0 16,-1 3 0-16,-4-5 0 0,5 0 0 0,-5 0 13 16,5 6-4-16,0-2-1 0,-5-4 1 0,7 3 0 15,-2-3 0-15,0 6 0 0,-5-6-9 0,7 0 10 16,-7 0-10-16,7 5 10 0,-2-3-10 0,-5-2 0 16,7 0 0-16,-2 0 8 0,-5 0-8 0,7 5 0 15,-7-5 0-15,0 0 0 0,0 0 0 0,0 0 8 16,5 2-8-16,-5-2 0 0,0 0 8 0,0 0-8 0,0 0 8 15,0 0-8-15,0 0 24 0,0 0 0 0,0 0 0 16,0 0 0-16,0 0-11 0,0 0-2 0,0 0-1 0,0 0 0 16,4 0-10-16,-4 0 0 0,0 0 0 15,0 0 8-15,0 0 3 0,0 0 0 0,5 0 0 0,-5 0 0 16,0 0-11-16,0 0 12 0,0 0-12 0,0 0 12 16,0 0-12-16,0 0 0 0,3-7 9 0,-3 7-9 15,0 0 10-15,0 0-2 0,0 0-8 0,0 0 12 16,0 0-12-16,0 0 0 0,0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0,0 0 0 0,0-2 13 15,0 2 0-15,-3-5 0 0,3 5 0 0,0-6 7 0,0 3 0 16,-2-5 1-16,2 6 0 0,0-5-5 0,0 3 0 16,-3-2-1-16,3-1 0 0,0 1-15 0,-2-1 11 15,2 1-11-15,0-1 10 0,0 0-10 0,-2-3 0 16,0 3 9-16,2-4-9 0,0 5 0 0,-3-3 0 16,3 3 0-16,-2-5 8 0,-1 0-8 0,1 4 0 15,2-1 0-15,0-3 0 0,-3 5 0 0,3-5 0 16,-2 5 0-16,2-1 0 0,-2 0 0 0,2 0 0 15,-2 1 0-15,2 2 0 0,-3 2 0 0,3 2 0 0,-2-5 0 16,2 5 0-16,0 0 0 0,0 0-12 0,0 0 12 0,0 0-12 16,0 0 0-16,0 0-1 0,0 0 0 0,0 0 0 15,0 7 2-15,0 3 1 0,0-3 0 0,0 0 0 16,0 4 10-16,0-5-8 0,2 1 8 0,1 3-8 16,-1-3 8-16,0-1 0 0,-2 3 0 0,2-5-8 15,1 3 8-15,-3 0 0 0,2-1 0 0,1 1 0 16,-3-1 0-16,2 0 0 0,-2 1 0 0,3 1 0 15,-1-1 0-15,0-1 0 0,-2 1 0 0,0-5 0 16,2 5 0-16,-2 2 0 0,3-3 0 0,-1-4 0 16,1 5 0-16,-1-1-8 0,-2-6 8 0,5 6-8 15,-2-1-5-15,-1 1-1 0,-2-6 0 0,2 4 0 16,-2-4 3-16,0 0 1 0,0 0 0 0,3 7 0 16,-3-7 10-16,0 2 0 0,0-2 0 0,0 7 0 15,0-7 0-15,0 0 0 0,-3 7 0 0,1-3 0 0,2-4 0 0,-5 2 0 16,0 2 0-16,0-4 0 0,0 7 0 0,3-7 0 15,-5 4 0-15,2-2 8 0,0-2-8 16,1 7 0-16,-3-3 0 0,1-2 0 0,2 2 0 16,-3-2 0-16,-1 3 0 0,1-5 0 0,-2 7 0 0,1-7 8 15,-1 6-8-15,-3 1 8 0,0-3 3 0,0 3 1 16,-3-1 0-16,1 0 0 0,2-1 2 0,-2 1 1 16,-1 1 0-16,3-1 0 0,0-4-7 0,0 5-8 15,0 0 11-15,0-3-11 0,0 3 9 0,2-1-9 16,1-6 0-16,-1 6 9 0,3-1-9 0,2-3-12 15,0-2 2-15,1 0 1 16,4 0-115-16,0 0-22 0,0 0-5 0,0 0-541 16,0 0-108-16</inkml:trace>
  <inkml:trace contextRef="#ctx0" brushRef="#br0" timeOffset="6">22852 6236 57 0,'0'0'0'0,"0"0"0"0,0 0 0 0,0 0 0 15,0 0 137-15,0-7 23 0,-3 1 4 0,3 6 0 16,0-7-2-16,0 2-1 0,0 5 0 0,3-2 0 15,-3-4-25-15,0 6-4 0,2-5-2 0,-2 5 0 16,0 0-26-16,0 0-6 0,0 0-1 0,0 0 0 16,0 0-49-16,0 0-11 0,0 0-1 0,0 0-1 15,0 0-15-15,0 0-4 0,-2 7 0 0,-1-1 0 16,1 6-3-16,-3-1-1 0,-2-3 0 0,4 3 0 16,-4 2 1-16,2-3 0 0,1-1 0 0,-4 2 0 15,1 2-2-15,2-2-1 0,0-5 0 0,0 7 0 16,1-6-10-16,-1 4 0 0,3-2 9 0,-1-3-9 0,1 3 0 15,2-1 8-15,-3-3-8 0,1 1 0 0,2-6 0 16,0 2 0-16,0-2 0 0,2 7 8 0,-2-7-8 0,3 4 0 16,-3-4 0-16,0 0 8 0,5 6-8 0,-5-6 8 15,2 0-8-15,5 5 8 0,-2-3-8 0,0-2 11 16,2 0-11-16,0 0 12 0,1-2-12 0,-4 2 8 16,3-5-8-16,3 5 8 0,-3-4-8 0,3 2 0 15,-1 2 0-15,1-4 0 0,-1 4 0 0,4-3-12 16,-4-1 4-16,4 4 8 15,-4-2-36-15,1 2 0 0,-1-4 0 0,1 2 0 16,-6 2-128-16,1 0-24 0,0 0-6 0</inkml:trace>
  <inkml:trace contextRef="#ctx0" brushRef="#br0" timeOffset="7">23046 6179 1209 0,'0'0'53'0,"0"0"12"16,0 0-52-16,-2 7-13 0,-3-7 0 0,2 6 0 15,-1-2 120-15,2 5 22 0,-3-3 4 0,2 6 1 0,-4 1-79 0,2 0-15 16,0 4-3-16,-2-5-1 0,-2 6-9 15,1 2-1-15,1 3-1 0,-3-3 0 0,3 4-12 0,-2-1-2 16,-1 2-1-16,0 1 0 0,1-3 3 0,-1 4 1 16,-2-2 0-16,2 3 0 0,1-1-3 0,2-4-1 15,-1 1 0-15,4-4 0 0,-3 3-11 0,4-8-3 16,-2 3 0-16,1 0 0 0,-1-1-17 16,2-5-4-16,1-3-1 0,-1 2 0 15,1-4-153-15,2 0-30 0,-5 3-7 0,5-10-1 16</inkml:trace>
  <inkml:trace contextRef="#ctx0" brushRef="#br0" timeOffset="8">23231 6314 1566 0,'0'0'34'0,"0"0"7"0,5-5 2 0,3-1 1 0,-4 4-35 0,3-3-9 0,1-1 0 0,1 1 0 16,-1 3 57-16,-3-3 10 0,9-1 1 0,-5 0 1 15,1-1-22-15,-3 1-5 0,8 2-1 0,-6-3 0 16,1 5-13-16,-3-4-2 0,5 1-1 0,-3-1 0 15,1 6 5-15,-3 0 1 0,-5-3 0 0,6 3 0 0,-8 0-4 0,5 3-1 16,-3-3 0-16,-2 0 0 0,5 6-13 0,-5-1-2 16,2 3-1-16,1-4 0 0,-3 5-2 0,0 2 0 15,5-1 0-15,-3 4 0 0,-2-1-8 0,3 4 0 16,-3-4 0-16,0 6 0 0,0-1 0 0,0 1 0 16,-3-2 0-16,1 3 0 0,4-2 16 0,-4 1 2 15,-1-2 0-15,-4 3 0 0,2 0-8 0,-2-3-2 16,-1 2 0-16,-1-1 0 0,-3 1 10 0,3-6 2 15,-1 4 0-15,-2-4 0 0,0 5-20 0,2-5 0 16,3 0-11-16,-3-3 11 0,1 3 0 0,2-6 0 16,-7 4 0-16,9-4 0 0,-5-1 0 0,0 0 0 15,3-6 0-15,-2 5 0 0,-2-3 0 0,5-2 8 16,-4-7-8-16,3 7 0 0,0-6 0 0,-1 2 0 0,1-5 0 16,0-2 0-1,2 2-23-15,0-2-10 0,3 1-3 0,2-3 0 0,-2 6 24 0,-3 1 12 0,5-5-12 0,0 9 12 16,0-5-9-16,0 7 9 0,0 0 0 0,0 0-9 15,9-4 9-15,-4 4 0 0,0 0 0 16,2 4 0-16,0-4 0 0,1 2 0 0,1 3 0 0,1-3 0 16,1 2 12-16,0 3 5 0,3-1 1 0,-2 1 0 15,0-3 14-15,0-2 4 0,2 5 0 0,1-1 0 16,2 0-7-16,-3 5-1 0,-2-4 0 0,7 0 0 16,-2 4-5-16,-5-5-2 0,0 5 0 0,-2-3 0 15,1 3-2-15,0-5-1 0,-2 8 0 0,1-7 0 16,-4-1-18-16,-1 5 0 0,8-5 0 0,-9 0 0 0,4 1 0 15,-3-1 0-15,-1 1 0 0,1-1 0 16,-3-1-89-16,6-3-22 0,-1 3-4 16,-5-5-633-16,6 4-128 0</inkml:trace>
  <inkml:trace contextRef="#ctx0" brushRef="#br0" timeOffset="9">23996 7321 0 0,'0'0'0'0,"0"0"0"15,0 0 0-15,0 0 0 0,0 4 151 0,0-4-31 16,0 0 25-16,-5 0 5 0,0 0-54 0,5 0-12 16,0 0-1-16,0 0-1 0,0 0 13 0,0 0 2 15,0 0 1-15,0 0 0 0,0 0-22 0,0 0-4 16,0 0 0-16,0 0-1 0,0-4-17 0,0 4-3 15,0 0-1-15,0 0 0 0,0 0-22 0,0 0-5 16,0 0-1-16,0 0 0 0,0 0 0 0,0 0 0 16,0 0 0-16,0 0 0 0,0 0 3 0,-2 6 1 15,2-6 0-15,-5 5 0 0,5-5-3 0,0 6-1 0,0 1 0 16,0-7 0-16,0 0 3 0,7 7 1 0,-5-1 0 0,1 1 0 16,2-1-2-16,-5 2-1 0,9-5 0 0,-4 3 0 15,-3 0-8-15,6 1-2 0,1 4 0 0,-1-4 0 16,-3-1 7-16,-1 5 0 0,3-2 1 0,1-3 0 15,-4 2-21-15,4 1-12 0,-3 2 2 0,2-2 0 16,0-2 10-16,0 3 12 0,0 1-2 0,1-2-1 16,1 6-1-16,1-6 0 0,-1 4 0 0,4-2 0 15,-2 1-8-15,-1-1 12 0,5-2-12 0,-6 6 12 16,3-6-1-16,0 4 0 0,1 0 0 0,-4-3 0 16,3 3-3-16,-5-1-8 0,3-1 12 0,-3-3-4 15,5 5 4-15,-3-2 0 0,-6-5 0 0,7 7 0 16,-3-2 3-16,3 2 1 0,-4-6 0 0,2 3 0 15,1-1-16-15,-1 2 9 0,1 2-9 0,-2-6 8 0,1 6-8 16,1-3 0-16,4 1 0 0,-4-2 8 0,1 1-8 0,-1-1 0 16,3 2 0-16,0 0 0 0,-2-2 0 0,2 6 0 15,0-7 9-15,-5 5-9 0,7-1 11 0,-4-2-3 16,-3-1 0-16,3 4 0 0,-1-3-8 0,-1-3 0 16,-1 6 0-16,3-6-11 0,-3 4 11 0,2-1 11 15,-1-1-3-15,-1-3 0 0,-3 5-8 0,4 0 12 16,-3-2-12-16,7 2 12 0,-7-5-12 0,1 5 0 15,4-2 0-15,-2 1 8 0,1-1 0 0,-1 2 0 16,-2-4 0-16,4 4 0 0,-3-3-8 0,3-2 8 0,-3 5-8 16,-2-4 8-16,2 4-8 0,-2-5 0 0,2 1 9 15,-2-1-9-15,0 1 0 0,0 4 0 0,2-5 0 16,-5-4 8-16,6 4-8 0,-6-1 0 0,5 1 8 0,-2 1-8 16,-2 0 0-16,1-3 8 0,1-2-8 0,2 5 0 15,-2-3 9-15,0 2-9 0,-5-6 12 0,7 7-12 16,1-3 15-16,-4-2-4 0,-2 3-1 0,1-3 0 15,4 2-10-15,-2-2 0 0,-1 2-10 0,4 3 10 16,-1-3 0-16,-2-1 0 0,0 3 0 0,0-1 10 16,2-3-10-16,-3 4 0 0,-4-1 0 0,0-5 0 15,5 2 0-15,-2 2 0 0,4-2 0 0,-5 3 0 16,3 1 0-16,-2-6 13 0,-3 0-3 0,5 6-1 16,-3-1-9-16,-2-5 0 0,0 0 0 0,0 2 8 15,7 4-8-15,-5-1 0 0,-2-5 0 0,0 2 0 16,0-2 0-16,8 4 0 0,-8 3 0 0,0-7 0 0,0 0 0 15,0 0 0-15,7 0 0 0,-5 7 0 0,0-3 0 16,-2-4 0-16,0 0 0 0,0 0 0 0,6 2 0 16,-6-2 0-16,0 0 11 0,0 0-11 0,7 4 0 0,-7-2 8 15,0-2-8-15,0 0 0 0,0 0 0 0,0 0 0 16,0 0 0-16,0 0 0 0,0 0 0 0,0 0 0 16,0 0 0-16,4 5 0 0,-4-5 0 0,0 0 0 15,0 0 0-15,0 0 0 0,0 0 8 0,0 0-8 16,0 0 11-16,0 0-11 0,3 2 15 0,-3-2-4 15,0 0-1-15,0 0 0 0,0 0-2 0,0 0 0 16,0 0 0-16,0 0 0 0,0 0-8 0,0 0 0 16,2 0 0-16,-2 0-11 0,0 0 35 0,0 0 6 0,0 0 2 15,8-7 0-15,-8 1-32 0,4 0 0 16,-2-1 0-16,-2 0 0 0,5 1 16 0,-5-1-4 0,0-4 0 0,3 5 0 16,0-7-12-16,-3 7 0 0,0-7 0 15,0 2 0-15,4 0 8 0,-4-2-8 0,2 4 0 0,-2-6 9 16,0 2-9-16,0 4 8 0,0-4-8 0,0-2 8 15,0 7-8-15,-2-3 0 0,2-2 0 0,0 2 0 16,-4 4 0-16,4 1 0 0,0-3 0 0,0 0 0 16,0 3 0-16,0 0 0 0,-3 4 0 0,0-3 0 15,6-1 0-15,-3-1 0 0,-3 3 0 0,3 4 0 16,0 0 0-16,0 0 0 0,0 0-11 0,0-3 11 16,-2-1 0-16,2 4-8 0,0 0 8 0,0 0 0 15,0 0 0-15,0 0-8 0,0 0 8 0,0 0 0 16,0 0-8-16,0 0 8 0,0 0-8 0,0 0 8 0,0 0-10 15,0 0 10-15,0 4-12 0,-3 3 12 0,1 0-11 16,2-7 11-16,0 6-10 0,0 1 10 0,-4-1-10 16,4 0 10-16,4-1-10 0,-4 1 10 0,2 1-8 0,-2-1 8 15,3 1 0-15,-1-1-9 0,1 1 17 0,0 2 3 16,-3-3 1-16,0 1 0 0,6 1-12 0,-6-4 0 16,5 3 0-16,-2 4 0 0,-1-5-11 0,3 1-4 15,-2 2-1-15,1-5 0 0,-2 2 16 0,1 1 0 16,2-1 0-16,-3-1 0 0,-2 1 0 0,0 0 0 15,0 1 0-15,5-3 0 0,-5 3 10 0,2 0 5 16,-2-1 1-16,0 1 0 0,5-5-26 0,-5 2-5 16,0 3-1-16,0-3 0 0,0-4 26 0,0 6 5 15,0 1 1-15,0-5 0 0,3 4-16 0,-3-6-18 16,2 5 4-16,-2 1 1 0,0-1 21 0,0-5 4 0,0 2 0 16,0-2 1-16,0 7-13 0,0-3 0 0,0 2 0 0,0-4 0 15,0 5-11-15,-2-3-1 0,2-4-1 0,0 7 0 16,-3-1 21-16,3 0 5 0,-5 1 1 0,5 0 0 15,-2-3-23-15,-3 3-5 0,5-3-1 0,-2-2 0 16,-3 5 24-16,5-3 5 0,-3-2 1 0,-3 4 0 16,3-6-15-16,-4 7-18 0,-1-7 4 0,2 4 1 15,0 3 13-15,1-7 0 0,-4 6 0 0,2-1 0 16,0-3 15-16,-3 2-4 0,-4-1-1 0,4 1 0 16,3-2-10-16,-3 2 0 0,1-1 0 0,-4 1 0 15,4 0 0-15,2-2 0 0,-3 3 0 0,3-3 0 16,-3-2 0-16,3 4 0 0,0-2 0 0,0-2 0 15,2 6 0-15,0-6 0 0,-2 5 0 0,5-3 0 16,-6-2 0-16,8 0 0 0,-7 0 0 0,7 0 0 0,0 4-26 0,0-4 2 16,0 0 1-16,0 0 0 15,0 0-70-15,0 0-15 0,0 0-2 0,0 0-669 16,0 0-133-16</inkml:trace>
  <inkml:trace contextRef="#ctx0" brushRef="#br0" timeOffset="10">25123 9005 403 0,'0'0'17'16,"0"0"5"-16,0 0-22 0,0 0 0 0,0 0 0 0,0 0 0 0,0 0 198 0,0-7 35 15,-7 5 7-15,7 2 2 0,0 0-178 0,0 0-36 16,-2 2-8-16,-3-2 0 0,-5 4-8 0,8-1-2 16,-3-3 0-16,-2 6 0 0,-3-1 27 0,3 1 6 15,2 1 1-15,0 3 0 0,-2-3 16 0,-3-1 4 16,1 7 1-16,-1-2 0 0,3 3-33 0,-3-2-6 15,-1 1-2-15,1 4 0 0,1 1-16 0,-2-3-8 16,0 2 8-16,-2 3-8 0,2-3 20 0,-1 7 0 16,-1-5-1-16,2 1 0 0,-2 4 1 0,4-5 0 15,-1 3 0-15,3-7 0 0,0 7-8 0,2-3-2 16,1-1 0-16,1 2 0 0,-2-5-10 0,2 2-14 0,6 0 3 16,-3 3 1-16,0-3 10 0,0 0 0 15,5-2 0-15,0 3 0 0,-1-1 0 0,-1-4 0 16,4 0 0-16,2 0 0 0,-1 0 0 0,-1-2 0 0,0 2 0 0,1-2 0 15,-6-5 0-15,5 0 0 0,-5 1 0 0,6 0 0 16,4 0 0-16,-2-7 0 0,-1 4 0 0,-2-2 0 16,3-2 0-16,0-2 9 0,6 2-9 0,-2-4 0 15,-3 1 0-15,5-1 0 0,-2-3 0 0,1 0 0 16,-3 1 0-16,5 0 0 0,-5-1-10 0,0-3 10 16,2 3-12-16,-4-4 12 0,5 5-12 0,-6-3 12 15,1-2 0-15,-3 4 12 0,0-3 0 0,3 3 0 16,-6 1-4-16,-1 0 0 0,-3-8 0 0,0 8 0 15,0-5 13-15,0 2 3 0,0-2 0 0,0 1 0 16,-3 1 6-16,-1-2 2 0,-1 5 0 0,0-6 0 0,-2 10-20 16,0-4-4-16,-3 2-8 0,1 2 12 0,-2-3-12 0,0 3 11 15,1 2-11-15,-7 0 10 0,10 0-10 16,-10 0 0-16,8 2 0 0,-6-2 0 0,-1 7 9 16,3-3-9-16,-1-2 10 0,0 4-10 0,-3-1 0 0,7 2 8 15,-4-1-8-15,6 1 0 0,-3-1 0 0,-2 1 0 16,4-1 0-16,-1 5 0 0,3-5 0 0,0 1 0 15,2-1 0-15,0-1 0 0,-2-3-20 0,7 2 2 16,0 3 1-16,-3-3 0 16,3-4-40-16,0 0-8 0,0 0-2 0,3 3-561 15,-3-3-112-15</inkml:trace>
  <inkml:trace contextRef="#ctx0" brushRef="#br0" timeOffset="11">25539 9096 1908 0,'0'0'84'0,"0"0"18"16,0 0-82-16,0 0-20 0,0 0 0 0,0 0 0 0,0 0-13 0,0 0-7 15,-4 0-2-15,4 0 0 0,0 0 10 0,0 0 3 16,-5 0 0-16,-1 4 0 0,6-4 9 16,0 0 0-16,0 0 0 0,0 2 0 0,0-2 0 0,-6 7 0 15,6-7 0-15,-3 6 0 0,-4-1 27 0,7-3 7 16,-3 4 2-16,-1-2 0 0,-3 7 9 0,4-2 3 15,-4-2 0-15,0-1 0 0,4 5-27 0,-4 2-5 16,0-2 0-16,5-3-1 0,-3 3-15 0,0 0 11 16,0-2-11-16,3-3 10 0,-3 1-10 0,5 3 0 15,0-3 0-15,-3-1 0 0,3 1 0 0,0-7 8 16,0 0-8-16,0 0 0 0,3 4 0 0,-3-4 8 16,0 0-8-16,0 3 0 0,0-3 8 0,0 0-8 15,0 0 0-15,5 4 8 0,-3 3-8 0,-2-7 0 0,0 0 0 16,5 4 0-16,-5-4 0 0,0 0 0 0,0 0 0 15,5 6 0-15,-5-6 15 0,0 3-3 0,0-3 0 16,7 4 0-16,0-4-12 0,0 2 11 0,-4-2-11 0,4 0 10 16,3 0 0-16,-3 0 0 0,0 0 0 0,0 0 0 15,2-2-10-15,-1 2 0 0,2 2 0 0,-3-2 0 16,3 0 0-16,1 4 0 0,1-4 0 0,-4 2 0 16,1 3 0-16,3-3 0 0,-7 6 0 0,2-1 0 15,1-1 0-15,-1 1 0 0,-5 0 0 0,3-1 0 16,-3 5 0-16,-2-2 0 0,5-3 0 0,-5 5 0 15,-5 0 0-15,5-2 0 0,5-3 0 0,-2 5 0 16,-1-5 0-16,-2 5 8 0,0-2-8 0,0 1 0 16,5-3 8-16,-5 0-8 0,-5-1 8 0,3 1-8 15,-1 4 12-15,-2-5-4 0,3 0 0 0,-5 5 0 0,0-4 1 16,-1-1 0-16,-1 1 0 0,-1-1 0 0,-4 1-9 16,4 0 8-16,-5-1-8 0,6 0 8 0,-5-1-8 0,-4-3 0 15,9 4 0-15,-5-2 0 0,2-1-10 0,-3 1-4 16,1-4-1-16,-3 0 0 15,2-4-17-15,6 1-4 0,-8 3-1 0,5-6 0 16,0 0-115-16,2-5-22 0,-4 5-5 0</inkml:trace>
  <inkml:trace contextRef="#ctx0" brushRef="#br0" timeOffset="12">25482 9143 2106 0,'0'0'93'0,"0"0"19"0,0 0-89 0,0 0-23 0,0 0 0 0,0 0 0 15,2 0 25-15,8-4 1 0,-3 4 0 0,0 0 0 16,9 0 10-16,-5-5 1 0,5 3 1 0,3-2 0 15,1 2-14-15,1-2-2 0,1-3-1 0,2 5 0 16,0-2-1-16,0 2-1 0,0-3 0 0,-7-1 0 16,0 6-35-16,4-4-8 0,-4 2 0 0,-5-3-1 15,3 5-24-15,-1 0-5 16,-4-2-1-16,4 2-620 0,-4-5-124 0</inkml:trace>
  <inkml:trace contextRef="#ctx0" brushRef="#br0" timeOffset="13">22608 7302 633 0,'0'0'28'0,"0"0"6"0,0 0-34 16,0 0 0-16,0 0 0 0,5 0 0 0,-2-3 124 0,2-1 17 15,-3 4 4-15,3-4 1 0,-3 2-94 0,3 2-20 16,0-5-3-16,-5 5-1 0,0 0 1 0,0 0 0 15,5 0 0-15,-5 0 0 0,0 0-6 0,2-2-2 16,3-2 0-16,-5 4 0 0,0 0 17 0,0 0 3 16,0 0 1-16,0 0 0 0,-5 6-19 0,1-1-4 15,-4 1-1-15,3 1 0 0,-2-1-6 0,2 7 0 16,-2-2-1-16,0 0 0 0,0-2-3 0,-3 4-8 16,3-3 12-16,-3 3-4 0,1-2 7 0,-1 2 1 15,0 0 0-15,0 4 0 0,1-4-2 0,-3 7 0 16,0-2 0-16,-2 1 0 0,-1 0-14 0,0 3 8 15,1-2-8-15,-2-1 0 0,-1 5 8 0,2 0-8 0,-2-1 0 16,0-1 0-16,3 2 0 0,0 0 0 16,-3 6 0-16,2-4 0 0,-2 4 0 0,3-3 0 0,0 0 0 0,-1 0 0 15,-2 3 0-15,6 0 0 0,-4-4 0 0,3 4 0 16,-2 1 8-16,2-5-8 0,-1 4 0 0,2-6 0 16,-1 2 0-16,-1 3 0 0,2-8 0 0,1 3 0 15,-2 0 0-15,0 0 8 0,2-5-8 0,1 5 0 16,-1-5 8-16,0 5-8 0,-2 0 11 0,5-2-11 15,-2-5 11-15,1 2-11 0,4 3 10 0,-1-2-10 16,-5-1 8-16,1 1-8 0,4 2 0 0,-3-8 9 16,4 4-9-16,-6 2 0 0,3-7 0 0,2 4 0 15,0-5 0-15,0 1 0 0,1 5 0 0,-1-7 8 16,0 2-8-16,3-2 0 0,-1-3 0 0,-1 3 0 16,-1-4 0-16,2 6 0 0,1-7 0 0,-1 1 0 15,-2-1 0-15,3-1 0 0,0 1 0 0,0 0 8 0,-1 1 2 16,1-1 0-16,-1 1 0 0,1 0 0 0,-1-3 10 0,1-4 3 15,2 0 0-15,-2 7 0 0,-1-7-11 0,3 0-1 16,-5 6-1-16,5-6 0 0,0 0-2 0,0 0 0 16,0 0 0-16,-2 4 0 0,2-4-8 0,0 0 0 15,0 0 9-15,0 0-9 0,0 0 0 0,0 0 8 16,0 0-8-16,0 0 0 0,0 0 12 0,0 0-1 16,-3 2-1-16,3-2 0 0,-4 0 17 0,4 0 3 15,0 0 1-15,-2-2 0 0,-1-2-9 0,3 4-2 16,0-6 0-16,0 1 0 0,0-1-4 0,0-1 0 15,0 0-1-15,0 1 0 0,0-1-3 0,0 1-1 16,0 0 0-16,-2-1 0 0,-1-4 1 0,3 5 1 0,-2-1 0 16,2-4 0-16,-3 5-2 0,1-1-1 0,2 1 0 15,-3-3 0-15,1 5 0 0,-3-3 0 0,3 1 0 0,-3-5 0 16,0 5-10-16,3-1 0 0,-3 0 9 0,0 3-9 16,3-5 0-16,-3 3 9 0,3-5-9 0,-3 5 0 15,2-5 9-15,3 5-9 0,-2-1 0 0,2 0 9 16,0-4-9-16,0 5 0 0,0-1 0 0,0 5 0 15,0-4 0-15,2 0 0 0,-2-1 0 0,3 3 0 16,-3 4 0-16,0 0-9 0,0 0 9 0,0 0 0 16,0 0-11-16,0 0 11 0,0 0-10 0,0 0 10 15,0 0-8-15,0 0 8 0,0 0 0 0,5 4-9 16,-3 3 9-16,3-1-8 0,-3 0 8 0,3 3-8 16,-2-3 8-16,-3 5-12 0,2 3 12 0,0-4-12 0,3 3 12 15,-3 0-12-15,-2 0 12 0,3 2-12 0,-1-6 12 16,1 4 0-16,1-2 0 0,-1 2 0 0,2-3 0 15,-3-1 0-15,3 2 0 0,0-4 0 0,-1-1 0 16,-1 1 9-16,2-1 0 0,0-1 0 0,-1 1-9 0,1 0-11 16,3-1 3-16,-4-3 0 0,1 2 8 0,0-2 0 15,2-2 0-15,0 0 8 0,3 0 1 0,-1-2 1 16,1-2 0-16,-1 2 0 0,2-5 8 0,0-1 2 16,2 1 0-16,-2 1 0 0,4-3 9 0,1-2 3 15,1-2 0-15,1 2 0 0,-4-2-32 0,3 0-13 16,2 1 1-16,-3-2 0 0,-1-1 12 0,2 2 0 15,-2 0 0-15,-1 3 0 16,2 1-27-16,-1-2-2 0,-3-2-1 0,2 2 0 16,1 4-123-16,-1-1-25 0,1-3-5 0</inkml:trace>
  <inkml:trace contextRef="#ctx0" brushRef="#br0" timeOffset="14">21392 9293 57 0,'0'0'0'0,"0"0"0"0,0 0 0 0,0 0 0 15,0 0 245-15,0 0 44 0,0 0 9 0,0 0 2 16,0 0-213-16,0 0-43 0,-2-4-8 0,2 4-1 0,0 0 6 0,2-7 2 15,-2 7 0-15,0-2 0 0,0-3 4 0,3-1 1 16,-3 6 0-16,0-2 0 0,2-3-7 0,1-1-1 16,-1 0 0-16,0 1 0 0,3-1 4 0,0 0 0 15,0 3 0-15,-1-3 0 0,1-3-22 0,3 2-4 16,-1 1-1-16,0-1 0 0,3 1-4 0,-3-1-1 16,3 1 0-16,1 0 0 0,1 1 4 0,1-1 0 15,-2-1 0-15,4 7 0 0,2-2-16 0,-3-3 9 16,-5 5-9-16,4-2 8 0,-4-2-8 0,-1 4 0 15,1 0 0-15,-2 4-11 0,1-2 11 0,-4 3 0 16,4-3 0-16,-3 5 0 0,-1-3 0 0,-2-2 0 16,3 5 0-16,0-3 0 0,-5 2 0 0,3 1 0 0,-1 4 0 15,1-3 0-15,-6-1 0 0,1 4-8 16,2 2 8-16,-3-2 0 0,1 1 0 0,-1 6 0 0,-2-5 0 16,1 0 8-16,2 4-8 0,-3-4 0 0,-3 4 0 0,1-1 0 15,-5 1 0-15,3-4 0 0,-1 4 0 0,-2-3 0 31,0-1-24-31,-3 4-4 0,4-4 0 0,-4-1 0 0,3 0 13 0,-2 1 3 0,-1-2 0 0,1-5 0 16,-1 0 12-16,3 1-11 0,-2 4 11 0,2-9-10 16,2 4 10-16,-2-1 0 0,3-3 0 0,-1 2 0 15,1-4 0-15,-1 0 0 0,5 0 0 0,-2 0 0 16,4-4 11-16,3 4-3 0,-5 0 0 0,5 0 0 16,0 0-8-16,0 0 0 0,0-7 0 0,0 7 0 15,5-2-12-15,-2-2 12 0,4-3-10 0,0 7 10 16,1-2 0-16,1-2 0 0,-2 4 13 0,5-4-4 15,0 1 6-15,0 3 1 0,0 0 0 0,0 0 0 16,3 0-8-16,-1 3-8 0,3 1 11 0,-2 2-11 0,-1-1 15 16,0-3-4-16,1 4-1 0,-1 1 0 0,0-3 2 0,1 7 0 15,0-4 0-15,-1-1 0 0,0 3-4 0,-2-3 0 16,0 5 0-16,0-5 0 0,1 5-8 0,-4-2 8 16,3-2-8-16,-2 4 8 0,-3-5-19 0,0-2-4 15,3-2-1-15,-3 5 0 16,-3-7-100-16,1 4-20 0,3-2-4 0,-8-2-639 0</inkml:trace>
  <inkml:trace contextRef="#ctx0" brushRef="#br0" timeOffset="15">22012 9262 1753 0,'-5'-12'77'0,"5"7"17"15,-2 5-75-15,2 0-19 0,0-6 0 0,2 0 0 0,1 3 32 16,2-3 4-16,-3 1 0 0,5-1 0 0,1 1-36 0,-1-1 0 16,2-1 0-16,1 1 0 0,0-1-9 0,0 1 9 15,1 0-8-15,-1 1 8 0,2-1 0 0,0 4-8 16,-2-5 8-16,1 2 0 0,0-1 0 0,-2 6 0 16,1-5 0-16,-1 3 11 0,1 2 4 0,-3 0 1 15,3 0 0-15,-3 2 0 0,0 3-4 0,0-1-1 16,0-2 0-16,1-2 0 0,-1 7-11 0,0 0 0 15,-2-1 0-15,2 1 0 0,-2 3 0 0,-3 3 0 16,3-2 0-16,-2 2 0 0,-1 5 0 0,-2-5 0 16,0 6 0-16,-2 1 0 0,-1-3 0 0,-2 2 0 15,1-2 0-15,-1 3 0 0,-3 2 0 0,1-3 0 16,0-1-12-16,0-3 12 0,-3 2-16 0,3 3 5 16,-2-8 1-16,-1 6 0 0,0-5 10 0,-2 0-8 15,0-2 8-15,2 2-8 0,-2-7 8 0,3 5 0 0,-1-4 0 16,-1 0 0-16,0-3 11 0,0-2-3 0,1 2 0 0,3-4 0 15,-5 0-8-15,5 0 0 0,-1 0 0 0,1 0 0 16,0-4 0-16,0 4 0 0,-1-2 0 0,1-2 0 16,2-3-17-16,0 0-6 0,-1 3-1 0,1 2 0 15,2-3 6-15,-2 3 1 0,3-2 0 0,-2-3 0 16,1 7 17-16,3 0 0 0,0 0 8 0,0 0-8 16,0 0 21-16,0 0-1 0,0 0-1 0,7 0 0 15,3 7 11-15,1-7 2 0,2 0 1 0,1 4 0 16,3-2-1-16,0-2 0 0,-1 5 0 0,1-3 0 15,3 2-15-15,-1 3-3 0,-2-3-1 0,0-1 0 16,-1 3 10-16,4 0 1 0,-6 1 1 0,3-1 0 0,-3 1-9 16,1 3-3-16,2-3 0 0,-3 0 0 0,-2 4-13 0,0-5 11 15,-2 1-11-15,2 3 10 0,-3-1-10 0,1-3-9 16,-1-2 9-16,1 3-13 16,-3 0-120-16,3 0-24 0</inkml:trace>
  <inkml:trace contextRef="#ctx0" brushRef="#br0" timeOffset="16">21296 10027 1234 0,'0'0'55'0,"0"0"11"0,-2 0-53 0,2 0-13 0,0 0 0 0,0 0 0 16,0 0 25-16,0 0 3 0,0 0 0 0,-3 0 0 31,3 0-49-31,0 0-10 0,0 0-1 0,-2 0-1 0,-1 5 25 0,1-3 8 0,0 2 0 0,-1-2 0 15,1 3 0-15,-1 1 0 0,-2 1 0 0,3 0 0 16,0-1 18-16,-3 5 4 0,0-3 1 0,-2 3 0 16,0 2-7-16,2 0-2 0,-5 3 0 0,3-1 0 15,0 2 12-15,-2 2 2 0,-2-1 1 0,2 1 0 16,-1 0-2-16,1 6-1 0,-1-2 0 0,1 1 0 16,-1-4-4-16,1 6-1 0,1-3 0 0,-1-3 0 0,-1 4-4 15,1 4-1-15,-1-2 0 0,0 0 0 0,0 4-5 16,1 1-2-16,-3-1 0 0,3 1 0 0,-2 1-9 15,0-1 0-15,-2-2 0 0,-1 4 0 0,2-3 0 0,0-6 0 16,-2 7 0-16,-1-1 8 0,1-4-8 0,-1 0 0 16,3 2 0-16,1-4 0 0,-2-2 16 0,1 1 2 15,0 2 0-15,3-6 0 0,-1 4 1 0,0-3 0 16,1-7 0-16,-1 4 0 0,0-4-9 0,4 5-2 16,-2-5 0-16,1 0 0 0,2 4 7 0,-2-4 1 15,0 0 0-15,0-2 0 0,2 2-3 0,-2 0 0 16,-1 0 0-16,3 2 0 0,0-2 3 0,1 0 1 15,-3 0 0-15,2-2 0 0,0-3-17 0,0 3-12 16,0 1 1-16,3-4 1 0,-3-1-3 0,3-1-1 0,0 3 0 16,-1-3 0-16,1-4-7 0,-1 5-2 0,1-3 0 15,2-2 0 1,-3 5-31-16,3-7-6 0,0 0-2 0,-2 0 0 16,2 0-22-16,-5 4-4 0,5-4 0 0,0 0-1 15,0 0-56-15,0 7-11 0</inkml:trace>
  <inkml:trace contextRef="#ctx0" brushRef="#br0" timeOffset="17">20589 11477 518 0,'0'0'46'0,"0"0"-37"16,0 0-9-16,0 0 0 0,0 0 128 0,2-6 24 16,1 6 5-16,2-7 1 0,-5 7-97 0,0 0-19 15,3-2-4-15,-3 2-1 0,0 0 7 0,0 0 2 16,4-4 0-16,-4 4 0 0,0-7 2 0,2 3 1 15,-2-3 0-15,0 5 0 0,0-2 6 0,0-3 1 16,0 1 0-16,-2-1 0 0,2 3-10 0,-2-2-2 16,0-1 0-16,-1 1 0 0,1-8-3 0,-1 8-1 0,0-5 0 0,-1-2 0 15,2 0-4-15,-3 3 0 0,0-4-1 16,2 1 0-16,1 2-18 0,0-2-3 0,-1 1-1 0,1 1 0 16,2 2-13-16,-2-2 8 0,-1 4-8 0,1-3 0 15,-1 3 0-15,0 1 0 0,3-1 0 0,-2 5 0 16,2-2 0-16,-2-2 0 0,2 6 0 0,0-5 0 15,2 3 0-15,-2 2 0 0,0 0 0 0,0 0-10 16,0 0 10-16,0 0-12 0,0 0 12 0,0 0-12 16,0 0 4-16,0 0 0 0,5 7 0 0,-2-1 0 15,2 0 0-15,-3 1 0 0,3-1 0 0,-3 5 0 16,-2 2 8-16,2 0-10 0,-2 5 10 0,0-1-10 16,-2-2 10-16,2 7-10 0,-2-3 10 0,-1 1-10 15,1 3 10-15,0-3 0 0,-3 4 0 0,-1-5 0 0,4 3-8 16,-2-2 8-16,1-8-8 0,-2 8 8 0,3-7 0 15,-3 2 0-15,3-2 0 0,0-4 0 0,-1 1 0 16,1-3 0-16,2 0 0 0,0-1 0 0,0-6 13 0,0 0 2 16,5 7 0-16,-1-7 0 0,3 0 5 0,3-2 2 15,0-3 0-15,-1-1 0 0,3-1-2 0,2 0 0 16,1-3 0-16,0 1 0 0,-1-2-5 0,3-1-2 16,2-6 0-16,0 5 0 0,3-4 1 0,-3 2 0 15,3-3 0-15,0 1 0 0,2 4-14 0,-3 2 0 16,-2 3 0-16,-2-3 0 0,3 2-9 0,-4-2-5 15,-1 4-1-15,-1-3 0 16,0 3-35-16,-4 5-7 0,0-2-2 0,-3-3 0 16,3 7-130-16,-4-4-27 0,-6 4-4 0,0 0-2 0</inkml:trace>
  <inkml:trace contextRef="#ctx0" brushRef="#br0" timeOffset="18">20251 12229 979 0,'0'0'87'0,"0"0"-70"16,-3 0-17-16,0 0 0 0,3 0 164 0,-2 0 28 16,-1 0 7-16,-1 0 1 0,-1 0-157 0,5 0-31 15,-2 7-12-15,-1-1 8 0,1 1 12 0,-3-1 3 16,3 5 0-16,0 2 0 0,-1 0 2 0,1 4 1 0,2 3 0 16,0-3 0-16,0 7 13 0,0 2 2 0,0-2 1 0,0 6 0 15,0 0-21-15,-3 3-4 0,0 3-1 0,-4 0 0 16,0-4-16-16,-3 7 0 0,1-5 8 0,2 4-8 15,0-6 0-15,-1-1 0 0,1-8 8 0,0 1-8 16,-3-4 0-16,5-1 0 0,1-2 0 0,-1-4 0 31,0-2-34-31,2-4-4 0,3-7-1 0,0 0-858 0</inkml:trace>
  <inkml:trace contextRef="#ctx0" brushRef="#br0" timeOffset="19">20813 12357 806 0,'-10'-5'72'0,"6"5"-58"16,1-2-14-16,-2-2 0 0,0 2 118 0,0-3 21 0,3 5 4 0,-2-6 1 15,-1 6-97-15,-1-4-19 0,4 4-4 0,-2-3-1 16,1-1 28-16,-2 2 5 0,0-2 2 0,-1 4 0 16,1-2-25-16,0-3-5 0,-2 5 0 15,2-2-1-15,-3-2-6 0,1 4-1 0,3 0 0 16,-4 0 0-16,1 0 12 0,0 6 1 0,-1-6 1 0,2 5 0 15,-2-3-10-15,1 4-3 0,-5 1 0 0,4-3 0 16,-1 7-1-16,2-3-1 0,0 4 0 0,-3-6 0 16,5 7-5-16,-2 0-1 0,0 0 0 0,0 4 0 15,2-3-4-15,-2 3-1 0,1-5 0 0,2 1 0 16,2 5-8-16,-1-1 0 0,1-8 0 0,2 8 0 16,0-4 0-16,2-2 0 0,1-2 0 0,1 2-11 15,1-5 3-15,0 1 0 0,5-3 0 0,-3-2 0 16,3-2 8-16,-1 0-8 0,1 0 8 0,2-2-8 15,-3-5 8-15,3 3 0 0,0-2 0 0,1-1 0 0,-4-4 0 16,3 2 0-16,-2-4 0 0,1-2 0 16,-1 7 9-16,2-5-9 0,1-2 12 0,-4 1-12 0,1-1 19 15,-1-2-3-15,1 4-1 0,-1-4 0 0,1 4-3 0,-3 2-1 16,0-2 0-16,-1 7 0 0,0-1-11 0,-3 1 12 16,-1 1-12-16,-2 5 12 0,0 0 1 0,0 0 1 15,0 0 0-15,0 0 0 0,-5 7-14 0,3 4 8 16,-2 1-8-16,-2 1 0 0,-1-2 8 0,0 9-8 15,2-3 0-15,0 2 0 0,0 1 11 0,-1 4-11 16,3-7 12-16,-2 9-12 0,0-2 28 0,3 2 0 16,-3-2-1-16,3 2 0 0,-3 4-15 0,2-1-2 15,-1 3-1-15,-1-2 0 0,0 3-9 0,0 1 0 0,3-3 0 16,0-6 0-16,-3 2 0 0,5-3 0 16,-3-1 0-16,6-3 0 15,-1-7-40-15,1 4-1 0,-1-6 0 0,3-5-652 0,0 1-131 0</inkml:trace>
  <inkml:trace contextRef="#ctx0" brushRef="#br0" timeOffset="20">17219 7128 1447 0,'0'0'64'0,"0"0"13"0,0 0-61 0,-5 0-16 0,0 0 0 0,-2 0 0 0,7 0 27 16,-5 3 2-16,3 1 1 0,-3 0 0 0,5-4-17 0,0 0-3 15,0 3-1-15,0-3 0 0,-3 6 12 0,1-2 3 16,2-4 0-16,0 7 0 0,0-7-2 0,0 2 0 15,-2 4 0-15,4-2 0 0,0 3-2 0,1-1 0 16,-3 1 0-16,0 4 0 0,5-4-20 0,0-1 9 16,-5 7-9-16,2-7 0 0,0 7 24 0,1-2-1 15,-1 2-1-15,-2-2 0 0,2-2 6 0,3 6 2 16,1-2 0-16,-2 0 0 0,1 0-10 0,0 0-3 16,2 4 0-16,2-4 0 0,-1 5 0 0,-1-5 0 15,0 6 0-15,3-6 0 0,-3 4-7 0,0 3-2 16,0-3 0-16,1 0 0 0,-1 3-8 0,0-2 8 15,0-3-8-15,0 6 8 0,0-6-8 0,-1 9 0 16,-2-4 9-16,1 3-9 0,0-5 8 0,0 6-8 0,0-5 8 0,1 1-8 16,2-3 13-16,-1 3-1 0,0-3-1 0,1 3 0 15,1-3 0-15,-2 2 0 0,1-6 0 0,1 5 0 16,1-1 0-16,-3-4 0 0,3 4 0 0,-3-2 0 16,3-1-3-16,-3 3-8 0,0 0 12 0,0 3-4 15,0-7 0-15,-2 4 0 0,0 2 0 0,0 5 0 16,2-4-8-16,-2 1 8 0,-5 1-8 0,5 0 8 15,-1-3-8-15,-2 1 0 0,1-3 9 0,2 1-9 16,2-3 20-16,0 2-1 0,-2-4 0 0,0 0 0 16,2-2-19-16,0 2 0 0,-4 0 8 0,4-3-8 15,-2 1 0-15,0-2 0 0,0 2 0 0,-1-2 0 16,-2 2 0-16,1-5 12 0,2 5-3 0,-3-5 0 0,3 1-9 16,-2-1 0-16,-1 5 0 0,0-4 0 15,1-1 11-15,-1 1-3 0,-4-1-8 0,4 1 12 0,-2-1-12 16,0-6 9-16,0 6-9 0,0-6 8 0,0 0-8 0,0 0 8 15,0 0-8-15,0 0 8 0,0 0-8 0,0 0 10 16,0 0-10-16,0 0 10 0,0 0-10 0,0 0 0 16,0 0 0-16,0 0-11 15,0 0-40-15,0 0-8 0,8 0-1 0,-8 0-1 16,0 0-121-16,4 5-24 0,-4-5-5 0,0 0-1 0</inkml:trace>
  <inkml:trace contextRef="#ctx0" brushRef="#br0" timeOffset="21">17726 8591 633 0,'0'0'28'0,"0"0"6"0,0 0-34 0,0 0 0 0,0 0 0 0,0 0 0 16,0 0 83-16,0 0 9 0,0 0 3 0,0 0 0 15,0 0-64-15,-2-2-13 0,2 2-2 0,0 0-1 16,-3-5 21-16,3-1 5 0,0 1 1 0,0 5 0 16,0-2 7-16,0-2 2 0,3-3 0 0,-1 1 0 15,-2 0 17-15,3-1 3 0,-1 1 1 0,2-1 0 16,-1 3-1-16,0-3 0 0,-1 0 0 0,1 1 0 16,1-5-20-16,-2 5-4 0,6-3-1 0,-3-1 0 15,-1-4-17-15,3 8-3 0,1-7-1 0,-4 2 0 16,4-2 5-16,-1 2 1 0,0-2 0 0,0 0 0 0,1 2-18 15,1-2-3-15,-1 0-1 0,-4 1 0 0,3-2-9 16,-2 3 0-16,3-2 0 0,-1 3 8 0,-2 1-8 0,0-2 8 16,1 0-8-16,-1 3 8 0,0 1-8 15,-2 0 12-15,-3-3-12 0,2 5 12 0,-2 3-12 0,2-2 0 16,0 2 9-16,-2 2-9 0,0 0 0 0,0 0 9 16,0 0-9-16,0 0 0 0,0 0 0 0,0 0 0 15,0 0 0-15,0 0 0 0,3 2 0 0,0 4-9 16,-3 3 9-16,2 0 0 0,-2-3 0 0,0 1-8 15,0-1 8-15,-2-1 0 0,2 6 0 0,-3-3 0 0,0-1 0 16,3 3 0-16,-2 3 0 0,0 1 0 0,0-1 0 16,-1-3-8-16,1 8 8 0,-1-3 0 0,-2 2 0 0,1-4 0 15,-1 5 0-15,0-6 0 0,3 1 0 16,-3-2 0-16,-2 3 0 0,4-4 0 0,-2-3 0 16,3-1 0-16,-3-4 0 0,3 7 0 0,-3-3 0 0,3 1 8 15,-3 0-8-15,2-5 0 0,-1 2 0 0,1 3 0 16,-2-1 0-16,3-1 0 0,-1-3 0 0,3-2 0 15,-2 4 0-15,-2 2 8 0,-1-4-8 0,0 3 0 16,0-3 0-16,0 2 0 0,3-4 0 0,-3 7 8 16,0-7-8-16,0 4 9 0,1-2-9 0,-1-2 10 15,-3 0-1-15,4 5 0 0,-1-5 0 0,-3 0 0 16,4-5 8-16,-3 5 2 0,-3 0 0 0,3 0 0 16,-3 0 4-16,1 0 1 0,-1-2 0 0,1-2 0 15,-1 4 0-15,-2-5 1 0,-1 3 0 0,2 2 0 0,-1-4 3 16,-1-3 1-16,2 7 0 0,-4-2 0 0,5-2-11 15,1 2-2-15,-6-2-1 0,6 4 0 0,-3 0-15 0,0 0 8 16,0 0-8-16,2 0 0 0,1 0 0 0,-1 0 0 16,3 4 0-16,0-4 0 0,2 0 0 0,0 0 0 15,-2 0 0-15,4 0 0 0,3 0 0 0,-5 0 0 16,1 0-9-16,-1 0 9 0,0 0-16 0,5 0 2 16,0 0 1-16,0 0 0 15,0 0-86-15,0 0-17 0,0 0-3 0,0 0-618 16,0 0-124-16</inkml:trace>
  <inkml:trace contextRef="#ctx0" brushRef="#br0" timeOffset="22">17752 9096 1209 0,'0'0'53'0,"-4"0"12"0,-1 0-52 0,3 4-13 0,2-4 0 0,0 0 0 15,0 0 116-15,0 0 21 0,-6 2 4 0,6-2 1 16,0 0-108-16,0 0-22 16,0 0-4-16,0 0 0 0,8 5 16 0,-3-3 3 0,-1-2 1 0,4 0 0 15,1 0 16-15,-2 0 4 0,3-2 1 0,2-3 0 16,0 5-25-16,0-2-6 0,3-2-1 0,1 0 0 15,-1 2-7-15,2 2-2 0,-3-5 0 0,1 5 0 16,1 0-8-16,-3 0 0 0,1 0 0 0,0 0 0 16,-2-2 0-16,3 2 0 0,-6 2 0 0,4-2 0 15,-2 0 0-15,1 0 0 0,1 0 0 0,-4 0 0 16,1 0 0-16,-1 0 10 0,1 0-10 0,-1-2 10 16,-1 2-1-16,1-5 0 0,-2 3 0 0,3-2 0 15,-5 4-9-15,5-3 0 0,-3-1 0 0,-3 4 8 16,4 0-8-16,-3 0 0 0,-5 0 0 0,0 0 0 15,0 0 0-15,4 0 0 0,-4 0 0 0,0 0 0 16,5 7 0-16,-5-7 0 0,0 0 0 0,0 6 0 0,0 1 15 16,0-2 7-16,0 1 2 0,-2 0 0 0,-1 1-24 0,-1-3 0 15,-1 3-10-15,0 1 10 0,2-2 0 0,-1 5 16 16,-3-4-2-16,-1 0 0 0,3-1-6 16,1 5-8-16,-4 0 11 0,1-3-11 0,0 3 16 0,0-4-3 15,-2 6-1-15,1-2 0 0,-4 2 4 0,2-1 0 16,1 1 0-16,-3 1 0 0,0 1 5 0,0-2 2 15,0 0 0-15,0 4 0 0,-3-2-23 0,6-1 0 16,1 3 0-16,-1-5 0 0,-5 6 0 0,1 0 0 16,2-6 0-16,-2 6 0 0,4-4 0 0,-3-2 0 15,0 5 0-15,0-2 0 0,2 0-12 0,1-2-3 16,-1-4-1-16,3 6 0 0,-3-6 6 0,1 4 1 0,1-3 0 0,3 3 0 31,-2 1-143-31,0-3-29 0,2-1-6 0</inkml:trace>
  <inkml:trace contextRef="#ctx0" brushRef="#br0" timeOffset="23">15863 7167 460 0,'0'0'20'0,"0"0"5"15,0 0-25-15,0 0 0 0,-2 4 0 0,-3-4 0 16,2 3 143-16,1 1 23 0,-3 0 5 0,1-2 1 0,-1 5-124 0,2-7-24 16,3 0-4-16,-5 7-2 0,1-3-18 0,-1-2 10 15,2 3-10-15,-2-3 8 0,0 2-8 0,1 3 10 16,-3 3-10-16,1-1 10 0,2-3 1 0,-1 5 0 16,-5 2 0-16,4 0 0 0,-2-2 8 0,3 6 1 15,-2-2 1-15,-3 3 0 0,-1-1-7 0,-2 0-2 16,1 3 0-16,1-4 0 0,-2 5 4 0,4-2 0 15,-4 1 0-15,2 0 0 0,-1 1 0 0,-1-2 1 16,2 1 0-16,-2-2 0 0,4 1-1 0,-3-2-1 16,0 3 0-16,3-1 0 0,-1-2 7 0,-2 3 2 15,2-2 0-15,1 1 0 0,-1 5-16 0,-2-4-8 16,0 1 8-16,0-2-8 0,0 1 0 0,-1 0 0 0,2 1 0 16,1-2 0-16,-4 1 9 0,2-2-9 0,0 1 12 15,0 0-12-15,-3-1 12 0,3 1-12 0,0 5 12 16,3-4-12-16,-4 1 0 0,2-1 0 0,1-1 0 15,-2 1 0-15,2 4 10 0,1-5-10 0,-1-1 8 0,1 1-8 16,1-2 0-16,1 1 8 0,-3-5-8 0,3 6 0 16,-2-6 8-16,1 4-8 0,1-3 8 0,-3-1-8 15,3 4 8-15,0-4-8 0,0 0 0 0,0 4 8 16,-1-4-8-16,1 5 12 0,0-6-12 0,0 1 12 16,0 5-12-16,-1-5 0 0,1 0 9 0,0 4-9 15,0-4 19-15,-1-2-1 0,2 2 0 0,-2 0 0 16,3-2-18-16,-2-3-16 0,0 3 4 0,0 0 0 15,0-2 12-15,2 2 13 0,0-5-2 0,-2 5-1 16,2-3 3-16,0-1 1 0,-2 4 0 0,5-4 0 0,-1 4-14 16,-2-3 9-16,3-1-9 0,-3 1 8 15,3 1-8-15,-3-3 0 0,-3 5 0 0,4-4 0 0,-1 6 0 0,0-7 8 16,-2 5-8-16,0-4 0 0,-1 3 0 0,3-1 0 16,1-3 0-16,-1 1 0 0,0 0 0 0,0-3 0 15,1 3 0-15,-1-3 0 0,3-2 0 0,-4 4 8 16,4-1-8-16,0-3 0 0,2-2 19 0,-5 6-2 15,0-1 0-15,0-3 0 0,3 2-5 0,-3 0-2 16,1-2 0-16,1 5 0 0,-2-2-10 0,2-3 8 16,1-2-8-16,2 0 8 0,-2 4-8 0,2-4 10 15,0 0-10-15,-2 0 10 0,-3 0 2 0,5 0 1 16,-5 0 0-16,5 0 0 0,-3-4 4 0,-1 4 1 0,2-2 0 16,2 2 0-16,-5-5-2 0,2 5 0 15,-2-7 0-15,3 7 0 0,0-2-8 0,-3-2-8 0,2 4 12 0,1-4-12 16,-1 4 8-16,1-2-8 0,-1-3 0 15,1 5 0-15,0-2 0 0,0-2 0 0,2-3 0 0,-5 5 0 16,5-2 16-16,-3-2-3 0,3-1-1 0,-2 1 0 16,-1-1 10-16,3 0 2 0,0-4 0 0,0 5 0 15,0 0-13-15,3-1-3 0,-6-4 0 0,3-2 0 16,3 7 1-16,-3-5 0 0,2 2 0 0,-2-2 0 16,0 5-9-16,3-5 12 0,-3 5-12 0,0-1 12 15,0 1-12-15,2-1 0 0,-2 2 0 0,3 3 0 16,-3 2 0-16,0 0 0 0,0 0-8 0,0-4 8 15,0 4 0-15,0 0-9 0,0 0 9 0,0 0 0 16,4 0-9-16,-4 0 9 0,0 0 0 0,0 0-9 16,0 0 9-16,0 0 0 0,0 0 0 0,0 0-8 0,0 0 8 15,0 0 0-15,0 0 0 0,2 4 0 0,-2 7 0 0,0-2-10 16,0 2 10-16,0 2 0 0,0 0-9 0,0 0 9 16,0 4 0-16,-2-4-9 0,2 5 9 0,0-6 0 15,0 6 0-15,0-5 0 0,0 0 0 0,2 0 0 16,-2-2 0-16,0-1 0 0,0-1 0 0,3 2 0 15,-3-4 0-15,0-1 0 0,0 1 0 0,2-1 0 16,1 0 0-16,-3-6 0 0,0 0 0 0,0 0 0 16,2 7 0-16,-2-7 0 0,0 0 0 0,3 6 0 15,-3-6 0-15,0 0 8 0,2 5-8 0,3-3 11 16,-5-2-11-16,5 4 12 0,0 1 14 0,2-5 3 16,2-5 1-16,-1 5 0 0,1 0-2 0,1-4-1 15,4-3 0-15,-2 5 0 0,3-4-7 0,-1 1-2 0,3-1 0 16,-3-5 0-16,-4 5-18 0,2 0-17 0,0-1 3 0,3 0 1 15,-1 0 37-15,-2 1 7 0,3 0 1 0,-4-1 1 16,1-4-33-16,1 5 0 0,-4-5 0 0,1 5 0 16,-1-3-14-16,-2 2 0 0,1 1 0 0,1-1 0 31,-4-1-20-31,2 1-4 0,0 1-1 0,1-1 0 16,-4 5-41-16,4-4-9 0,-3-3-2 0,2 7-600 0,0-5-120 0</inkml:trace>
  <inkml:trace contextRef="#ctx0" brushRef="#br0" timeOffset="24">14659 9193 633 0,'0'0'28'0,"0"0"6"0,0 0-34 0,0 0 0 0,0-4 0 0,2 4 0 16,-2 0 121-16,0-7 18 0,0 7 3 0,0-2 1 15,0 2-108-15,0-4-22 0,0 0-4 0,0 4-1 16,-2-2-8-16,2 2 0 0,0 0 0 0,-3-5 0 16,-2 5 0-16,3-2-14 0,-1-2 5 0,3 4 1 15,0 0 8-15,-5 0 11 0,1-2-3 0,-1-3 0 16,3 5 13-16,2 0 3 0,0 0 0 0,-3-2 0 15,-2-3 48-15,1-1 11 0,1 6 1 0,-2-7 1 16,0 3-10-16,-1-2-3 0,1 6 0 0,-3-7 0 16,1 7-12-16,2-2-4 0,-5-2 0 0,4 4 0 0,-4-2-43 0,1 2-13 15,-2 0 0-15,0 0 8 0,1 0-8 16,-2 2 8-16,2-2-8 0,-2 4 8 0,1-2-8 0,1 3 0 16,-5-3-11-16,3 4 11 0,-2-2 0 0,-1 3 0 15,4-1 11-15,-4 1-3 0,-2 0-8 0,3-1 0 16,-3 5 0-16,3-5 0 0,-1 5 0 0,3-2 17 15,2 2-2-15,1 6-1 0,-1-4-14 0,-2 0 0 16,0 4 0-16,0-1 0 0,0 1 0 0,2 2 0 16,1-2 0-16,-1 3 0 0,-2-2 0 0,3 5 0 15,-1-3 0-15,3 4 0 0,-3 0 0 0,3-5 0 16,0 5 0-16,2-5 0 0,0 7 0 0,2-1 0 0,-1-6 0 16,2-2 0-16,2 3 0 0,0-3 0 0,2 0 0 15,0-4 0-15,3 0 0 0,0 1 0 0,0-8 8 16,2 5-8-16,0-1 0 0,3-1 0 0,2 2 0 0,0-3 0 15,0 1 0-15,0 0 0 0,2-2 8 0,3-1-8 16,2-2 12-16,3-1 0 0,2 1 0 0,0-4 0 16,0 0-12-16,-2 0 0 0,2 0 0 0,-3-4 0 15,4 1 0-15,-1-1 9 0,-1-2-9 0,1-1 12 16,1 1-4-16,-1-1-8 0,-5 0 12 0,3-4-4 16,1 3 8-16,-1-3 0 0,0 1 1 0,-3 1 0 15,0-2-2-15,0-3-1 0,-2-3 0 0,0 5 0 16,0-6 3-16,-2 5 1 0,-1-7 0 0,0 3 0 15,-1-2 1-15,-2-1 0 0,1-4 0 0,-2 7 0 16,-3-2-3-16,0-1 0 0,-2 3 0 0,0-2 0 16,-2 1 8-16,1 0 2 0,-4-1 0 0,0 2 0 0,-2 1-10 15,0-1-1-15,-1 0-1 0,-2 4 0 0,0-4-14 16,0 1 9-16,-1 3-9 0,-2-2 8 0,-1 3-8 16,-1-2 0-16,1 3-10 0,-4 5 10 0,1-3-15 0,-2-2 3 15,-1 5 1-15,1-5 0 0,0 5 11 0,-1-1 0 16,0 5 0-16,-1-3 0 0,2-1-11 0,-1 6 0 15,0 0 0-15,4 0 0 16,-4 0-33-16,1 0-8 0,2 6 0 0,-3-6-1 16,1 7-87-16,2 0-18 0,3-1-3 0,-4 1-731 0</inkml:trace>
  <inkml:trace contextRef="#ctx0" brushRef="#br0" timeOffset="25">13923 10015 759 0,'0'0'33'0,"0"0"8"0,0 0-33 0,0 0-8 15,0 0 0-15,0 0 0 0,0 0 44 0,0 0 6 16,0 0 2-16,0 0 0 0,0 0-3 0,0 0 0 16,0 0 0-16,0 0 0 0,0 0-4 0,0 0-1 15,-5 0 0-15,0 4 0 0,-2-2-10 0,2-2-2 0,1 6-1 0,-1-6 0 16,-1 7 9-16,2-3 3 15,4-4 0-15,-5 2 0 0,0 5-15 0,-2-3-2 0,5 3-1 16,-3 0 0-16,0-1-14 0,0 1-3 0,3-1-8 0,-3 0 12 16,0 5 4-16,0 0 0 0,-2-2 0 0,3 2 0 15,-1 2 2-15,-3-3 1 0,1 3 0 0,0 0 0 16,0 0 1-16,-3 5 1 0,3-1 0 0,-2-2 0 16,-2 7 3-16,0-7 0 0,1 7 0 0,1-3 0 15,-3-1 2-15,-1 1 1 0,4 0 0 0,-3 1 0 16,2-2-17-16,0 1-10 0,-1 0 12 0,-1 3-12 15,2-2 13-15,-4-1-4 0,1 5-1 0,-1-4 0 16,0 3 0-16,2-4 0 0,-3-1 0 0,1 6 0 16,4-5-8-16,-2 5 0 0,0-4 0 0,0-1 0 15,0-2 10-15,0 3 0 0,0-2 0 0,0 1 0 16,2-2 6-16,-2 1 2 0,3-3 0 0,-3 2 0 16,2 0-4-16,0-3-1 0,3-1 0 0,-2 4 0 0,1-4 0 15,1-1 0-15,-2 2 0 0,3-3 0 0,-3 2-5 16,2 0-8-16,0-3 11 0,0 3-11 0,-1 1 9 0,1-3-9 15,0 1 0-15,0 1 9 0,0-2-9 0,-1 2 0 16,1 0 0-16,-3 0 0 0,3-2 15 0,0 0-3 16,-3-3 0-16,4 3 0 0,-2-4 10 0,1 6 2 15,0-7 0-15,-1 5 0 0,-1-4-10 0,4 3-2 16,3-1 0-16,-4 2 0 0,0-4-12 0,-2-1 0 16,3 7 8-16,-1-7-8 0,-2 1 0 0,1 4 0 15,2-5 0-15,0 5 0 0,-2-4 0 0,2-1 8 16,-2 1-8-16,2-1 0 0,0 1 0 0,-2-1 0 15,2-2 8-15,0 3-8 0,-1-1 0 0,1 1 8 0,0-1-8 16,0 1 0-16,-2 0 15 0,2-1-3 0,0 1-1 0,0-3 0 16,1 2-11-16,-1 1 10 0,2-1-10 0,-2 1 10 15,3-1-10-15,-2-2 0 0,1-1-10 0,1 1 10 16,-4 3 0-16,2-3 20 0,1 3-4 0,1-5 0 16,0 2-6-16,2-4-2 0,-5 2 0 0,5-2 0 15,0 0 0-15,-3 7 0 0,1-7 0 0,2 0 0 16,-5 4 0-16,5-4 0 0,0 0 0 0,-2 2 0 15,2-2-8-15,0 0 0 0,0 0 0 0,0 0 0 16,0 0 0-16,0 0 0 0,0 0 0 0,0 0 0 16,0 0 0-16,0 0 0 0,0 0 0 0,0 0-11 15,0 0 11-15,0 0 0 0,0 0 0 0,0 0 0 16,0 0 11-16,0 0-3 0,0 0 0 0,0 0 0 0,0 0-8 16,0 0 10-16,0 0-10 0,0 9 10 15,0-9-10-15,0 0 0 0,0 0 0 0,-2 2 0 16,2-2 0-16,0 0 0 0,0 6 0 0,0-6 0 0,2 7 0 0,-2-7 0 15,0 0 0-15,-2 7 0 0,2-7 0 0,0 0 0 16,0 0 0-16,0 6 0 0,-3-1 0 0,3-5 0 16,0 0 0-16,0 6 0 0,-2-2 0 0,2-4 0 15,0 0 0-15,0 0 0 0,0 2 0 0,0-2 0 16,0 0 0-16,-3 7 0 0,3-7 0 0,0 0 0 16,0 0 0-16,0 6 0 0,0-6 0 0,0 0 0 15,0 5 0-15,-3-3 0 0,3-2 0 0,0 0 0 16,-2 4 0-16,2-4 0 0,0 0 0 0,-2 6 0 15,2-6 0-15,0 0 0 0,0 0 0 0,0 0 0 0,0 0 9 16,0 0-9-16,0 0 0 0,0 0 9 16,-5 0-9-16,5 0 0 0,0 0 12 0,0 0-4 0,0 0 0 15,0 0-8-15,-5-4 16 0,5 4-3 0,0 0-1 16,-2-2 0-16,2 2 5 0,-3-4 1 0,1 4 0 0,-2-2 0 16,1-3-18-16,-2 3 0 0,5-2 8 0,-2-3-8 15,-1 5 0-15,1-2 0 0,-1-2 0 0,1 1 0 16,2-1 9-16,-2-3-1 0,-1 2-8 0,3-4 12 15,0 1-12-15,0 1 0 0,-2-4 0 0,4-2 0 16,-2 2 0-16,3 0 0 0,-1-4 0 0,3 4 0 16,-3-1 0-16,3-3 0 0,0 4 0 0,-2 5 0 15,1-7 0-15,1 6 0 0,0-2 0 0,-3-2 0 16,3 2 0-16,-3 4 0 0,0-1 0 0,1-3 0 16,-3 5 0-16,3 1 0 0,-3 3 0 0,0-2 0 0,0 4 0 15,0 0 0-15,0 0 0 0,0 0-10 0,0 0-2 0,0 0-1 16,0 0 0-16,0 0 0 0,0 0-1 15,-3 6 0-15,3 1 0 0,-3 4 0 0,3-1 6 0,0-1 8 16,0 2-13-16,0 2 5 0,3 4 8 0,-3-4 0 16,-3 7 0-16,3-3 0 0,-2 3 0 0,2-3-8 15,-4 2 8-15,1 1 0 0,-2-3 0 0,3 1 0 16,-1-6 0-16,1 1 0 0,0 1 0 0,0-3 0 16,-1 1 0-16,3-1 0 0,-2-4 0 0,2-1 0 15,2 0 0-15,1 1 0 0,-1 0 0 0,2-3 0 16,1-2 0-16,0 3 0 0,2-3 8 0,3-2 0 15,-3 0 0-15,3 0 0 0,2 0 1 0,0 0 1 16,2-2 0-16,0-3 0 0,3 3-10 0,1-5 10 16,1 1-10-16,-2-3 10 0,-3 3-2 0,3 4 0 0,-1-5 0 15,1 3 0-15,0-3-21 0,0 7-5 0,-3-6-1 0,3 6 0 32,-3 0-65-32,1 0-12 0,-5 0-4 0,2 4 0 15,0-2-144-15,-3 3-28 0</inkml:trace>
  <inkml:trace contextRef="#ctx0" brushRef="#br0" timeOffset="26">12089 12255 1630 0,'0'0'72'0,"0"0"16"0,0 0-71 15,0 0-17-15,0 0 0 0,0 0 0 0,0 0 67 0,0 0 9 0,0 0 3 0,0 0 0 16,-3 4-19-16,3-4-4 0,0 0-1 0,0 0 0 15,0 0-34-15,0 0-6 0,0 0-2 0,5 7 0 16,2-3-13-16,0-2 0 0,1-2 0 0,1 4 0 16,1-1 12-16,-1 1-4 0,1-4-8 0,2 2 12 15,-2 3 0-15,2-3 0 0,-3 3 0 0,1-5 0 16,2 4 0-16,0-2 0 0,0-2 0 0,0 4 0 16,3-2 2-16,-4-2 0 0,1 0 0 0,1 0 0 15,-4 0-4-15,3 5-1 0,3-5 0 0,-4 2 0 16,-1-2-9-16,-1-2 0 0,4 2 0 0,-4 0 8 15,1-5-8-15,-1 5 8 0,2-2-8 0,-2-2 8 0,1-2-20 16,1 6-5-16,-1-7-1 0,2 2 0 16,-2 3-22-16,-1-5-4 0,1 3 0 15,0-2-1-15,-5-1-116 0,4 1-23 0,-2 2-5 16,1 1-1-16</inkml:trace>
  <inkml:trace contextRef="#ctx0" brushRef="#br0" timeOffset="27">12660 12112 1364 0,'0'0'60'0,"0"0"13"0,0 0-58 0,0 0-15 0,5-2 0 0,0-2 0 16,3-3 32-16,-1 1 3 0,-2 2 1 0,0-3 0 15,4 5 3-15,-2-5 1 0,-2 0 0 0,2 3 0 0,1-2-7 0,-4 1-1 16,3-1 0-16,-2 4 0 15,0-3 18-15,0 3 3 0,2-2 1 0,1 2 0 16,-4-2-17-16,-2 1-3 0,6-1-1 0,-3 0 0 0,-3 2-13 0,5 2-2 16,-2 0-1-16,2-5 0 0,0 5 3 0,1 0 1 15,-3 0 0-15,-1-2 0 0,3-3 15 16,1 5 4-16,-4 0 0 0,4-2 0 0,-3-2-1 0,1 4 0 16,-1 0 0-16,0 0 0 0,2 0-31 0,-2 0-8 15,-5 0 0-15,5 4 0 0,0-2 0 0,2-2-8 16,-5 7 8-16,3-2-12 0,-2 5 12 0,2-1 8 15,-1 2-8-15,-2-3 11 0,1 9-11 0,0-3 0 16,-1-3 0-16,-2 6 0 0,0-4 8 0,0 0 0 16,-2 4 0-16,2-1 0 0,-3 1-8 0,-2 2 0 15,1-1 0-15,-1-1 0 0,-3-2 8 0,2 2 0 16,-2 1 0-16,-2 1 0 0,-2 5 0 0,1-5 0 0,-2 6 0 16,1-2 0-16,3-3-8 0,-6 6 0 0,-2-9 0 15,3 2 8-15,0 4-8 0,-1-4 12 0,1-6-12 16,2 4 12-16,-3-4 5 0,3 0 2 0,1-2 0 0,1-2 0 15,0-3-8-15,3-6-2 0,-3 4 0 0,3-2 0 16,-3-2-1-16,4-2 0 0,-2-2 0 0,3 4 0 16,-2-6-8-16,2-1 0 0,-2 1 0 0,2-7 0 15,3 2 0-15,-3 2 0 0,2-2 0 0,1-2-11 16,-1 3 11-16,3-3 0 0,0 6 0 0,3-4 0 16,-3 4 0-16,2 1 0 0,4-1 0 0,-6 7 0 15,4-2-18-15,3-2-2 0,3 2 0 0,-1 2 0 16,4 0 20-16,-1 0 9 0,2 0-1 0,1 2 0 0,-1-2-8 15,0 6 0-15,3-1 0 0,0-3 0 0,-2 4 18 0,2-1 2 16,-3 1 0-16,2 1 0 0,-1 4-7 0,0-5-1 16,1 3 0-16,-4 2 0 0,2-5-12 0,-1 7 8 15,1-6-8-15,0 4 0 0,-1 0 10 0,-1-3-10 16,2-1 10-16,-2-1-10 0,0 5 0 0,0-5 0 16,3 1 0-16,-1-3 0 0,0 3-8 0,1-5-8 15,-1 3-2-15,3-5-806 16,-3 2-162-16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0A1846-15C1-4F35-AD6E-2FC96FAC81C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3196-38B0-40B7-B662-80C046DB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Walk-in warm-up: 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7BFF3E-8E03-4974-A897-5E5740CD1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333942"/>
              </p:ext>
            </p:extLst>
          </p:nvPr>
        </p:nvGraphicFramePr>
        <p:xfrm>
          <a:off x="552099" y="1276141"/>
          <a:ext cx="11335100" cy="455245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267020">
                  <a:extLst>
                    <a:ext uri="{9D8B030D-6E8A-4147-A177-3AD203B41FA5}">
                      <a16:colId xmlns:a16="http://schemas.microsoft.com/office/drawing/2014/main" val="3891501575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1318852784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447607108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2250355406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1298334776"/>
                    </a:ext>
                  </a:extLst>
                </a:gridCol>
              </a:tblGrid>
              <a:tr h="18209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Unsorted arrays /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Linked lists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Sorted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arrays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tables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Common case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(amortized)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tables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Worst case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931537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lookup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68661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insert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O(1)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663792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find_min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064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914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6627" y="1783959"/>
            <a:ext cx="5170390" cy="3663172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122</a:t>
            </a:r>
            <a:br>
              <a:rPr lang="en-US" dirty="0"/>
            </a:br>
            <a:r>
              <a:rPr lang="en-US" dirty="0"/>
              <a:t>Binary Search Trees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AA5B363E-1D9B-4292-9FD3-93365CFB6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7" r="2352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1446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434-B8FC-4B22-9345-A8380DB6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2202900" cy="627812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9867-BE83-44DA-B527-679E24DC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4474151" cy="833428"/>
          </a:xfrm>
        </p:spPr>
        <p:txBody>
          <a:bodyPr/>
          <a:lstStyle/>
          <a:p>
            <a:r>
              <a:rPr lang="en-US" dirty="0"/>
              <a:t>Generic function</a:t>
            </a:r>
          </a:p>
          <a:p>
            <a:r>
              <a:rPr lang="en-US" dirty="0"/>
              <a:t>Updated memory model</a:t>
            </a:r>
          </a:p>
        </p:txBody>
      </p:sp>
    </p:spTree>
    <p:extLst>
      <p:ext uri="{BB962C8B-B14F-4D97-AF65-F5344CB8AC3E}">
        <p14:creationId xmlns:p14="http://schemas.microsoft.com/office/powerpoint/2010/main" val="136457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083E-9A8D-4001-AC55-E03ABD1B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model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B7BD131-9EE6-40D6-AF9B-A27F3B5B3329}"/>
              </a:ext>
            </a:extLst>
          </p:cNvPr>
          <p:cNvGrpSpPr/>
          <p:nvPr/>
        </p:nvGrpSpPr>
        <p:grpSpPr>
          <a:xfrm>
            <a:off x="1380015" y="1358020"/>
            <a:ext cx="9697354" cy="4737449"/>
            <a:chOff x="1219200" y="1911314"/>
            <a:chExt cx="5611418" cy="205267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D39A8C-F171-41AF-BB45-44317B6C1E5A}"/>
                </a:ext>
              </a:extLst>
            </p:cNvPr>
            <p:cNvSpPr/>
            <p:nvPr/>
          </p:nvSpPr>
          <p:spPr>
            <a:xfrm>
              <a:off x="4953000" y="2743200"/>
              <a:ext cx="4572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A1C6FA-54C9-4B04-87A1-8A1F8B9A7B77}"/>
                </a:ext>
              </a:extLst>
            </p:cNvPr>
            <p:cNvSpPr/>
            <p:nvPr/>
          </p:nvSpPr>
          <p:spPr>
            <a:xfrm>
              <a:off x="4953000" y="2895600"/>
              <a:ext cx="4572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455445-0F0F-4BBD-9AEE-3D18B90D5848}"/>
                </a:ext>
              </a:extLst>
            </p:cNvPr>
            <p:cNvSpPr/>
            <p:nvPr/>
          </p:nvSpPr>
          <p:spPr>
            <a:xfrm>
              <a:off x="4953000" y="3048000"/>
              <a:ext cx="4572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9E6F84-86BA-4278-A75D-FA2248E686F1}"/>
                </a:ext>
              </a:extLst>
            </p:cNvPr>
            <p:cNvSpPr/>
            <p:nvPr/>
          </p:nvSpPr>
          <p:spPr>
            <a:xfrm>
              <a:off x="5715000" y="3048000"/>
              <a:ext cx="152400" cy="164068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213ADE-6FD4-413C-A709-E7E444515B83}"/>
                </a:ext>
              </a:extLst>
            </p:cNvPr>
            <p:cNvSpPr/>
            <p:nvPr/>
          </p:nvSpPr>
          <p:spPr>
            <a:xfrm>
              <a:off x="5867400" y="3048000"/>
              <a:ext cx="152400" cy="164068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6CFBF2-3A12-4FAF-A723-27F61063116B}"/>
                </a:ext>
              </a:extLst>
            </p:cNvPr>
            <p:cNvSpPr/>
            <p:nvPr/>
          </p:nvSpPr>
          <p:spPr>
            <a:xfrm>
              <a:off x="6019800" y="3048000"/>
              <a:ext cx="152400" cy="164068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ABB952-F639-4C58-AB42-985821498F24}"/>
                </a:ext>
              </a:extLst>
            </p:cNvPr>
            <p:cNvSpPr/>
            <p:nvPr/>
          </p:nvSpPr>
          <p:spPr>
            <a:xfrm>
              <a:off x="6172200" y="3048000"/>
              <a:ext cx="152400" cy="164068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694B282-74C3-48A9-937C-97D3CC54326D}"/>
                </a:ext>
              </a:extLst>
            </p:cNvPr>
            <p:cNvCxnSpPr>
              <a:endCxn id="7" idx="1"/>
            </p:cNvCxnSpPr>
            <p:nvPr/>
          </p:nvCxnSpPr>
          <p:spPr>
            <a:xfrm>
              <a:off x="5181600" y="3124200"/>
              <a:ext cx="533400" cy="5834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2FB116-E3D1-4356-AA88-99AB05BF12B2}"/>
                </a:ext>
              </a:extLst>
            </p:cNvPr>
            <p:cNvSpPr/>
            <p:nvPr/>
          </p:nvSpPr>
          <p:spPr>
            <a:xfrm>
              <a:off x="5181600" y="3429000"/>
              <a:ext cx="64008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"hamlet"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530060-7CB9-4D61-8C86-7A09CB668D6B}"/>
                </a:ext>
              </a:extLst>
            </p:cNvPr>
            <p:cNvSpPr/>
            <p:nvPr/>
          </p:nvSpPr>
          <p:spPr>
            <a:xfrm>
              <a:off x="5181600" y="3581400"/>
              <a:ext cx="64008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73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A6A611-A171-4C6A-B464-C42C9FF8B595}"/>
                </a:ext>
              </a:extLst>
            </p:cNvPr>
            <p:cNvSpPr/>
            <p:nvPr/>
          </p:nvSpPr>
          <p:spPr>
            <a:xfrm>
              <a:off x="6095998" y="3429000"/>
              <a:ext cx="64008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"rose"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65CA8F-FBEF-4B74-8735-916AE8CF4329}"/>
                </a:ext>
              </a:extLst>
            </p:cNvPr>
            <p:cNvSpPr/>
            <p:nvPr/>
          </p:nvSpPr>
          <p:spPr>
            <a:xfrm>
              <a:off x="6095998" y="3581400"/>
              <a:ext cx="64008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A018E19-DBB7-41D2-B174-F0112DA66401}"/>
                </a:ext>
              </a:extLst>
            </p:cNvPr>
            <p:cNvCxnSpPr>
              <a:endCxn id="12" idx="0"/>
            </p:cNvCxnSpPr>
            <p:nvPr/>
          </p:nvCxnSpPr>
          <p:spPr>
            <a:xfrm rot="5400000">
              <a:off x="5496937" y="3134737"/>
              <a:ext cx="298966" cy="289560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A18A749-2780-4F47-917D-610B090A43BC}"/>
                </a:ext>
              </a:extLst>
            </p:cNvPr>
            <p:cNvCxnSpPr>
              <a:endCxn id="14" idx="0"/>
            </p:cNvCxnSpPr>
            <p:nvPr/>
          </p:nvCxnSpPr>
          <p:spPr>
            <a:xfrm>
              <a:off x="5943600" y="3130034"/>
              <a:ext cx="472438" cy="298966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3258C07-0558-49F8-B56B-2EF5DE386DD7}"/>
                </a:ext>
              </a:extLst>
            </p:cNvPr>
            <p:cNvSpPr/>
            <p:nvPr/>
          </p:nvSpPr>
          <p:spPr>
            <a:xfrm>
              <a:off x="2743200" y="25146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116A47-FB32-4671-9E16-8567AEA58F21}"/>
                </a:ext>
              </a:extLst>
            </p:cNvPr>
            <p:cNvSpPr/>
            <p:nvPr/>
          </p:nvSpPr>
          <p:spPr>
            <a:xfrm>
              <a:off x="2743200" y="28194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AE32C3-04CA-497E-9E99-0DBA0816481F}"/>
                </a:ext>
              </a:extLst>
            </p:cNvPr>
            <p:cNvSpPr/>
            <p:nvPr/>
          </p:nvSpPr>
          <p:spPr>
            <a:xfrm>
              <a:off x="2743200" y="30480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"rose"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288556-C380-4920-B0ED-62FCE7E73E4B}"/>
                </a:ext>
              </a:extLst>
            </p:cNvPr>
            <p:cNvSpPr txBox="1"/>
            <p:nvPr/>
          </p:nvSpPr>
          <p:spPr>
            <a:xfrm>
              <a:off x="2462354" y="2466201"/>
              <a:ext cx="218168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1D44D6B-3A1E-4E4B-8BBC-6DA25C5E855B}"/>
                </a:ext>
              </a:extLst>
            </p:cNvPr>
            <p:cNvCxnSpPr/>
            <p:nvPr/>
          </p:nvCxnSpPr>
          <p:spPr>
            <a:xfrm>
              <a:off x="1295400" y="2715399"/>
              <a:ext cx="1981200" cy="1588"/>
            </a:xfrm>
            <a:prstGeom prst="line">
              <a:avLst/>
            </a:prstGeom>
            <a:ln w="28575"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F6E9131-B8A6-4715-ABA2-6401407046D7}"/>
                </a:ext>
              </a:extLst>
            </p:cNvPr>
            <p:cNvSpPr txBox="1"/>
            <p:nvPr/>
          </p:nvSpPr>
          <p:spPr>
            <a:xfrm>
              <a:off x="1219200" y="2438400"/>
              <a:ext cx="472326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main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A9F937-4706-425C-882B-7C6DCAA82680}"/>
                </a:ext>
              </a:extLst>
            </p:cNvPr>
            <p:cNvCxnSpPr/>
            <p:nvPr/>
          </p:nvCxnSpPr>
          <p:spPr>
            <a:xfrm>
              <a:off x="1295400" y="3505200"/>
              <a:ext cx="1981200" cy="1588"/>
            </a:xfrm>
            <a:prstGeom prst="line">
              <a:avLst/>
            </a:prstGeom>
            <a:ln w="28575"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EEDB8F-D855-49B6-A939-4BFD1BD8BD5B}"/>
                </a:ext>
              </a:extLst>
            </p:cNvPr>
            <p:cNvSpPr txBox="1"/>
            <p:nvPr/>
          </p:nvSpPr>
          <p:spPr>
            <a:xfrm>
              <a:off x="1219200" y="2772561"/>
              <a:ext cx="1038895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/>
                <a:t>hdict_lookup</a:t>
              </a:r>
              <a:endParaRPr lang="en-US" sz="2400" i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17E94D-6CDF-42A8-A919-F5D9F4F9B76A}"/>
                </a:ext>
              </a:extLst>
            </p:cNvPr>
            <p:cNvSpPr txBox="1"/>
            <p:nvPr/>
          </p:nvSpPr>
          <p:spPr>
            <a:xfrm>
              <a:off x="1219200" y="3533001"/>
              <a:ext cx="824289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/>
                <a:t>key_equiv</a:t>
              </a:r>
              <a:endParaRPr lang="en-US" sz="2400" i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03FD18-3389-4210-91D4-D1958357F028}"/>
                </a:ext>
              </a:extLst>
            </p:cNvPr>
            <p:cNvSpPr txBox="1"/>
            <p:nvPr/>
          </p:nvSpPr>
          <p:spPr>
            <a:xfrm>
              <a:off x="2462354" y="2743200"/>
              <a:ext cx="218168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E755D9-B80D-4444-B87A-3FD085B0863A}"/>
                </a:ext>
              </a:extLst>
            </p:cNvPr>
            <p:cNvSpPr txBox="1"/>
            <p:nvPr/>
          </p:nvSpPr>
          <p:spPr>
            <a:xfrm>
              <a:off x="2462354" y="2999601"/>
              <a:ext cx="187558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BAD4BD-B200-4856-AEF3-D1DCDBEA85B7}"/>
                </a:ext>
              </a:extLst>
            </p:cNvPr>
            <p:cNvSpPr/>
            <p:nvPr/>
          </p:nvSpPr>
          <p:spPr>
            <a:xfrm>
              <a:off x="2743200" y="32766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7511C1-6ACC-40E0-AD42-DA5C57A4B6CF}"/>
                </a:ext>
              </a:extLst>
            </p:cNvPr>
            <p:cNvSpPr txBox="1"/>
            <p:nvPr/>
          </p:nvSpPr>
          <p:spPr>
            <a:xfrm>
              <a:off x="2462354" y="3228201"/>
              <a:ext cx="147671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i</a:t>
              </a:r>
              <a:endParaRPr lang="en-US" sz="240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28F3C4D-20D9-4027-AA54-FB686AD97506}"/>
                </a:ext>
              </a:extLst>
            </p:cNvPr>
            <p:cNvSpPr/>
            <p:nvPr/>
          </p:nvSpPr>
          <p:spPr>
            <a:xfrm>
              <a:off x="2743200" y="35814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"hamlet"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9D758A-863C-4C4D-B226-80E0650D970B}"/>
                </a:ext>
              </a:extLst>
            </p:cNvPr>
            <p:cNvSpPr txBox="1"/>
            <p:nvPr/>
          </p:nvSpPr>
          <p:spPr>
            <a:xfrm>
              <a:off x="2462354" y="3533001"/>
              <a:ext cx="277533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A102ED-8A62-4940-A4AC-3DB3925EDA1E}"/>
                </a:ext>
              </a:extLst>
            </p:cNvPr>
            <p:cNvSpPr/>
            <p:nvPr/>
          </p:nvSpPr>
          <p:spPr>
            <a:xfrm>
              <a:off x="2743200" y="38100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"rose"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A1EE00-1D43-4FA7-B817-B5A08F9D1ED9}"/>
                </a:ext>
              </a:extLst>
            </p:cNvPr>
            <p:cNvSpPr txBox="1"/>
            <p:nvPr/>
          </p:nvSpPr>
          <p:spPr>
            <a:xfrm>
              <a:off x="2462354" y="3761601"/>
              <a:ext cx="277533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D6BF036-DAB2-4002-B13C-BEAB38FBA428}"/>
                </a:ext>
              </a:extLst>
            </p:cNvPr>
            <p:cNvSpPr txBox="1"/>
            <p:nvPr/>
          </p:nvSpPr>
          <p:spPr>
            <a:xfrm>
              <a:off x="1981200" y="1911314"/>
              <a:ext cx="1467736" cy="253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Local memory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BCB059-4B8B-4A93-A80D-4344E88C1D8F}"/>
                </a:ext>
              </a:extLst>
            </p:cNvPr>
            <p:cNvSpPr txBox="1"/>
            <p:nvPr/>
          </p:nvSpPr>
          <p:spPr>
            <a:xfrm>
              <a:off x="4953000" y="1911314"/>
              <a:ext cx="1877618" cy="253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Allocated memory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9907EEA-4CAA-4E36-AF7E-4FF82A1668E4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0" y="1981994"/>
              <a:ext cx="0" cy="1981994"/>
            </a:xfrm>
            <a:prstGeom prst="line">
              <a:avLst/>
            </a:prstGeom>
            <a:ln w="38100">
              <a:solidFill>
                <a:srgbClr val="C00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7DF8852-3E58-41B2-BAA7-533B60330DCD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3040144" y="2584966"/>
              <a:ext cx="1912856" cy="234434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E027807-E00E-445F-B88C-8E6DE98EF1DE}"/>
                </a:ext>
              </a:extLst>
            </p:cNvPr>
            <p:cNvCxnSpPr>
              <a:endCxn id="4" idx="1"/>
            </p:cNvCxnSpPr>
            <p:nvPr/>
          </p:nvCxnSpPr>
          <p:spPr>
            <a:xfrm flipV="1">
              <a:off x="3048000" y="2819400"/>
              <a:ext cx="1905000" cy="76200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149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47779F-33DD-4828-A357-5798885BF287}"/>
              </a:ext>
            </a:extLst>
          </p:cNvPr>
          <p:cNvSpPr/>
          <p:nvPr/>
        </p:nvSpPr>
        <p:spPr>
          <a:xfrm>
            <a:off x="5323853" y="170638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Down Arrow 8">
            <a:extLst>
              <a:ext uri="{FF2B5EF4-FFF2-40B4-BE49-F238E27FC236}">
                <a16:creationId xmlns:a16="http://schemas.microsoft.com/office/drawing/2014/main" id="{B4E6F870-E7C0-47BD-9418-C718729D47F3}"/>
              </a:ext>
            </a:extLst>
          </p:cNvPr>
          <p:cNvSpPr/>
          <p:nvPr/>
        </p:nvSpPr>
        <p:spPr>
          <a:xfrm>
            <a:off x="6994426" y="229947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Down Arrow 9">
            <a:extLst>
              <a:ext uri="{FF2B5EF4-FFF2-40B4-BE49-F238E27FC236}">
                <a16:creationId xmlns:a16="http://schemas.microsoft.com/office/drawing/2014/main" id="{FC3BEA18-EA21-4A79-BD9C-D6FCCC6C1B80}"/>
              </a:ext>
            </a:extLst>
          </p:cNvPr>
          <p:cNvSpPr/>
          <p:nvPr/>
        </p:nvSpPr>
        <p:spPr>
          <a:xfrm flipV="1">
            <a:off x="6994426" y="2855827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E1C98-9D1F-421C-B96A-3937845E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76F93-AA2A-4050-ABB3-2136E197C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2909157" cy="676353"/>
          </a:xfrm>
        </p:spPr>
        <p:txBody>
          <a:bodyPr/>
          <a:lstStyle/>
          <a:p>
            <a:r>
              <a:rPr lang="en-US" dirty="0"/>
              <a:t>Updated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899745A4-52B0-456B-9D0C-4FF992040379}"/>
              </a:ext>
            </a:extLst>
          </p:cNvPr>
          <p:cNvSpPr/>
          <p:nvPr/>
        </p:nvSpPr>
        <p:spPr>
          <a:xfrm>
            <a:off x="5323853" y="654062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57430274-F2B2-4612-B7EB-2EFEE7600B75}"/>
              </a:ext>
            </a:extLst>
          </p:cNvPr>
          <p:cNvSpPr/>
          <p:nvPr/>
        </p:nvSpPr>
        <p:spPr>
          <a:xfrm flipH="1" flipV="1">
            <a:off x="5323853" y="3071180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344DF-E5B6-4139-AD20-554D5EAF7B13}"/>
              </a:ext>
            </a:extLst>
          </p:cNvPr>
          <p:cNvSpPr/>
          <p:nvPr/>
        </p:nvSpPr>
        <p:spPr>
          <a:xfrm>
            <a:off x="5323853" y="5220085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98BD3-58A8-4862-91C3-7959C4E09162}"/>
              </a:ext>
            </a:extLst>
          </p:cNvPr>
          <p:cNvSpPr txBox="1"/>
          <p:nvPr/>
        </p:nvSpPr>
        <p:spPr>
          <a:xfrm>
            <a:off x="7180045" y="160868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A6854-81C1-4B37-B7F6-92B41EF30BD3}"/>
              </a:ext>
            </a:extLst>
          </p:cNvPr>
          <p:cNvSpPr txBox="1"/>
          <p:nvPr/>
        </p:nvSpPr>
        <p:spPr>
          <a:xfrm>
            <a:off x="7180045" y="6340871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8A74C-32DF-4AF6-9BDC-2DF2B1937B1B}"/>
              </a:ext>
            </a:extLst>
          </p:cNvPr>
          <p:cNvSpPr txBox="1"/>
          <p:nvPr/>
        </p:nvSpPr>
        <p:spPr>
          <a:xfrm>
            <a:off x="4455262" y="5568869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6CDC0-F5FD-4041-994D-B5435439E255}"/>
              </a:ext>
            </a:extLst>
          </p:cNvPr>
          <p:cNvSpPr txBox="1"/>
          <p:nvPr/>
        </p:nvSpPr>
        <p:spPr>
          <a:xfrm>
            <a:off x="4542496" y="4694930"/>
            <a:ext cx="970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321A3D-6A6F-4E1F-A019-731BF48662C4}"/>
              </a:ext>
            </a:extLst>
          </p:cNvPr>
          <p:cNvSpPr txBox="1"/>
          <p:nvPr/>
        </p:nvSpPr>
        <p:spPr>
          <a:xfrm>
            <a:off x="4488566" y="3808653"/>
            <a:ext cx="1048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6D4D8A-1A57-46F1-8B2C-E8D69D4D942D}"/>
              </a:ext>
            </a:extLst>
          </p:cNvPr>
          <p:cNvSpPr txBox="1"/>
          <p:nvPr/>
        </p:nvSpPr>
        <p:spPr>
          <a:xfrm>
            <a:off x="4395757" y="1218056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CE9EFF-8182-4427-9CD9-ACC15690B955}"/>
              </a:ext>
            </a:extLst>
          </p:cNvPr>
          <p:cNvSpPr txBox="1"/>
          <p:nvPr/>
        </p:nvSpPr>
        <p:spPr>
          <a:xfrm>
            <a:off x="5323853" y="5175206"/>
            <a:ext cx="2142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…</a:t>
            </a:r>
            <a:br>
              <a:rPr lang="en-US" dirty="0"/>
            </a:br>
            <a:r>
              <a:rPr lang="en-US" dirty="0" err="1"/>
              <a:t>hdict_lookup</a:t>
            </a:r>
            <a:r>
              <a:rPr lang="en-US" dirty="0"/>
              <a:t> …</a:t>
            </a:r>
            <a:br>
              <a:rPr lang="en-US" dirty="0"/>
            </a:br>
            <a:r>
              <a:rPr lang="en-US" dirty="0" err="1"/>
              <a:t>key_hash</a:t>
            </a:r>
            <a:r>
              <a:rPr lang="en-US" dirty="0"/>
              <a:t> …</a:t>
            </a:r>
            <a:br>
              <a:rPr lang="en-US" dirty="0"/>
            </a:br>
            <a:r>
              <a:rPr lang="en-US" dirty="0" err="1"/>
              <a:t>key_equiv</a:t>
            </a:r>
            <a:r>
              <a:rPr lang="en-US" dirty="0"/>
              <a:t> 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267B04-A08F-4AF8-804F-2ADC40170FE6}"/>
              </a:ext>
            </a:extLst>
          </p:cNvPr>
          <p:cNvSpPr txBox="1"/>
          <p:nvPr/>
        </p:nvSpPr>
        <p:spPr>
          <a:xfrm>
            <a:off x="5307022" y="4604053"/>
            <a:ext cx="1430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"hamlet" </a:t>
            </a:r>
            <a:br>
              <a:rPr lang="en-US" dirty="0"/>
            </a:br>
            <a:r>
              <a:rPr lang="en-US" dirty="0"/>
              <a:t> "rose"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6B2C18-F3BE-4E6C-8229-8CCFDBDDE3E0}"/>
              </a:ext>
            </a:extLst>
          </p:cNvPr>
          <p:cNvSpPr/>
          <p:nvPr/>
        </p:nvSpPr>
        <p:spPr>
          <a:xfrm>
            <a:off x="6994426" y="3393463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E65992-ED46-4114-AA71-205A4B5B8333}"/>
              </a:ext>
            </a:extLst>
          </p:cNvPr>
          <p:cNvSpPr/>
          <p:nvPr/>
        </p:nvSpPr>
        <p:spPr>
          <a:xfrm>
            <a:off x="6994426" y="3554604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EC18D1-906F-4680-93D6-54C531F5B9BB}"/>
              </a:ext>
            </a:extLst>
          </p:cNvPr>
          <p:cNvSpPr/>
          <p:nvPr/>
        </p:nvSpPr>
        <p:spPr>
          <a:xfrm>
            <a:off x="6994426" y="3715745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32443D-2F4D-4DE7-8ACE-6E0B9F36C117}"/>
              </a:ext>
            </a:extLst>
          </p:cNvPr>
          <p:cNvSpPr/>
          <p:nvPr/>
        </p:nvSpPr>
        <p:spPr>
          <a:xfrm>
            <a:off x="7922522" y="3715745"/>
            <a:ext cx="185619" cy="173478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515D3E-6A27-4B94-B4DB-CCE56A5DE173}"/>
              </a:ext>
            </a:extLst>
          </p:cNvPr>
          <p:cNvSpPr/>
          <p:nvPr/>
        </p:nvSpPr>
        <p:spPr>
          <a:xfrm>
            <a:off x="8108142" y="3715745"/>
            <a:ext cx="185619" cy="173478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F4D07F-863F-42EF-B662-D799DE22C05A}"/>
              </a:ext>
            </a:extLst>
          </p:cNvPr>
          <p:cNvSpPr/>
          <p:nvPr/>
        </p:nvSpPr>
        <p:spPr>
          <a:xfrm>
            <a:off x="8293761" y="3715745"/>
            <a:ext cx="185619" cy="173478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7F8F3D-801D-435B-9228-EDBB5C8FD78E}"/>
              </a:ext>
            </a:extLst>
          </p:cNvPr>
          <p:cNvSpPr/>
          <p:nvPr/>
        </p:nvSpPr>
        <p:spPr>
          <a:xfrm>
            <a:off x="8479380" y="3715745"/>
            <a:ext cx="185619" cy="173478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7BE8FC-4166-49D5-993E-495AAE6A1249}"/>
              </a:ext>
            </a:extLst>
          </p:cNvPr>
          <p:cNvCxnSpPr>
            <a:endCxn id="21" idx="1"/>
          </p:cNvCxnSpPr>
          <p:nvPr/>
        </p:nvCxnSpPr>
        <p:spPr>
          <a:xfrm>
            <a:off x="7272855" y="3796316"/>
            <a:ext cx="649667" cy="6169"/>
          </a:xfrm>
          <a:prstGeom prst="straightConnector1">
            <a:avLst/>
          </a:prstGeom>
          <a:ln w="12700"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3094F04-292C-4D86-9398-5F80F725544F}"/>
              </a:ext>
            </a:extLst>
          </p:cNvPr>
          <p:cNvSpPr/>
          <p:nvPr/>
        </p:nvSpPr>
        <p:spPr>
          <a:xfrm>
            <a:off x="7551284" y="4118598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0B4A35-AB4E-4D93-AF47-234600E87150}"/>
              </a:ext>
            </a:extLst>
          </p:cNvPr>
          <p:cNvSpPr/>
          <p:nvPr/>
        </p:nvSpPr>
        <p:spPr>
          <a:xfrm>
            <a:off x="7551284" y="4279740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73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89AEE7-6D7C-4BF4-A82A-7A810C7B9E5C}"/>
              </a:ext>
            </a:extLst>
          </p:cNvPr>
          <p:cNvSpPr/>
          <p:nvPr/>
        </p:nvSpPr>
        <p:spPr>
          <a:xfrm>
            <a:off x="8386571" y="4118598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6C437F-06C3-421F-8606-C43DA14BE21A}"/>
              </a:ext>
            </a:extLst>
          </p:cNvPr>
          <p:cNvSpPr/>
          <p:nvPr/>
        </p:nvSpPr>
        <p:spPr>
          <a:xfrm>
            <a:off x="8386571" y="4279740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738E3-8CE7-4B10-9CB0-3D58E36470B8}"/>
              </a:ext>
            </a:extLst>
          </p:cNvPr>
          <p:cNvCxnSpPr>
            <a:endCxn id="26" idx="0"/>
          </p:cNvCxnSpPr>
          <p:nvPr/>
        </p:nvCxnSpPr>
        <p:spPr>
          <a:xfrm rot="5400000">
            <a:off x="7764466" y="3867732"/>
            <a:ext cx="316114" cy="185619"/>
          </a:xfrm>
          <a:prstGeom prst="straightConnector1">
            <a:avLst/>
          </a:prstGeom>
          <a:ln w="12700"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1B7145-776A-4463-ADAA-BB0A7C1B1FA3}"/>
              </a:ext>
            </a:extLst>
          </p:cNvPr>
          <p:cNvCxnSpPr>
            <a:endCxn id="28" idx="0"/>
          </p:cNvCxnSpPr>
          <p:nvPr/>
        </p:nvCxnSpPr>
        <p:spPr>
          <a:xfrm>
            <a:off x="8200951" y="3802484"/>
            <a:ext cx="464048" cy="316114"/>
          </a:xfrm>
          <a:prstGeom prst="straightConnector1">
            <a:avLst/>
          </a:prstGeom>
          <a:ln w="12700"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0C16885-02BF-491D-B71E-448FAA29DF04}"/>
              </a:ext>
            </a:extLst>
          </p:cNvPr>
          <p:cNvSpPr/>
          <p:nvPr/>
        </p:nvSpPr>
        <p:spPr>
          <a:xfrm>
            <a:off x="5695091" y="734632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0xB4B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4E021-171C-4295-A07E-81C7095D32D0}"/>
              </a:ext>
            </a:extLst>
          </p:cNvPr>
          <p:cNvSpPr/>
          <p:nvPr/>
        </p:nvSpPr>
        <p:spPr>
          <a:xfrm>
            <a:off x="5695091" y="1056915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0xB4B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0BCE7E-FB5C-4312-9C61-3B2841A5E147}"/>
              </a:ext>
            </a:extLst>
          </p:cNvPr>
          <p:cNvSpPr/>
          <p:nvPr/>
        </p:nvSpPr>
        <p:spPr>
          <a:xfrm>
            <a:off x="5695091" y="1298627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FE846F-7688-406A-902C-A74BD6698F33}"/>
              </a:ext>
            </a:extLst>
          </p:cNvPr>
          <p:cNvSpPr txBox="1"/>
          <p:nvPr/>
        </p:nvSpPr>
        <p:spPr>
          <a:xfrm>
            <a:off x="5353028" y="683457"/>
            <a:ext cx="381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978524-FCDE-40F7-8800-7988AC527D91}"/>
              </a:ext>
            </a:extLst>
          </p:cNvPr>
          <p:cNvCxnSpPr>
            <a:cxnSpLocks/>
          </p:cNvCxnSpPr>
          <p:nvPr/>
        </p:nvCxnSpPr>
        <p:spPr>
          <a:xfrm>
            <a:off x="6318883" y="946949"/>
            <a:ext cx="3181403" cy="1679"/>
          </a:xfrm>
          <a:prstGeom prst="line">
            <a:avLst/>
          </a:prstGeom>
          <a:ln w="2857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0F43C40-2651-4F12-BA37-8B3672D70D43}"/>
              </a:ext>
            </a:extLst>
          </p:cNvPr>
          <p:cNvSpPr txBox="1"/>
          <p:nvPr/>
        </p:nvSpPr>
        <p:spPr>
          <a:xfrm>
            <a:off x="8892694" y="654062"/>
            <a:ext cx="7364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main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E6BF8E-ECA2-43DF-BFD3-55787E2E70D1}"/>
              </a:ext>
            </a:extLst>
          </p:cNvPr>
          <p:cNvCxnSpPr>
            <a:cxnSpLocks/>
          </p:cNvCxnSpPr>
          <p:nvPr/>
        </p:nvCxnSpPr>
        <p:spPr>
          <a:xfrm>
            <a:off x="6318883" y="1780371"/>
            <a:ext cx="3181403" cy="1679"/>
          </a:xfrm>
          <a:prstGeom prst="line">
            <a:avLst/>
          </a:prstGeom>
          <a:ln w="2857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919E866-C600-4BAD-983A-0766662B2B5D}"/>
              </a:ext>
            </a:extLst>
          </p:cNvPr>
          <p:cNvSpPr txBox="1"/>
          <p:nvPr/>
        </p:nvSpPr>
        <p:spPr>
          <a:xfrm>
            <a:off x="8310874" y="982974"/>
            <a:ext cx="1531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/>
              <a:t>hdict_lookup</a:t>
            </a:r>
            <a:endParaRPr lang="en-US" sz="16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14E6CF-810A-40CF-A7DA-1233BE237119}"/>
              </a:ext>
            </a:extLst>
          </p:cNvPr>
          <p:cNvSpPr txBox="1"/>
          <p:nvPr/>
        </p:nvSpPr>
        <p:spPr>
          <a:xfrm>
            <a:off x="8521500" y="1811446"/>
            <a:ext cx="12283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/>
              <a:t>key_equiv</a:t>
            </a:r>
            <a:endParaRPr lang="en-US" sz="16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8A2B8E-658B-41AB-87D4-B18C50F39BB1}"/>
              </a:ext>
            </a:extLst>
          </p:cNvPr>
          <p:cNvSpPr txBox="1"/>
          <p:nvPr/>
        </p:nvSpPr>
        <p:spPr>
          <a:xfrm>
            <a:off x="5353028" y="976344"/>
            <a:ext cx="381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2A39CC-5880-4066-864C-90CC5E0FBD5B}"/>
              </a:ext>
            </a:extLst>
          </p:cNvPr>
          <p:cNvSpPr txBox="1"/>
          <p:nvPr/>
        </p:nvSpPr>
        <p:spPr>
          <a:xfrm>
            <a:off x="5353028" y="1247452"/>
            <a:ext cx="338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59C8CF-52A8-46A7-9844-00C0E1B7E766}"/>
              </a:ext>
            </a:extLst>
          </p:cNvPr>
          <p:cNvSpPr/>
          <p:nvPr/>
        </p:nvSpPr>
        <p:spPr>
          <a:xfrm>
            <a:off x="5695091" y="1540339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238DF8-5E6D-444F-8C5E-EB3F64146CD8}"/>
              </a:ext>
            </a:extLst>
          </p:cNvPr>
          <p:cNvSpPr txBox="1"/>
          <p:nvPr/>
        </p:nvSpPr>
        <p:spPr>
          <a:xfrm>
            <a:off x="5353028" y="1489164"/>
            <a:ext cx="281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i</a:t>
            </a:r>
            <a:endParaRPr lang="en-US" sz="1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BD6198B-302F-4AC2-A274-FD29DA828B0D}"/>
              </a:ext>
            </a:extLst>
          </p:cNvPr>
          <p:cNvSpPr/>
          <p:nvPr/>
        </p:nvSpPr>
        <p:spPr>
          <a:xfrm>
            <a:off x="5695091" y="1862621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441B8-AE10-4958-9ABC-19759475D7C9}"/>
              </a:ext>
            </a:extLst>
          </p:cNvPr>
          <p:cNvSpPr txBox="1"/>
          <p:nvPr/>
        </p:nvSpPr>
        <p:spPr>
          <a:xfrm>
            <a:off x="5353028" y="1811446"/>
            <a:ext cx="46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A238BF-D13E-45E6-88E9-4D3DC5581FF7}"/>
              </a:ext>
            </a:extLst>
          </p:cNvPr>
          <p:cNvSpPr/>
          <p:nvPr/>
        </p:nvSpPr>
        <p:spPr>
          <a:xfrm>
            <a:off x="5695091" y="2104333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55490A-F1B5-4A81-ABAE-D1DE5AEDFFEB}"/>
              </a:ext>
            </a:extLst>
          </p:cNvPr>
          <p:cNvSpPr txBox="1"/>
          <p:nvPr/>
        </p:nvSpPr>
        <p:spPr>
          <a:xfrm>
            <a:off x="5353028" y="2053158"/>
            <a:ext cx="46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880A39-3367-4A6E-A8E4-FB3CBA86ADF6}"/>
              </a:ext>
            </a:extLst>
          </p:cNvPr>
          <p:cNvSpPr txBox="1"/>
          <p:nvPr/>
        </p:nvSpPr>
        <p:spPr>
          <a:xfrm>
            <a:off x="4356830" y="53517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478273-AA66-426F-B7DC-56F1A86F76E2}"/>
              </a:ext>
            </a:extLst>
          </p:cNvPr>
          <p:cNvSpPr txBox="1"/>
          <p:nvPr/>
        </p:nvSpPr>
        <p:spPr>
          <a:xfrm>
            <a:off x="3717233" y="6432909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94E36A-C93B-4286-BF14-D5DA6CD0ABFC}"/>
              </a:ext>
            </a:extLst>
          </p:cNvPr>
          <p:cNvSpPr txBox="1"/>
          <p:nvPr/>
        </p:nvSpPr>
        <p:spPr>
          <a:xfrm>
            <a:off x="9577537" y="980449"/>
            <a:ext cx="14901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</a:t>
            </a:r>
            <a:b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47A90A-9DB5-46BA-BDC9-0F82182977AE}"/>
              </a:ext>
            </a:extLst>
          </p:cNvPr>
          <p:cNvSpPr txBox="1"/>
          <p:nvPr/>
        </p:nvSpPr>
        <p:spPr>
          <a:xfrm>
            <a:off x="9565320" y="3406240"/>
            <a:ext cx="1647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Allocated</a:t>
            </a:r>
            <a:b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E900B5-F51C-41E2-BD13-6C2C7F8CD28B}"/>
              </a:ext>
            </a:extLst>
          </p:cNvPr>
          <p:cNvSpPr txBox="1"/>
          <p:nvPr/>
        </p:nvSpPr>
        <p:spPr>
          <a:xfrm>
            <a:off x="9547670" y="4670254"/>
            <a:ext cx="1675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read-only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18C6EA-79DA-45E1-8A11-E917AE364F82}"/>
              </a:ext>
            </a:extLst>
          </p:cNvPr>
          <p:cNvSpPr txBox="1"/>
          <p:nvPr/>
        </p:nvSpPr>
        <p:spPr>
          <a:xfrm>
            <a:off x="9547670" y="5649439"/>
            <a:ext cx="1675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read-only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9DA728-FEF7-4FA1-BA4A-6C9184708689}"/>
              </a:ext>
            </a:extLst>
          </p:cNvPr>
          <p:cNvSpPr txBox="1"/>
          <p:nvPr/>
        </p:nvSpPr>
        <p:spPr>
          <a:xfrm>
            <a:off x="9547670" y="6294004"/>
            <a:ext cx="1665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restricted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EE1B4A-9B40-43B8-9E48-CC6BEE40E7DF}"/>
              </a:ext>
            </a:extLst>
          </p:cNvPr>
          <p:cNvSpPr txBox="1"/>
          <p:nvPr/>
        </p:nvSpPr>
        <p:spPr>
          <a:xfrm>
            <a:off x="9595716" y="153143"/>
            <a:ext cx="1665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47807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5484063" cy="203953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=  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f(5);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A1852-FB89-43FB-A23F-60E49054D0E2}"/>
              </a:ext>
            </a:extLst>
          </p:cNvPr>
          <p:cNvSpPr/>
          <p:nvPr/>
        </p:nvSpPr>
        <p:spPr>
          <a:xfrm>
            <a:off x="7886707" y="134064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Down Arrow 8">
            <a:extLst>
              <a:ext uri="{FF2B5EF4-FFF2-40B4-BE49-F238E27FC236}">
                <a16:creationId xmlns:a16="http://schemas.microsoft.com/office/drawing/2014/main" id="{0BE64256-6EEF-49F1-89DD-3FBA9568BB50}"/>
              </a:ext>
            </a:extLst>
          </p:cNvPr>
          <p:cNvSpPr/>
          <p:nvPr/>
        </p:nvSpPr>
        <p:spPr>
          <a:xfrm>
            <a:off x="9557280" y="2262899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Down Arrow 9">
            <a:extLst>
              <a:ext uri="{FF2B5EF4-FFF2-40B4-BE49-F238E27FC236}">
                <a16:creationId xmlns:a16="http://schemas.microsoft.com/office/drawing/2014/main" id="{DBFD81B7-A500-40BD-A83A-7AB4166C661D}"/>
              </a:ext>
            </a:extLst>
          </p:cNvPr>
          <p:cNvSpPr/>
          <p:nvPr/>
        </p:nvSpPr>
        <p:spPr>
          <a:xfrm flipV="1">
            <a:off x="9557280" y="281925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B3ED51C4-3CA2-4B98-8669-DC2F188B09C5}"/>
              </a:ext>
            </a:extLst>
          </p:cNvPr>
          <p:cNvSpPr/>
          <p:nvPr/>
        </p:nvSpPr>
        <p:spPr>
          <a:xfrm>
            <a:off x="7886707" y="617488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4A84C96B-E4AC-4E74-8EE9-55B642FDF512}"/>
              </a:ext>
            </a:extLst>
          </p:cNvPr>
          <p:cNvSpPr/>
          <p:nvPr/>
        </p:nvSpPr>
        <p:spPr>
          <a:xfrm flipH="1" flipV="1">
            <a:off x="7886707" y="3034606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2BF8A4-9D25-4EF0-B161-0324CDDA386A}"/>
              </a:ext>
            </a:extLst>
          </p:cNvPr>
          <p:cNvSpPr/>
          <p:nvPr/>
        </p:nvSpPr>
        <p:spPr>
          <a:xfrm>
            <a:off x="7886707" y="5183511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64C7A5-E528-4555-B04B-871F2624C358}"/>
              </a:ext>
            </a:extLst>
          </p:cNvPr>
          <p:cNvSpPr txBox="1"/>
          <p:nvPr/>
        </p:nvSpPr>
        <p:spPr>
          <a:xfrm>
            <a:off x="9742899" y="124294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F28DB-BC08-40B1-A2CA-0354FB520F34}"/>
              </a:ext>
            </a:extLst>
          </p:cNvPr>
          <p:cNvSpPr txBox="1"/>
          <p:nvPr/>
        </p:nvSpPr>
        <p:spPr>
          <a:xfrm>
            <a:off x="9742899" y="6304297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57C59-E725-48CF-99B4-7073A583B8FB}"/>
              </a:ext>
            </a:extLst>
          </p:cNvPr>
          <p:cNvSpPr txBox="1"/>
          <p:nvPr/>
        </p:nvSpPr>
        <p:spPr>
          <a:xfrm>
            <a:off x="7018116" y="5532295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F6C35D-E035-42E9-947F-7F37B9FBDDF2}"/>
              </a:ext>
            </a:extLst>
          </p:cNvPr>
          <p:cNvSpPr txBox="1"/>
          <p:nvPr/>
        </p:nvSpPr>
        <p:spPr>
          <a:xfrm>
            <a:off x="7105350" y="4658356"/>
            <a:ext cx="970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44D0B-4655-4D86-8CE9-FF58B3F5E21E}"/>
              </a:ext>
            </a:extLst>
          </p:cNvPr>
          <p:cNvSpPr txBox="1"/>
          <p:nvPr/>
        </p:nvSpPr>
        <p:spPr>
          <a:xfrm>
            <a:off x="7051420" y="3772079"/>
            <a:ext cx="1048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82100C-2573-4A2A-BDA6-9857006137B3}"/>
              </a:ext>
            </a:extLst>
          </p:cNvPr>
          <p:cNvSpPr txBox="1"/>
          <p:nvPr/>
        </p:nvSpPr>
        <p:spPr>
          <a:xfrm>
            <a:off x="6958611" y="1181482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EDA4BB-4810-42B6-B9C6-D20366AB0510}"/>
              </a:ext>
            </a:extLst>
          </p:cNvPr>
          <p:cNvSpPr txBox="1"/>
          <p:nvPr/>
        </p:nvSpPr>
        <p:spPr>
          <a:xfrm>
            <a:off x="7886707" y="5138632"/>
            <a:ext cx="2142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0x2C: main …</a:t>
            </a:r>
            <a:br>
              <a:rPr lang="en-US" sz="2400" dirty="0"/>
            </a:br>
            <a:r>
              <a:rPr lang="en-US" sz="2400" dirty="0"/>
              <a:t>0x1A: double 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DD4EA9-8D09-4F6C-9BC2-563BBB2F12CB}"/>
              </a:ext>
            </a:extLst>
          </p:cNvPr>
          <p:cNvSpPr/>
          <p:nvPr/>
        </p:nvSpPr>
        <p:spPr>
          <a:xfrm>
            <a:off x="8926428" y="746621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4DE6B6-E482-404E-BEF8-74107FDEAD22}"/>
              </a:ext>
            </a:extLst>
          </p:cNvPr>
          <p:cNvSpPr/>
          <p:nvPr/>
        </p:nvSpPr>
        <p:spPr>
          <a:xfrm>
            <a:off x="8926428" y="1192090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6C4C59-1C73-4874-8E13-4662EFDB496B}"/>
              </a:ext>
            </a:extLst>
          </p:cNvPr>
          <p:cNvSpPr txBox="1"/>
          <p:nvPr/>
        </p:nvSpPr>
        <p:spPr>
          <a:xfrm>
            <a:off x="8484038" y="693592"/>
            <a:ext cx="279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585854-1EDE-43EE-81C2-F0B75BFF96AA}"/>
              </a:ext>
            </a:extLst>
          </p:cNvPr>
          <p:cNvSpPr txBox="1"/>
          <p:nvPr/>
        </p:nvSpPr>
        <p:spPr>
          <a:xfrm>
            <a:off x="11136289" y="617488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main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82B836-B7C8-430B-A6F1-F7089A28D89B}"/>
              </a:ext>
            </a:extLst>
          </p:cNvPr>
          <p:cNvSpPr txBox="1"/>
          <p:nvPr/>
        </p:nvSpPr>
        <p:spPr>
          <a:xfrm>
            <a:off x="7981510" y="1147546"/>
            <a:ext cx="897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EEEB20-7C26-46B2-93DB-B1A5953527FD}"/>
              </a:ext>
            </a:extLst>
          </p:cNvPr>
          <p:cNvSpPr txBox="1"/>
          <p:nvPr/>
        </p:nvSpPr>
        <p:spPr>
          <a:xfrm>
            <a:off x="6919684" y="16943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FCACA1-B181-4C11-B1E4-57596A4A76F7}"/>
              </a:ext>
            </a:extLst>
          </p:cNvPr>
          <p:cNvSpPr txBox="1"/>
          <p:nvPr/>
        </p:nvSpPr>
        <p:spPr>
          <a:xfrm>
            <a:off x="6280087" y="6396335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</p:spTree>
    <p:extLst>
      <p:ext uri="{BB962C8B-B14F-4D97-AF65-F5344CB8AC3E}">
        <p14:creationId xmlns:p14="http://schemas.microsoft.com/office/powerpoint/2010/main" val="125012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=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f(5);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8FD61-2654-4105-A795-96A96FEFF82E}"/>
              </a:ext>
            </a:extLst>
          </p:cNvPr>
          <p:cNvSpPr/>
          <p:nvPr/>
        </p:nvSpPr>
        <p:spPr>
          <a:xfrm>
            <a:off x="7886707" y="134064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Down Arrow 8">
            <a:extLst>
              <a:ext uri="{FF2B5EF4-FFF2-40B4-BE49-F238E27FC236}">
                <a16:creationId xmlns:a16="http://schemas.microsoft.com/office/drawing/2014/main" id="{EA60829E-D442-40FD-808A-571B40111929}"/>
              </a:ext>
            </a:extLst>
          </p:cNvPr>
          <p:cNvSpPr/>
          <p:nvPr/>
        </p:nvSpPr>
        <p:spPr>
          <a:xfrm>
            <a:off x="9557280" y="2262899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Down Arrow 9">
            <a:extLst>
              <a:ext uri="{FF2B5EF4-FFF2-40B4-BE49-F238E27FC236}">
                <a16:creationId xmlns:a16="http://schemas.microsoft.com/office/drawing/2014/main" id="{ACCCEC83-13ED-4944-8250-7418FA9CD068}"/>
              </a:ext>
            </a:extLst>
          </p:cNvPr>
          <p:cNvSpPr/>
          <p:nvPr/>
        </p:nvSpPr>
        <p:spPr>
          <a:xfrm flipV="1">
            <a:off x="9557280" y="281925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A537A2CC-6643-47E5-97B5-B6F8CCAF36AF}"/>
              </a:ext>
            </a:extLst>
          </p:cNvPr>
          <p:cNvSpPr/>
          <p:nvPr/>
        </p:nvSpPr>
        <p:spPr>
          <a:xfrm>
            <a:off x="7886707" y="617488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5B4FDF29-FCFE-4D03-B2A1-AC5132B05635}"/>
              </a:ext>
            </a:extLst>
          </p:cNvPr>
          <p:cNvSpPr/>
          <p:nvPr/>
        </p:nvSpPr>
        <p:spPr>
          <a:xfrm flipH="1" flipV="1">
            <a:off x="7886707" y="3034606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03CEB3-34B5-48F0-88B2-0B42068E7648}"/>
              </a:ext>
            </a:extLst>
          </p:cNvPr>
          <p:cNvSpPr/>
          <p:nvPr/>
        </p:nvSpPr>
        <p:spPr>
          <a:xfrm>
            <a:off x="7886707" y="5183511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AD3BA-AAC2-431E-A1AE-6B1F7458F876}"/>
              </a:ext>
            </a:extLst>
          </p:cNvPr>
          <p:cNvSpPr txBox="1"/>
          <p:nvPr/>
        </p:nvSpPr>
        <p:spPr>
          <a:xfrm>
            <a:off x="9742899" y="124294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FD37D-C671-4C3C-8672-BADCD5F51171}"/>
              </a:ext>
            </a:extLst>
          </p:cNvPr>
          <p:cNvSpPr txBox="1"/>
          <p:nvPr/>
        </p:nvSpPr>
        <p:spPr>
          <a:xfrm>
            <a:off x="9742899" y="6304297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44800-1D5C-489C-962A-7476FDB0909E}"/>
              </a:ext>
            </a:extLst>
          </p:cNvPr>
          <p:cNvSpPr txBox="1"/>
          <p:nvPr/>
        </p:nvSpPr>
        <p:spPr>
          <a:xfrm>
            <a:off x="7018116" y="5532295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A86CB7-7E02-45A6-850B-78DF88394ECC}"/>
              </a:ext>
            </a:extLst>
          </p:cNvPr>
          <p:cNvSpPr txBox="1"/>
          <p:nvPr/>
        </p:nvSpPr>
        <p:spPr>
          <a:xfrm>
            <a:off x="7105350" y="4658356"/>
            <a:ext cx="970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BAFB22-DF0D-48B3-A5D1-6A368F823406}"/>
              </a:ext>
            </a:extLst>
          </p:cNvPr>
          <p:cNvSpPr txBox="1"/>
          <p:nvPr/>
        </p:nvSpPr>
        <p:spPr>
          <a:xfrm>
            <a:off x="7051420" y="3772079"/>
            <a:ext cx="1048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19758-799A-48B5-9BAE-1CE753D25622}"/>
              </a:ext>
            </a:extLst>
          </p:cNvPr>
          <p:cNvSpPr txBox="1"/>
          <p:nvPr/>
        </p:nvSpPr>
        <p:spPr>
          <a:xfrm>
            <a:off x="6958611" y="1181482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DA747-0BA8-4FBB-8334-873C6AE1D7FD}"/>
              </a:ext>
            </a:extLst>
          </p:cNvPr>
          <p:cNvSpPr txBox="1"/>
          <p:nvPr/>
        </p:nvSpPr>
        <p:spPr>
          <a:xfrm>
            <a:off x="7886707" y="5138632"/>
            <a:ext cx="2142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0x2C: main …</a:t>
            </a:r>
            <a:br>
              <a:rPr lang="en-US" sz="2400" dirty="0"/>
            </a:br>
            <a:r>
              <a:rPr lang="en-US" sz="2400" dirty="0"/>
              <a:t>0x1A: double 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B31F19-6094-4401-BD91-70E7F7FFE972}"/>
              </a:ext>
            </a:extLst>
          </p:cNvPr>
          <p:cNvSpPr/>
          <p:nvPr/>
        </p:nvSpPr>
        <p:spPr>
          <a:xfrm>
            <a:off x="8926428" y="746621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0x1A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35E281-89DC-4446-B9F0-9577A507D284}"/>
              </a:ext>
            </a:extLst>
          </p:cNvPr>
          <p:cNvSpPr/>
          <p:nvPr/>
        </p:nvSpPr>
        <p:spPr>
          <a:xfrm>
            <a:off x="8926428" y="1192090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BE307D-336F-448A-A664-275F61F11C9E}"/>
              </a:ext>
            </a:extLst>
          </p:cNvPr>
          <p:cNvSpPr txBox="1"/>
          <p:nvPr/>
        </p:nvSpPr>
        <p:spPr>
          <a:xfrm>
            <a:off x="8484038" y="693592"/>
            <a:ext cx="279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E0E8BE-BC03-4C11-923D-A830C53A1E43}"/>
              </a:ext>
            </a:extLst>
          </p:cNvPr>
          <p:cNvSpPr txBox="1"/>
          <p:nvPr/>
        </p:nvSpPr>
        <p:spPr>
          <a:xfrm>
            <a:off x="11136289" y="617488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main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4ADF55-2C03-434E-9061-8C6287574D6F}"/>
              </a:ext>
            </a:extLst>
          </p:cNvPr>
          <p:cNvSpPr txBox="1"/>
          <p:nvPr/>
        </p:nvSpPr>
        <p:spPr>
          <a:xfrm>
            <a:off x="7981510" y="1147546"/>
            <a:ext cx="897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EC9243-BD70-42A8-83DD-FCEA669BAC69}"/>
              </a:ext>
            </a:extLst>
          </p:cNvPr>
          <p:cNvSpPr txBox="1"/>
          <p:nvPr/>
        </p:nvSpPr>
        <p:spPr>
          <a:xfrm>
            <a:off x="6919684" y="16943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215FEC-66A6-40EF-BD7D-363FD334399C}"/>
              </a:ext>
            </a:extLst>
          </p:cNvPr>
          <p:cNvSpPr txBox="1"/>
          <p:nvPr/>
        </p:nvSpPr>
        <p:spPr>
          <a:xfrm>
            <a:off x="6280087" y="6396335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</p:spTree>
    <p:extLst>
      <p:ext uri="{BB962C8B-B14F-4D97-AF65-F5344CB8AC3E}">
        <p14:creationId xmlns:p14="http://schemas.microsoft.com/office/powerpoint/2010/main" val="392326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A31086-0F02-4EF4-A97E-E8956E95DF37}"/>
              </a:ext>
            </a:extLst>
          </p:cNvPr>
          <p:cNvSpPr/>
          <p:nvPr/>
        </p:nvSpPr>
        <p:spPr>
          <a:xfrm>
            <a:off x="7886707" y="134064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Down Arrow 8">
            <a:extLst>
              <a:ext uri="{FF2B5EF4-FFF2-40B4-BE49-F238E27FC236}">
                <a16:creationId xmlns:a16="http://schemas.microsoft.com/office/drawing/2014/main" id="{964982B7-BBCF-4F14-9562-7BF44DB00204}"/>
              </a:ext>
            </a:extLst>
          </p:cNvPr>
          <p:cNvSpPr/>
          <p:nvPr/>
        </p:nvSpPr>
        <p:spPr>
          <a:xfrm>
            <a:off x="9557280" y="2262899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Down Arrow 9">
            <a:extLst>
              <a:ext uri="{FF2B5EF4-FFF2-40B4-BE49-F238E27FC236}">
                <a16:creationId xmlns:a16="http://schemas.microsoft.com/office/drawing/2014/main" id="{6A3F7134-0F76-4DCB-A4FC-DC89F7A6AA33}"/>
              </a:ext>
            </a:extLst>
          </p:cNvPr>
          <p:cNvSpPr/>
          <p:nvPr/>
        </p:nvSpPr>
        <p:spPr>
          <a:xfrm flipV="1">
            <a:off x="9557280" y="281925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EDAAB0CF-194A-47FC-9506-BC2CB5DF4345}"/>
              </a:ext>
            </a:extLst>
          </p:cNvPr>
          <p:cNvSpPr/>
          <p:nvPr/>
        </p:nvSpPr>
        <p:spPr>
          <a:xfrm>
            <a:off x="7886707" y="617488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01A1944B-58CF-4C16-A48A-02517A1C21B9}"/>
              </a:ext>
            </a:extLst>
          </p:cNvPr>
          <p:cNvSpPr/>
          <p:nvPr/>
        </p:nvSpPr>
        <p:spPr>
          <a:xfrm flipH="1" flipV="1">
            <a:off x="7886707" y="3034606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497A72-E042-4381-B7DE-C4C74C660CEC}"/>
              </a:ext>
            </a:extLst>
          </p:cNvPr>
          <p:cNvSpPr/>
          <p:nvPr/>
        </p:nvSpPr>
        <p:spPr>
          <a:xfrm>
            <a:off x="7886707" y="5183511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D3865-6716-4D19-8EFF-583BBC0A1DD7}"/>
              </a:ext>
            </a:extLst>
          </p:cNvPr>
          <p:cNvSpPr txBox="1"/>
          <p:nvPr/>
        </p:nvSpPr>
        <p:spPr>
          <a:xfrm>
            <a:off x="9742899" y="124294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358D20-6B7B-4C4E-8EB0-0E141F4446D7}"/>
              </a:ext>
            </a:extLst>
          </p:cNvPr>
          <p:cNvSpPr txBox="1"/>
          <p:nvPr/>
        </p:nvSpPr>
        <p:spPr>
          <a:xfrm>
            <a:off x="9742899" y="6304297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23318-D710-41FB-8819-CCD58D80BD74}"/>
              </a:ext>
            </a:extLst>
          </p:cNvPr>
          <p:cNvSpPr txBox="1"/>
          <p:nvPr/>
        </p:nvSpPr>
        <p:spPr>
          <a:xfrm>
            <a:off x="7018116" y="5532295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A1AA2-7496-47C4-ABF9-3F10704DF253}"/>
              </a:ext>
            </a:extLst>
          </p:cNvPr>
          <p:cNvSpPr txBox="1"/>
          <p:nvPr/>
        </p:nvSpPr>
        <p:spPr>
          <a:xfrm>
            <a:off x="7105350" y="4658356"/>
            <a:ext cx="970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211021-4400-4604-A681-85C76D748232}"/>
              </a:ext>
            </a:extLst>
          </p:cNvPr>
          <p:cNvSpPr txBox="1"/>
          <p:nvPr/>
        </p:nvSpPr>
        <p:spPr>
          <a:xfrm>
            <a:off x="7051420" y="3772079"/>
            <a:ext cx="1048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59669-32F2-4F1D-9EEB-0558B9776B15}"/>
              </a:ext>
            </a:extLst>
          </p:cNvPr>
          <p:cNvSpPr txBox="1"/>
          <p:nvPr/>
        </p:nvSpPr>
        <p:spPr>
          <a:xfrm>
            <a:off x="6958611" y="1181482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CB89D-FBB5-4FDC-A025-52BD230E0D02}"/>
              </a:ext>
            </a:extLst>
          </p:cNvPr>
          <p:cNvSpPr txBox="1"/>
          <p:nvPr/>
        </p:nvSpPr>
        <p:spPr>
          <a:xfrm>
            <a:off x="7886707" y="5138632"/>
            <a:ext cx="2142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0x2C: main …</a:t>
            </a:r>
            <a:br>
              <a:rPr lang="en-US" sz="2400" dirty="0"/>
            </a:br>
            <a:r>
              <a:rPr lang="en-US" sz="2400" dirty="0"/>
              <a:t>0x1A: double 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A63938-3380-4864-B9B5-58C4F7A672C6}"/>
              </a:ext>
            </a:extLst>
          </p:cNvPr>
          <p:cNvSpPr/>
          <p:nvPr/>
        </p:nvSpPr>
        <p:spPr>
          <a:xfrm>
            <a:off x="8926428" y="746621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0x1A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935C7A-76DB-4CEA-952E-7827F872EDEF}"/>
              </a:ext>
            </a:extLst>
          </p:cNvPr>
          <p:cNvSpPr/>
          <p:nvPr/>
        </p:nvSpPr>
        <p:spPr>
          <a:xfrm>
            <a:off x="8926428" y="1192090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A17D2-1D93-4C09-BB48-F4C900F5FA20}"/>
              </a:ext>
            </a:extLst>
          </p:cNvPr>
          <p:cNvSpPr txBox="1"/>
          <p:nvPr/>
        </p:nvSpPr>
        <p:spPr>
          <a:xfrm>
            <a:off x="11136289" y="617488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main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EB6D5D-0B31-4749-B49D-7F268C83812C}"/>
              </a:ext>
            </a:extLst>
          </p:cNvPr>
          <p:cNvSpPr txBox="1"/>
          <p:nvPr/>
        </p:nvSpPr>
        <p:spPr>
          <a:xfrm>
            <a:off x="7981510" y="1147546"/>
            <a:ext cx="897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E9D235-A533-42F8-93D0-19BBBC3C9B4E}"/>
              </a:ext>
            </a:extLst>
          </p:cNvPr>
          <p:cNvSpPr txBox="1"/>
          <p:nvPr/>
        </p:nvSpPr>
        <p:spPr>
          <a:xfrm>
            <a:off x="6919684" y="16943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C72B97-F3D3-4A07-B9CE-BF80C113EABC}"/>
              </a:ext>
            </a:extLst>
          </p:cNvPr>
          <p:cNvSpPr txBox="1"/>
          <p:nvPr/>
        </p:nvSpPr>
        <p:spPr>
          <a:xfrm>
            <a:off x="6280087" y="6396335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5ED44-0ADB-4D07-ABDE-A148B2F15A77}"/>
              </a:ext>
            </a:extLst>
          </p:cNvPr>
          <p:cNvSpPr txBox="1"/>
          <p:nvPr/>
        </p:nvSpPr>
        <p:spPr>
          <a:xfrm>
            <a:off x="8088451" y="697377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f_ptr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5256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(*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0803E8-93C0-4CFB-A250-5933AC4B4F17}"/>
              </a:ext>
            </a:extLst>
          </p:cNvPr>
          <p:cNvSpPr/>
          <p:nvPr/>
        </p:nvSpPr>
        <p:spPr>
          <a:xfrm>
            <a:off x="7886707" y="134064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Down Arrow 8">
            <a:extLst>
              <a:ext uri="{FF2B5EF4-FFF2-40B4-BE49-F238E27FC236}">
                <a16:creationId xmlns:a16="http://schemas.microsoft.com/office/drawing/2014/main" id="{B51074CC-BBF2-40EF-8693-9077C10C4FBD}"/>
              </a:ext>
            </a:extLst>
          </p:cNvPr>
          <p:cNvSpPr/>
          <p:nvPr/>
        </p:nvSpPr>
        <p:spPr>
          <a:xfrm>
            <a:off x="9557280" y="2262899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Down Arrow 9">
            <a:extLst>
              <a:ext uri="{FF2B5EF4-FFF2-40B4-BE49-F238E27FC236}">
                <a16:creationId xmlns:a16="http://schemas.microsoft.com/office/drawing/2014/main" id="{09E4F0AB-1759-4580-B7FF-10AE14F54662}"/>
              </a:ext>
            </a:extLst>
          </p:cNvPr>
          <p:cNvSpPr/>
          <p:nvPr/>
        </p:nvSpPr>
        <p:spPr>
          <a:xfrm flipV="1">
            <a:off x="9557280" y="281925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9019240E-7F13-408D-9F71-3D8F05D7A680}"/>
              </a:ext>
            </a:extLst>
          </p:cNvPr>
          <p:cNvSpPr/>
          <p:nvPr/>
        </p:nvSpPr>
        <p:spPr>
          <a:xfrm>
            <a:off x="7886707" y="617488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BFE67353-0D79-4ACB-8933-960CE913FA3E}"/>
              </a:ext>
            </a:extLst>
          </p:cNvPr>
          <p:cNvSpPr/>
          <p:nvPr/>
        </p:nvSpPr>
        <p:spPr>
          <a:xfrm flipH="1" flipV="1">
            <a:off x="7886707" y="3034606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CD47B1-17DE-471D-B6BF-8688C949809E}"/>
              </a:ext>
            </a:extLst>
          </p:cNvPr>
          <p:cNvSpPr/>
          <p:nvPr/>
        </p:nvSpPr>
        <p:spPr>
          <a:xfrm>
            <a:off x="7886707" y="5183511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63EB5-279F-400F-90D4-B195B5A0C7A7}"/>
              </a:ext>
            </a:extLst>
          </p:cNvPr>
          <p:cNvSpPr txBox="1"/>
          <p:nvPr/>
        </p:nvSpPr>
        <p:spPr>
          <a:xfrm>
            <a:off x="9742899" y="124294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C5C5E-FB45-46A1-BBA5-4706A57E4649}"/>
              </a:ext>
            </a:extLst>
          </p:cNvPr>
          <p:cNvSpPr txBox="1"/>
          <p:nvPr/>
        </p:nvSpPr>
        <p:spPr>
          <a:xfrm>
            <a:off x="9742899" y="6304297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48510D-A1E4-492B-9448-480FF695063E}"/>
              </a:ext>
            </a:extLst>
          </p:cNvPr>
          <p:cNvSpPr txBox="1"/>
          <p:nvPr/>
        </p:nvSpPr>
        <p:spPr>
          <a:xfrm>
            <a:off x="7018116" y="5532295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5CDDF1-6033-47A8-AA93-DDAB89BC2283}"/>
              </a:ext>
            </a:extLst>
          </p:cNvPr>
          <p:cNvSpPr txBox="1"/>
          <p:nvPr/>
        </p:nvSpPr>
        <p:spPr>
          <a:xfrm>
            <a:off x="7105350" y="4658356"/>
            <a:ext cx="970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640CF-478F-4238-9C21-B9D44D08B567}"/>
              </a:ext>
            </a:extLst>
          </p:cNvPr>
          <p:cNvSpPr txBox="1"/>
          <p:nvPr/>
        </p:nvSpPr>
        <p:spPr>
          <a:xfrm>
            <a:off x="7051420" y="3772079"/>
            <a:ext cx="1048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A5D1E-8A2F-44D8-9FFF-8179DAD41AC3}"/>
              </a:ext>
            </a:extLst>
          </p:cNvPr>
          <p:cNvSpPr txBox="1"/>
          <p:nvPr/>
        </p:nvSpPr>
        <p:spPr>
          <a:xfrm>
            <a:off x="6958611" y="1181482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904F65-DB47-44F3-8A76-6E42EDDA0426}"/>
              </a:ext>
            </a:extLst>
          </p:cNvPr>
          <p:cNvSpPr txBox="1"/>
          <p:nvPr/>
        </p:nvSpPr>
        <p:spPr>
          <a:xfrm>
            <a:off x="7886707" y="5138632"/>
            <a:ext cx="2142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0x2C: main …</a:t>
            </a:r>
            <a:br>
              <a:rPr lang="en-US" sz="2400" dirty="0"/>
            </a:br>
            <a:r>
              <a:rPr lang="en-US" sz="2400" dirty="0"/>
              <a:t>0x1A: double 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CF3AF1-786A-4B85-9E6B-9B9B206B39B0}"/>
              </a:ext>
            </a:extLst>
          </p:cNvPr>
          <p:cNvSpPr/>
          <p:nvPr/>
        </p:nvSpPr>
        <p:spPr>
          <a:xfrm>
            <a:off x="8926428" y="746621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0x1A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609A6E-710D-4057-A122-BF8DEC87B3FC}"/>
              </a:ext>
            </a:extLst>
          </p:cNvPr>
          <p:cNvSpPr/>
          <p:nvPr/>
        </p:nvSpPr>
        <p:spPr>
          <a:xfrm>
            <a:off x="8926428" y="1192090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0C3707-3444-4EC9-BBBC-7EF01974ED46}"/>
              </a:ext>
            </a:extLst>
          </p:cNvPr>
          <p:cNvSpPr txBox="1"/>
          <p:nvPr/>
        </p:nvSpPr>
        <p:spPr>
          <a:xfrm>
            <a:off x="11136289" y="617488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main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13F764-16C7-4B0E-831D-D45863320D53}"/>
              </a:ext>
            </a:extLst>
          </p:cNvPr>
          <p:cNvSpPr txBox="1"/>
          <p:nvPr/>
        </p:nvSpPr>
        <p:spPr>
          <a:xfrm>
            <a:off x="7981510" y="1147546"/>
            <a:ext cx="897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CCB046-5F0B-4E8D-9EBD-6DEFDC739D94}"/>
              </a:ext>
            </a:extLst>
          </p:cNvPr>
          <p:cNvSpPr txBox="1"/>
          <p:nvPr/>
        </p:nvSpPr>
        <p:spPr>
          <a:xfrm>
            <a:off x="6919684" y="16943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3F0E24-01F1-419C-A489-68DB5CF14BF7}"/>
              </a:ext>
            </a:extLst>
          </p:cNvPr>
          <p:cNvSpPr txBox="1"/>
          <p:nvPr/>
        </p:nvSpPr>
        <p:spPr>
          <a:xfrm>
            <a:off x="6280087" y="6396335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57C3AC-35A5-4515-A47B-B4483B609BBA}"/>
              </a:ext>
            </a:extLst>
          </p:cNvPr>
          <p:cNvSpPr txBox="1"/>
          <p:nvPr/>
        </p:nvSpPr>
        <p:spPr>
          <a:xfrm>
            <a:off x="8088451" y="697377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f_ptr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2096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operation   (int x);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(*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73A06-FA65-468D-8F8D-4AACE54A3271}"/>
              </a:ext>
            </a:extLst>
          </p:cNvPr>
          <p:cNvSpPr/>
          <p:nvPr/>
        </p:nvSpPr>
        <p:spPr>
          <a:xfrm>
            <a:off x="7886707" y="134064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Down Arrow 8">
            <a:extLst>
              <a:ext uri="{FF2B5EF4-FFF2-40B4-BE49-F238E27FC236}">
                <a16:creationId xmlns:a16="http://schemas.microsoft.com/office/drawing/2014/main" id="{0C8E074E-DED1-4482-9565-26D4AD60327D}"/>
              </a:ext>
            </a:extLst>
          </p:cNvPr>
          <p:cNvSpPr/>
          <p:nvPr/>
        </p:nvSpPr>
        <p:spPr>
          <a:xfrm>
            <a:off x="9557280" y="2262899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Down Arrow 9">
            <a:extLst>
              <a:ext uri="{FF2B5EF4-FFF2-40B4-BE49-F238E27FC236}">
                <a16:creationId xmlns:a16="http://schemas.microsoft.com/office/drawing/2014/main" id="{61141C58-7B13-47BC-858E-52C08BB9C473}"/>
              </a:ext>
            </a:extLst>
          </p:cNvPr>
          <p:cNvSpPr/>
          <p:nvPr/>
        </p:nvSpPr>
        <p:spPr>
          <a:xfrm flipV="1">
            <a:off x="9557280" y="281925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227BC49B-39DE-4D68-83B3-D4DFD4C92D21}"/>
              </a:ext>
            </a:extLst>
          </p:cNvPr>
          <p:cNvSpPr/>
          <p:nvPr/>
        </p:nvSpPr>
        <p:spPr>
          <a:xfrm>
            <a:off x="7886707" y="617488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3DDC6991-873C-4AA8-9B15-C261A0982012}"/>
              </a:ext>
            </a:extLst>
          </p:cNvPr>
          <p:cNvSpPr/>
          <p:nvPr/>
        </p:nvSpPr>
        <p:spPr>
          <a:xfrm flipH="1" flipV="1">
            <a:off x="7886707" y="3034606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9AACB0-8014-4A31-9A35-A9B22AEB9549}"/>
              </a:ext>
            </a:extLst>
          </p:cNvPr>
          <p:cNvSpPr/>
          <p:nvPr/>
        </p:nvSpPr>
        <p:spPr>
          <a:xfrm>
            <a:off x="7886707" y="5183511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C3A790-5CCF-4851-B89D-1696109D740D}"/>
              </a:ext>
            </a:extLst>
          </p:cNvPr>
          <p:cNvSpPr txBox="1"/>
          <p:nvPr/>
        </p:nvSpPr>
        <p:spPr>
          <a:xfrm>
            <a:off x="9742899" y="124294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6707F-05B3-4CBC-BE6F-EABAC770580F}"/>
              </a:ext>
            </a:extLst>
          </p:cNvPr>
          <p:cNvSpPr txBox="1"/>
          <p:nvPr/>
        </p:nvSpPr>
        <p:spPr>
          <a:xfrm>
            <a:off x="9742899" y="6304297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EBE332-04D8-4E9A-985A-5EB0520E3189}"/>
              </a:ext>
            </a:extLst>
          </p:cNvPr>
          <p:cNvSpPr txBox="1"/>
          <p:nvPr/>
        </p:nvSpPr>
        <p:spPr>
          <a:xfrm>
            <a:off x="7018116" y="5532295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BA58B4-714A-41F5-B803-4B5FE57768D1}"/>
              </a:ext>
            </a:extLst>
          </p:cNvPr>
          <p:cNvSpPr txBox="1"/>
          <p:nvPr/>
        </p:nvSpPr>
        <p:spPr>
          <a:xfrm>
            <a:off x="6958611" y="1181482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6ABB14-C351-45F3-BF63-B01780EADBAC}"/>
              </a:ext>
            </a:extLst>
          </p:cNvPr>
          <p:cNvSpPr txBox="1"/>
          <p:nvPr/>
        </p:nvSpPr>
        <p:spPr>
          <a:xfrm>
            <a:off x="7886707" y="5138632"/>
            <a:ext cx="2142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0x2C: main …</a:t>
            </a:r>
            <a:br>
              <a:rPr lang="en-US" sz="2400" dirty="0"/>
            </a:br>
            <a:r>
              <a:rPr lang="en-US" sz="2400" dirty="0"/>
              <a:t>0x1A: double 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FC38E9-2440-4724-BD6D-6D90250F3BFE}"/>
              </a:ext>
            </a:extLst>
          </p:cNvPr>
          <p:cNvSpPr/>
          <p:nvPr/>
        </p:nvSpPr>
        <p:spPr>
          <a:xfrm>
            <a:off x="8926428" y="746621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0x1A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31510A-148A-4098-AAE9-68628BA5E3A5}"/>
              </a:ext>
            </a:extLst>
          </p:cNvPr>
          <p:cNvSpPr/>
          <p:nvPr/>
        </p:nvSpPr>
        <p:spPr>
          <a:xfrm>
            <a:off x="8926428" y="1192090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0AB4B8-D77B-4066-A5B8-22E73586DD15}"/>
              </a:ext>
            </a:extLst>
          </p:cNvPr>
          <p:cNvSpPr txBox="1"/>
          <p:nvPr/>
        </p:nvSpPr>
        <p:spPr>
          <a:xfrm>
            <a:off x="11136289" y="617488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main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23B713-4232-4336-BC94-0C4E03C56609}"/>
              </a:ext>
            </a:extLst>
          </p:cNvPr>
          <p:cNvSpPr txBox="1"/>
          <p:nvPr/>
        </p:nvSpPr>
        <p:spPr>
          <a:xfrm>
            <a:off x="7981510" y="1147546"/>
            <a:ext cx="897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1E4691-711E-4A03-9C4B-15A3245D3D5D}"/>
              </a:ext>
            </a:extLst>
          </p:cNvPr>
          <p:cNvSpPr txBox="1"/>
          <p:nvPr/>
        </p:nvSpPr>
        <p:spPr>
          <a:xfrm>
            <a:off x="6919684" y="16943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CBC519-E667-443F-93DD-36F46D331DA8}"/>
              </a:ext>
            </a:extLst>
          </p:cNvPr>
          <p:cNvSpPr txBox="1"/>
          <p:nvPr/>
        </p:nvSpPr>
        <p:spPr>
          <a:xfrm>
            <a:off x="6280087" y="6396335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9533E6-A02A-4690-B18D-A44810B39675}"/>
              </a:ext>
            </a:extLst>
          </p:cNvPr>
          <p:cNvSpPr txBox="1"/>
          <p:nvPr/>
        </p:nvSpPr>
        <p:spPr>
          <a:xfrm>
            <a:off x="8088451" y="697377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f_ptr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9888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_fn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x);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(*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18FC6-8717-4A9A-A737-65FD4B67C4E1}"/>
              </a:ext>
            </a:extLst>
          </p:cNvPr>
          <p:cNvSpPr/>
          <p:nvPr/>
        </p:nvSpPr>
        <p:spPr>
          <a:xfrm>
            <a:off x="7886707" y="134064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Down Arrow 8">
            <a:extLst>
              <a:ext uri="{FF2B5EF4-FFF2-40B4-BE49-F238E27FC236}">
                <a16:creationId xmlns:a16="http://schemas.microsoft.com/office/drawing/2014/main" id="{92EDA5AB-B4FE-4AA2-96DC-8ECEE6BBF91A}"/>
              </a:ext>
            </a:extLst>
          </p:cNvPr>
          <p:cNvSpPr/>
          <p:nvPr/>
        </p:nvSpPr>
        <p:spPr>
          <a:xfrm>
            <a:off x="9557280" y="2262899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Down Arrow 9">
            <a:extLst>
              <a:ext uri="{FF2B5EF4-FFF2-40B4-BE49-F238E27FC236}">
                <a16:creationId xmlns:a16="http://schemas.microsoft.com/office/drawing/2014/main" id="{E3862445-10C5-412F-B31B-F9D59483BAD5}"/>
              </a:ext>
            </a:extLst>
          </p:cNvPr>
          <p:cNvSpPr/>
          <p:nvPr/>
        </p:nvSpPr>
        <p:spPr>
          <a:xfrm flipV="1">
            <a:off x="9557280" y="281925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CAE529DC-C0EB-424C-809F-C84B4FAF09AD}"/>
              </a:ext>
            </a:extLst>
          </p:cNvPr>
          <p:cNvSpPr/>
          <p:nvPr/>
        </p:nvSpPr>
        <p:spPr>
          <a:xfrm>
            <a:off x="7886707" y="617488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9EFD26A7-6654-4E3E-9014-AC6D8856D369}"/>
              </a:ext>
            </a:extLst>
          </p:cNvPr>
          <p:cNvSpPr/>
          <p:nvPr/>
        </p:nvSpPr>
        <p:spPr>
          <a:xfrm flipH="1" flipV="1">
            <a:off x="7886707" y="3034606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9E287C-1D2C-4A9A-9EC5-4EFD8116679B}"/>
              </a:ext>
            </a:extLst>
          </p:cNvPr>
          <p:cNvSpPr/>
          <p:nvPr/>
        </p:nvSpPr>
        <p:spPr>
          <a:xfrm>
            <a:off x="7886707" y="5183511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8C0786-4DC5-4990-819B-9CE66298F9D2}"/>
              </a:ext>
            </a:extLst>
          </p:cNvPr>
          <p:cNvSpPr txBox="1"/>
          <p:nvPr/>
        </p:nvSpPr>
        <p:spPr>
          <a:xfrm>
            <a:off x="9742899" y="124294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25C7FD-4DFD-4332-8B1D-C61DCF9B9AEA}"/>
              </a:ext>
            </a:extLst>
          </p:cNvPr>
          <p:cNvSpPr txBox="1"/>
          <p:nvPr/>
        </p:nvSpPr>
        <p:spPr>
          <a:xfrm>
            <a:off x="9742899" y="6304297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6A5A4A-72DD-4529-8F36-A86661510F37}"/>
              </a:ext>
            </a:extLst>
          </p:cNvPr>
          <p:cNvSpPr txBox="1"/>
          <p:nvPr/>
        </p:nvSpPr>
        <p:spPr>
          <a:xfrm>
            <a:off x="7018116" y="5532295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B985E-F45E-4980-97E0-D6E0D4D80B43}"/>
              </a:ext>
            </a:extLst>
          </p:cNvPr>
          <p:cNvSpPr txBox="1"/>
          <p:nvPr/>
        </p:nvSpPr>
        <p:spPr>
          <a:xfrm>
            <a:off x="6958611" y="1181482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D36C8-F02D-466E-94F0-5FD098021DD8}"/>
              </a:ext>
            </a:extLst>
          </p:cNvPr>
          <p:cNvSpPr txBox="1"/>
          <p:nvPr/>
        </p:nvSpPr>
        <p:spPr>
          <a:xfrm>
            <a:off x="7886707" y="5138632"/>
            <a:ext cx="2142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0x2C: main …</a:t>
            </a:r>
            <a:br>
              <a:rPr lang="en-US" sz="2400" dirty="0"/>
            </a:br>
            <a:r>
              <a:rPr lang="en-US" sz="2400" dirty="0"/>
              <a:t>0x1A: double 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357262-DDE5-49C3-8EE3-A2FDB3D85CC8}"/>
              </a:ext>
            </a:extLst>
          </p:cNvPr>
          <p:cNvSpPr/>
          <p:nvPr/>
        </p:nvSpPr>
        <p:spPr>
          <a:xfrm>
            <a:off x="8926428" y="746621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0x1A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5D2BAC-AE52-4912-AA19-3450DE8AB8E1}"/>
              </a:ext>
            </a:extLst>
          </p:cNvPr>
          <p:cNvSpPr/>
          <p:nvPr/>
        </p:nvSpPr>
        <p:spPr>
          <a:xfrm>
            <a:off x="8926428" y="1192090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519E69-6CB7-4AB8-B856-6E816C6CF550}"/>
              </a:ext>
            </a:extLst>
          </p:cNvPr>
          <p:cNvSpPr txBox="1"/>
          <p:nvPr/>
        </p:nvSpPr>
        <p:spPr>
          <a:xfrm>
            <a:off x="11136289" y="617488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main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245E34-E13D-4E42-B969-A2330E658028}"/>
              </a:ext>
            </a:extLst>
          </p:cNvPr>
          <p:cNvSpPr txBox="1"/>
          <p:nvPr/>
        </p:nvSpPr>
        <p:spPr>
          <a:xfrm>
            <a:off x="7981510" y="1147546"/>
            <a:ext cx="897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0D778D-3E4D-4F91-894C-D415EA6FA99E}"/>
              </a:ext>
            </a:extLst>
          </p:cNvPr>
          <p:cNvSpPr txBox="1"/>
          <p:nvPr/>
        </p:nvSpPr>
        <p:spPr>
          <a:xfrm>
            <a:off x="6919684" y="16943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978EED-88C8-498A-A662-248D328A787A}"/>
              </a:ext>
            </a:extLst>
          </p:cNvPr>
          <p:cNvSpPr txBox="1"/>
          <p:nvPr/>
        </p:nvSpPr>
        <p:spPr>
          <a:xfrm>
            <a:off x="6280087" y="6396335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9F31A2-3321-4F98-BB50-E959E8E11A9E}"/>
              </a:ext>
            </a:extLst>
          </p:cNvPr>
          <p:cNvSpPr txBox="1"/>
          <p:nvPr/>
        </p:nvSpPr>
        <p:spPr>
          <a:xfrm>
            <a:off x="8088451" y="697377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f_ptr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499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operation_fn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x);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operation_fn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(*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6CA793-944F-40E7-8210-6D675F819CE1}"/>
              </a:ext>
            </a:extLst>
          </p:cNvPr>
          <p:cNvSpPr/>
          <p:nvPr/>
        </p:nvSpPr>
        <p:spPr>
          <a:xfrm>
            <a:off x="7886707" y="134064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Down Arrow 8">
            <a:extLst>
              <a:ext uri="{FF2B5EF4-FFF2-40B4-BE49-F238E27FC236}">
                <a16:creationId xmlns:a16="http://schemas.microsoft.com/office/drawing/2014/main" id="{A83146B4-EB05-4253-AEF8-FE31D492AF93}"/>
              </a:ext>
            </a:extLst>
          </p:cNvPr>
          <p:cNvSpPr/>
          <p:nvPr/>
        </p:nvSpPr>
        <p:spPr>
          <a:xfrm>
            <a:off x="9557280" y="2262899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Down Arrow 9">
            <a:extLst>
              <a:ext uri="{FF2B5EF4-FFF2-40B4-BE49-F238E27FC236}">
                <a16:creationId xmlns:a16="http://schemas.microsoft.com/office/drawing/2014/main" id="{8969B6E5-172F-4DB8-833E-C217A5D5C6C7}"/>
              </a:ext>
            </a:extLst>
          </p:cNvPr>
          <p:cNvSpPr/>
          <p:nvPr/>
        </p:nvSpPr>
        <p:spPr>
          <a:xfrm flipV="1">
            <a:off x="9557280" y="281925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E55FAA84-F6B5-473C-A4EF-843BF68172A9}"/>
              </a:ext>
            </a:extLst>
          </p:cNvPr>
          <p:cNvSpPr/>
          <p:nvPr/>
        </p:nvSpPr>
        <p:spPr>
          <a:xfrm>
            <a:off x="7886707" y="617488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623133DA-A4CD-4D89-BABD-5220802A195E}"/>
              </a:ext>
            </a:extLst>
          </p:cNvPr>
          <p:cNvSpPr/>
          <p:nvPr/>
        </p:nvSpPr>
        <p:spPr>
          <a:xfrm flipH="1" flipV="1">
            <a:off x="7886707" y="3034606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E53870-913D-4514-80CE-0DEE1F192F70}"/>
              </a:ext>
            </a:extLst>
          </p:cNvPr>
          <p:cNvSpPr/>
          <p:nvPr/>
        </p:nvSpPr>
        <p:spPr>
          <a:xfrm>
            <a:off x="7886707" y="5183511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801F2-7108-41A1-A7A4-7791E55F8A06}"/>
              </a:ext>
            </a:extLst>
          </p:cNvPr>
          <p:cNvSpPr txBox="1"/>
          <p:nvPr/>
        </p:nvSpPr>
        <p:spPr>
          <a:xfrm>
            <a:off x="9742899" y="124294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325B5C-B943-4015-9496-90103FADB939}"/>
              </a:ext>
            </a:extLst>
          </p:cNvPr>
          <p:cNvSpPr txBox="1"/>
          <p:nvPr/>
        </p:nvSpPr>
        <p:spPr>
          <a:xfrm>
            <a:off x="9742899" y="6304297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741E3-5EC2-4E37-B4FB-2AB5FB0EBE0A}"/>
              </a:ext>
            </a:extLst>
          </p:cNvPr>
          <p:cNvSpPr txBox="1"/>
          <p:nvPr/>
        </p:nvSpPr>
        <p:spPr>
          <a:xfrm>
            <a:off x="7018116" y="5532295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BAA0C9-7B61-4AA1-902E-F8CA0EAFFB84}"/>
              </a:ext>
            </a:extLst>
          </p:cNvPr>
          <p:cNvSpPr txBox="1"/>
          <p:nvPr/>
        </p:nvSpPr>
        <p:spPr>
          <a:xfrm>
            <a:off x="6958611" y="1181482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B14B8-A1B4-4D0B-BEFF-3A0BB1365674}"/>
              </a:ext>
            </a:extLst>
          </p:cNvPr>
          <p:cNvSpPr txBox="1"/>
          <p:nvPr/>
        </p:nvSpPr>
        <p:spPr>
          <a:xfrm>
            <a:off x="7886707" y="5138632"/>
            <a:ext cx="2142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0x2C: main …</a:t>
            </a:r>
            <a:br>
              <a:rPr lang="en-US" sz="2400" dirty="0"/>
            </a:br>
            <a:r>
              <a:rPr lang="en-US" sz="2400" dirty="0"/>
              <a:t>0x1A: double 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EB037F-6F8A-40B1-B768-F6AF1DBD4FD5}"/>
              </a:ext>
            </a:extLst>
          </p:cNvPr>
          <p:cNvSpPr/>
          <p:nvPr/>
        </p:nvSpPr>
        <p:spPr>
          <a:xfrm>
            <a:off x="8926428" y="746621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0x1A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696773-0BE3-4005-971E-3D1E4ABAD1D9}"/>
              </a:ext>
            </a:extLst>
          </p:cNvPr>
          <p:cNvSpPr/>
          <p:nvPr/>
        </p:nvSpPr>
        <p:spPr>
          <a:xfrm>
            <a:off x="8926428" y="1192090"/>
            <a:ext cx="1103091" cy="374006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644FB1-85BC-49F2-9E48-CDC946D6BFE2}"/>
              </a:ext>
            </a:extLst>
          </p:cNvPr>
          <p:cNvSpPr txBox="1"/>
          <p:nvPr/>
        </p:nvSpPr>
        <p:spPr>
          <a:xfrm>
            <a:off x="11136289" y="617488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main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0DD4B4-CE52-46E1-A99D-F61CC4CDB7BB}"/>
              </a:ext>
            </a:extLst>
          </p:cNvPr>
          <p:cNvSpPr txBox="1"/>
          <p:nvPr/>
        </p:nvSpPr>
        <p:spPr>
          <a:xfrm>
            <a:off x="7981510" y="1147546"/>
            <a:ext cx="897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C64855-1C86-4ACC-BD82-94B9B1C46522}"/>
              </a:ext>
            </a:extLst>
          </p:cNvPr>
          <p:cNvSpPr txBox="1"/>
          <p:nvPr/>
        </p:nvSpPr>
        <p:spPr>
          <a:xfrm>
            <a:off x="6919684" y="16943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0651C5-CB22-4B3F-B815-EC5E40376586}"/>
              </a:ext>
            </a:extLst>
          </p:cNvPr>
          <p:cNvSpPr txBox="1"/>
          <p:nvPr/>
        </p:nvSpPr>
        <p:spPr>
          <a:xfrm>
            <a:off x="6280087" y="6396335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CA950E-FEE9-4FD2-891E-97CD8C64B259}"/>
              </a:ext>
            </a:extLst>
          </p:cNvPr>
          <p:cNvSpPr txBox="1"/>
          <p:nvPr/>
        </p:nvSpPr>
        <p:spPr>
          <a:xfrm>
            <a:off x="8088451" y="697377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f_ptr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493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95140"/>
            <a:ext cx="11847931" cy="4375657"/>
          </a:xfrm>
        </p:spPr>
        <p:txBody>
          <a:bodyPr/>
          <a:lstStyle/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hdict_t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hdict_new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capacity,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key_equiv_fn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equiv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key_hash_fn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hash);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hdict_header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hdict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hdict_header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size;</a:t>
            </a:r>
          </a:p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capacity;</a:t>
            </a:r>
          </a:p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chain*[] table;</a:t>
            </a:r>
          </a:p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key_equiv_fn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equiv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key_hash_fn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hash;</a:t>
            </a:r>
          </a:p>
          <a:p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};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44F2A0-B858-4CEA-8B18-2A7B83F085BC}"/>
              </a:ext>
            </a:extLst>
          </p:cNvPr>
          <p:cNvSpPr txBox="1">
            <a:spLocks/>
          </p:cNvSpPr>
          <p:nvPr/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From lab yesterday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290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434-B8FC-4B22-9345-A8380DB6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2202900" cy="627812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9867-BE83-44DA-B527-679E24DC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4474151" cy="833428"/>
          </a:xfrm>
        </p:spPr>
        <p:txBody>
          <a:bodyPr/>
          <a:lstStyle/>
          <a:p>
            <a:r>
              <a:rPr lang="en-US" dirty="0"/>
              <a:t>Generic function</a:t>
            </a:r>
          </a:p>
          <a:p>
            <a:r>
              <a:rPr lang="en-US" dirty="0"/>
              <a:t>Updated memory model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F4B25A-A567-4CE2-A621-7C68BB2B8189}"/>
              </a:ext>
            </a:extLst>
          </p:cNvPr>
          <p:cNvSpPr txBox="1">
            <a:spLocks/>
          </p:cNvSpPr>
          <p:nvPr/>
        </p:nvSpPr>
        <p:spPr>
          <a:xfrm>
            <a:off x="4807531" y="1119019"/>
            <a:ext cx="4474151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Trees</a:t>
            </a:r>
          </a:p>
          <a:p>
            <a:r>
              <a:rPr lang="en-US" dirty="0"/>
              <a:t>Binary Search Trees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025396-6B6F-46DD-A41C-5D58674A98DF}"/>
              </a:ext>
            </a:extLst>
          </p:cNvPr>
          <p:cNvSpPr txBox="1">
            <a:spLocks/>
          </p:cNvSpPr>
          <p:nvPr/>
        </p:nvSpPr>
        <p:spPr>
          <a:xfrm>
            <a:off x="4677744" y="363957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Today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69671F-21BA-48F3-8FD7-BE71F9C8388F}"/>
              </a:ext>
            </a:extLst>
          </p:cNvPr>
          <p:cNvSpPr txBox="1">
            <a:spLocks/>
          </p:cNvSpPr>
          <p:nvPr/>
        </p:nvSpPr>
        <p:spPr>
          <a:xfrm>
            <a:off x="8933175" y="367133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0B3AC-390D-4FC5-8614-BCEA0743B65E}"/>
              </a:ext>
            </a:extLst>
          </p:cNvPr>
          <p:cNvSpPr txBox="1">
            <a:spLocks/>
          </p:cNvSpPr>
          <p:nvPr/>
        </p:nvSpPr>
        <p:spPr>
          <a:xfrm>
            <a:off x="8933175" y="1113179"/>
            <a:ext cx="3135405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More trees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15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3196-38B0-40B7-B662-80C046DB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Walk-in warm-up: 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7BFF3E-8E03-4974-A897-5E5740CD18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2099" y="1276141"/>
          <a:ext cx="11335100" cy="455245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267020">
                  <a:extLst>
                    <a:ext uri="{9D8B030D-6E8A-4147-A177-3AD203B41FA5}">
                      <a16:colId xmlns:a16="http://schemas.microsoft.com/office/drawing/2014/main" val="3891501575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1318852784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447607108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2250355406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1298334776"/>
                    </a:ext>
                  </a:extLst>
                </a:gridCol>
              </a:tblGrid>
              <a:tr h="18209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Unsorted arrays /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Linked lists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Sorted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arrays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tables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Common case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(amortized)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tables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Worst case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931537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lookup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68661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insert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O(1)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663792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find_min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064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42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3196-38B0-40B7-B662-80C046DB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7BFF3E-8E03-4974-A897-5E5740CD1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052618"/>
              </p:ext>
            </p:extLst>
          </p:nvPr>
        </p:nvGraphicFramePr>
        <p:xfrm>
          <a:off x="552099" y="1276141"/>
          <a:ext cx="11335100" cy="455245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267020">
                  <a:extLst>
                    <a:ext uri="{9D8B030D-6E8A-4147-A177-3AD203B41FA5}">
                      <a16:colId xmlns:a16="http://schemas.microsoft.com/office/drawing/2014/main" val="3891501575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1318852784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447607108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2250355406"/>
                    </a:ext>
                  </a:extLst>
                </a:gridCol>
                <a:gridCol w="2267020">
                  <a:extLst>
                    <a:ext uri="{9D8B030D-6E8A-4147-A177-3AD203B41FA5}">
                      <a16:colId xmlns:a16="http://schemas.microsoft.com/office/drawing/2014/main" val="1298334776"/>
                    </a:ext>
                  </a:extLst>
                </a:gridCol>
              </a:tblGrid>
              <a:tr h="18209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Unsorted arrays /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Linked lists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Sorted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arrays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tables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Common case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(amortized)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tables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Worst case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931537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lookup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O(log 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O(1)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O(n)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68661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insert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O(1)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O(1)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O(n)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663792"/>
                  </a:ext>
                </a:extLst>
              </a:tr>
              <a:tr h="91049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find_min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O(1)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O(n)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064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976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2885D8-B51D-4D75-9BAD-659150C87B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0052" y="367131"/>
          <a:ext cx="6831792" cy="6278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59088">
                  <a:extLst>
                    <a:ext uri="{9D8B030D-6E8A-4147-A177-3AD203B41FA5}">
                      <a16:colId xmlns:a16="http://schemas.microsoft.com/office/drawing/2014/main" val="3109831745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2800993841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1603671354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50937813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3678790856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2358133839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96988228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3402535336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1045560842"/>
                    </a:ext>
                  </a:extLst>
                </a:gridCol>
              </a:tblGrid>
              <a:tr h="627812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-2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19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22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42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65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52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987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EA0A69-56FB-40F8-96BB-5A4A30BC4FD5}"/>
                  </a:ext>
                </a:extLst>
              </p14:cNvPr>
              <p14:cNvContentPartPr/>
              <p14:nvPr/>
            </p14:nvContentPartPr>
            <p14:xfrm>
              <a:off x="3711441" y="1113178"/>
              <a:ext cx="7285320" cy="4806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EA0A69-56FB-40F8-96BB-5A4A30BC4F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02081" y="1103818"/>
                <a:ext cx="7304040" cy="4824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0E190-DEB3-4C46-9BD5-F0AE476FB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1226115"/>
          </a:xfrm>
        </p:spPr>
        <p:txBody>
          <a:bodyPr/>
          <a:lstStyle/>
          <a:p>
            <a:r>
              <a:rPr lang="en-US" dirty="0"/>
              <a:t>Tree terminology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tree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node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root node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inner node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leaf node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child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parent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branch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subtrees</a:t>
            </a:r>
          </a:p>
        </p:txBody>
      </p:sp>
    </p:spTree>
    <p:extLst>
      <p:ext uri="{BB962C8B-B14F-4D97-AF65-F5344CB8AC3E}">
        <p14:creationId xmlns:p14="http://schemas.microsoft.com/office/powerpoint/2010/main" val="384685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2885D8-B51D-4D75-9BAD-659150C87B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048725"/>
              </p:ext>
            </p:extLst>
          </p:nvPr>
        </p:nvGraphicFramePr>
        <p:xfrm>
          <a:off x="5060052" y="367131"/>
          <a:ext cx="6831792" cy="6278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59088">
                  <a:extLst>
                    <a:ext uri="{9D8B030D-6E8A-4147-A177-3AD203B41FA5}">
                      <a16:colId xmlns:a16="http://schemas.microsoft.com/office/drawing/2014/main" val="3109831745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2800993841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1603671354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50937813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3678790856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2358133839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96988228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3402535336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1045560842"/>
                    </a:ext>
                  </a:extLst>
                </a:gridCol>
              </a:tblGrid>
              <a:tr h="627812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-2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19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22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42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65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52549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BB29114-86EF-4D67-BC00-6D2CD5FD099F}"/>
              </a:ext>
            </a:extLst>
          </p:cNvPr>
          <p:cNvSpPr/>
          <p:nvPr/>
        </p:nvSpPr>
        <p:spPr>
          <a:xfrm>
            <a:off x="123416" y="1353928"/>
            <a:ext cx="4818832" cy="1938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</a:rPr>
              <a:t>typedef struct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tree_node</a:t>
            </a:r>
            <a:r>
              <a:rPr lang="en-US" sz="2000" dirty="0">
                <a:latin typeface="Courier New" panose="02070309020205020404" pitchFamily="49" charset="0"/>
              </a:rPr>
              <a:t> tree;</a:t>
            </a:r>
          </a:p>
          <a:p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</a:rPr>
              <a:t>struct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tree_node</a:t>
            </a:r>
            <a:r>
              <a:rPr lang="en-US" sz="2000" dirty="0">
                <a:latin typeface="Courier New" panose="02070309020205020404" pitchFamily="49" charset="0"/>
              </a:rPr>
              <a:t> {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  tree* left;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</a:rPr>
              <a:t>   data;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  tree* right;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};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D60AFD1-7418-4760-86D6-46BF88744E9A}"/>
                  </a:ext>
                </a:extLst>
              </p14:cNvPr>
              <p14:cNvContentPartPr/>
              <p14:nvPr/>
            </p14:nvContentPartPr>
            <p14:xfrm>
              <a:off x="4561920" y="1378800"/>
              <a:ext cx="7062840" cy="3785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D60AFD1-7418-4760-86D6-46BF88744E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2560" y="1369440"/>
                <a:ext cx="7081560" cy="38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3413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2885D8-B51D-4D75-9BAD-659150C87B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0052" y="367131"/>
          <a:ext cx="6831792" cy="6278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59088">
                  <a:extLst>
                    <a:ext uri="{9D8B030D-6E8A-4147-A177-3AD203B41FA5}">
                      <a16:colId xmlns:a16="http://schemas.microsoft.com/office/drawing/2014/main" val="3109831745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2800993841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1603671354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50937813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3678790856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2358133839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96988228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3402535336"/>
                    </a:ext>
                  </a:extLst>
                </a:gridCol>
                <a:gridCol w="759088">
                  <a:extLst>
                    <a:ext uri="{9D8B030D-6E8A-4147-A177-3AD203B41FA5}">
                      <a16:colId xmlns:a16="http://schemas.microsoft.com/office/drawing/2014/main" val="1045560842"/>
                    </a:ext>
                  </a:extLst>
                </a:gridCol>
              </a:tblGrid>
              <a:tr h="627812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-2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19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22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42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65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5254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EA0A69-56FB-40F8-96BB-5A4A30BC4FD5}"/>
                  </a:ext>
                </a:extLst>
              </p14:cNvPr>
              <p14:cNvContentPartPr/>
              <p14:nvPr/>
            </p14:nvContentPartPr>
            <p14:xfrm>
              <a:off x="4350960" y="1376640"/>
              <a:ext cx="7285320" cy="4806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EA0A69-56FB-40F8-96BB-5A4A30BC4F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1600" y="1367280"/>
                <a:ext cx="7304040" cy="48247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C01D2E-616C-4154-9438-FD9583C98672}"/>
              </a:ext>
            </a:extLst>
          </p:cNvPr>
          <p:cNvSpPr txBox="1">
            <a:spLocks/>
          </p:cNvSpPr>
          <p:nvPr/>
        </p:nvSpPr>
        <p:spPr>
          <a:xfrm>
            <a:off x="552099" y="1113178"/>
            <a:ext cx="2903548" cy="231582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Cost: lookup 22</a:t>
            </a:r>
          </a:p>
          <a:p>
            <a:r>
              <a:rPr lang="en-US" dirty="0"/>
              <a:t>Cost: lookup 5</a:t>
            </a:r>
          </a:p>
          <a:p>
            <a:r>
              <a:rPr lang="en-US" dirty="0"/>
              <a:t>Cost: insert 5</a:t>
            </a:r>
          </a:p>
          <a:p>
            <a:r>
              <a:rPr lang="en-US" dirty="0"/>
              <a:t>Cost: </a:t>
            </a:r>
            <a:r>
              <a:rPr lang="en-US" dirty="0" err="1"/>
              <a:t>find_min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85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invariant: Tree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0E190-DEB3-4C46-9BD5-F0AE476FB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3430870" cy="5287622"/>
          </a:xfrm>
        </p:spPr>
        <p:txBody>
          <a:bodyPr/>
          <a:lstStyle/>
          <a:p>
            <a:r>
              <a:rPr lang="en-US" dirty="0" err="1"/>
              <a:t>is_tree</a:t>
            </a:r>
            <a:r>
              <a:rPr lang="en-US" dirty="0"/>
              <a:t>()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Recursive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12069B7-E266-42D6-B070-298EB741BE1A}"/>
              </a:ext>
            </a:extLst>
          </p:cNvPr>
          <p:cNvSpPr txBox="1">
            <a:spLocks/>
          </p:cNvSpPr>
          <p:nvPr/>
        </p:nvSpPr>
        <p:spPr>
          <a:xfrm>
            <a:off x="552099" y="5744822"/>
            <a:ext cx="6627530" cy="9822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Bad pun warning:</a:t>
            </a:r>
          </a:p>
          <a:p>
            <a:r>
              <a:rPr lang="en-US" dirty="0">
                <a:solidFill>
                  <a:schemeClr val="tx1"/>
                </a:solidFill>
              </a:rPr>
              <a:t>Ed Sheeran – </a:t>
            </a:r>
            <a:r>
              <a:rPr lang="en-US" i="1" dirty="0">
                <a:solidFill>
                  <a:schemeClr val="tx1"/>
                </a:solidFill>
              </a:rPr>
              <a:t>Shape of “Yew”</a:t>
            </a:r>
          </a:p>
        </p:txBody>
      </p:sp>
    </p:spTree>
    <p:extLst>
      <p:ext uri="{BB962C8B-B14F-4D97-AF65-F5344CB8AC3E}">
        <p14:creationId xmlns:p14="http://schemas.microsoft.com/office/powerpoint/2010/main" val="263196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0E190-DEB3-4C46-9BD5-F0AE476FB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987292" cy="5287622"/>
          </a:xfrm>
        </p:spPr>
        <p:txBody>
          <a:bodyPr/>
          <a:lstStyle/>
          <a:p>
            <a:r>
              <a:rPr lang="en-US" dirty="0"/>
              <a:t>Which of the following is a good implementation of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(tree* T)</a:t>
            </a:r>
            <a:r>
              <a:rPr lang="en-US" dirty="0"/>
              <a:t>?</a:t>
            </a:r>
          </a:p>
          <a:p>
            <a:r>
              <a:rPr lang="en-US" dirty="0"/>
              <a:t>	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T == NULL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);</a:t>
            </a:r>
          </a:p>
          <a:p>
            <a:endParaRPr lang="en-US" sz="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T == NULL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T-&gt;left == NULL &amp;&amp; T-&gt;right == NULL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);</a:t>
            </a:r>
          </a:p>
          <a:p>
            <a:endParaRPr lang="en-US" sz="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T == NULL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T-&gt;left == NULL &amp;&amp; T-&gt;right == NULL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T-&gt;left == NULL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T-&gt;left == NULL) );</a:t>
            </a:r>
          </a:p>
          <a:p>
            <a:endParaRPr lang="en-US" sz="3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dirty="0"/>
              <a:t>	</a:t>
            </a:r>
            <a:r>
              <a:rPr lang="en-US" dirty="0"/>
              <a:t>None of the above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438A8-75CB-4E08-859D-B2F6C29B14A7}"/>
              </a:ext>
            </a:extLst>
          </p:cNvPr>
          <p:cNvSpPr/>
          <p:nvPr/>
        </p:nvSpPr>
        <p:spPr>
          <a:xfrm>
            <a:off x="653502" y="1710866"/>
            <a:ext cx="419759" cy="402752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6EDB7-06BB-477F-BE16-CB4DA1AAB366}"/>
              </a:ext>
            </a:extLst>
          </p:cNvPr>
          <p:cNvSpPr/>
          <p:nvPr/>
        </p:nvSpPr>
        <p:spPr>
          <a:xfrm>
            <a:off x="652609" y="2729447"/>
            <a:ext cx="419759" cy="402752"/>
          </a:xfrm>
          <a:prstGeom prst="rect">
            <a:avLst/>
          </a:prstGeom>
          <a:solidFill>
            <a:srgbClr val="9BBB59">
              <a:lumMod val="60000"/>
              <a:lumOff val="4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D4EE99-7E6B-4C0C-81B4-5FB5DC476884}"/>
              </a:ext>
            </a:extLst>
          </p:cNvPr>
          <p:cNvSpPr/>
          <p:nvPr/>
        </p:nvSpPr>
        <p:spPr>
          <a:xfrm>
            <a:off x="659114" y="4150781"/>
            <a:ext cx="419759" cy="402752"/>
          </a:xfrm>
          <a:prstGeom prst="rect">
            <a:avLst/>
          </a:prstGeom>
          <a:solidFill>
            <a:srgbClr val="4F81BD">
              <a:lumMod val="60000"/>
              <a:lumOff val="4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35E29-CBD0-418E-9E68-23412254841F}"/>
              </a:ext>
            </a:extLst>
          </p:cNvPr>
          <p:cNvSpPr/>
          <p:nvPr/>
        </p:nvSpPr>
        <p:spPr>
          <a:xfrm>
            <a:off x="672121" y="6317659"/>
            <a:ext cx="419759" cy="402752"/>
          </a:xfrm>
          <a:prstGeom prst="rect">
            <a:avLst/>
          </a:prstGeom>
          <a:solidFill>
            <a:srgbClr val="F5E87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904765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0E190-DEB3-4C46-9BD5-F0AE476FB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987292" cy="5287622"/>
          </a:xfrm>
        </p:spPr>
        <p:txBody>
          <a:bodyPr/>
          <a:lstStyle/>
          <a:p>
            <a:r>
              <a:rPr lang="en-US" dirty="0"/>
              <a:t>Which of the following is a good implementation of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(tree* T)</a:t>
            </a:r>
            <a:r>
              <a:rPr lang="en-US" dirty="0"/>
              <a:t>?</a:t>
            </a:r>
          </a:p>
          <a:p>
            <a:r>
              <a:rPr lang="en-US" dirty="0"/>
              <a:t>	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T == NULL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);</a:t>
            </a:r>
          </a:p>
          <a:p>
            <a:endParaRPr lang="en-US" sz="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T == NULL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T-&gt;left == NULL &amp;&amp; T-&gt;right == NULL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);</a:t>
            </a:r>
          </a:p>
          <a:p>
            <a:endParaRPr lang="en-US" sz="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T == NULL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T-&gt;left == NULL &amp;&amp; T-&gt;right == NULL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T-&gt;left == NULL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T-&gt;left == NULL) );</a:t>
            </a:r>
          </a:p>
          <a:p>
            <a:endParaRPr lang="en-US" sz="3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dirty="0"/>
              <a:t>	</a:t>
            </a:r>
            <a:r>
              <a:rPr lang="en-US" dirty="0"/>
              <a:t>None of the above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438A8-75CB-4E08-859D-B2F6C29B14A7}"/>
              </a:ext>
            </a:extLst>
          </p:cNvPr>
          <p:cNvSpPr/>
          <p:nvPr/>
        </p:nvSpPr>
        <p:spPr>
          <a:xfrm>
            <a:off x="653502" y="1710866"/>
            <a:ext cx="419759" cy="402752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6EDB7-06BB-477F-BE16-CB4DA1AAB366}"/>
              </a:ext>
            </a:extLst>
          </p:cNvPr>
          <p:cNvSpPr/>
          <p:nvPr/>
        </p:nvSpPr>
        <p:spPr>
          <a:xfrm>
            <a:off x="652609" y="2729447"/>
            <a:ext cx="419759" cy="4027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D4EE99-7E6B-4C0C-81B4-5FB5DC476884}"/>
              </a:ext>
            </a:extLst>
          </p:cNvPr>
          <p:cNvSpPr/>
          <p:nvPr/>
        </p:nvSpPr>
        <p:spPr>
          <a:xfrm>
            <a:off x="659114" y="4150781"/>
            <a:ext cx="419759" cy="4027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35E29-CBD0-418E-9E68-23412254841F}"/>
              </a:ext>
            </a:extLst>
          </p:cNvPr>
          <p:cNvSpPr/>
          <p:nvPr/>
        </p:nvSpPr>
        <p:spPr>
          <a:xfrm>
            <a:off x="672121" y="6317659"/>
            <a:ext cx="419759" cy="4027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580064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invariant: Tree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0E190-DEB3-4C46-9BD5-F0AE476FB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9949476" cy="1248555"/>
          </a:xfrm>
        </p:spPr>
        <p:txBody>
          <a:bodyPr/>
          <a:lstStyle/>
          <a:p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is_bst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T){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 == NULL || (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 &amp;&amp;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 );</a:t>
            </a:r>
          </a:p>
          <a:p>
            <a:endParaRPr lang="en-US" sz="2400" dirty="0"/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E68AB4-EE75-4A26-881C-211C22D4B83D}"/>
                  </a:ext>
                </a:extLst>
              </p14:cNvPr>
              <p14:cNvContentPartPr/>
              <p14:nvPr/>
            </p14:nvContentPartPr>
            <p14:xfrm>
              <a:off x="4205106" y="2361733"/>
              <a:ext cx="6044028" cy="405091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E68AB4-EE75-4A26-881C-211C22D4B8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5746" y="2352373"/>
                <a:ext cx="6062748" cy="40696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5792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5400-AE7F-40E7-A7C0-B95A35F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invariant: Binary search tree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0E190-DEB3-4C46-9BD5-F0AE476FB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684564" cy="1214896"/>
          </a:xfrm>
        </p:spPr>
        <p:txBody>
          <a:bodyPr/>
          <a:lstStyle/>
          <a:p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is_bst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T){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is_tree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is_ordered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228EDA-3258-4E1B-962B-9AA759B27B36}"/>
                  </a:ext>
                </a:extLst>
              </p14:cNvPr>
              <p14:cNvContentPartPr/>
              <p14:nvPr/>
            </p14:nvContentPartPr>
            <p14:xfrm>
              <a:off x="4205106" y="2361733"/>
              <a:ext cx="6044028" cy="405091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228EDA-3258-4E1B-962B-9AA759B27B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5746" y="2352373"/>
                <a:ext cx="6062748" cy="40696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7266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8702-645C-4899-9739-05F1C6E8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9FCE-2494-42DC-88A1-80D5F72C3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bst_lookup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T, key k);</a:t>
            </a:r>
          </a:p>
        </p:txBody>
      </p:sp>
    </p:spTree>
    <p:extLst>
      <p:ext uri="{BB962C8B-B14F-4D97-AF65-F5344CB8AC3E}">
        <p14:creationId xmlns:p14="http://schemas.microsoft.com/office/powerpoint/2010/main" val="1101388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8702-645C-4899-9739-05F1C6E8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9FCE-2494-42DC-88A1-80D5F72C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4732250"/>
          </a:xfrm>
        </p:spPr>
        <p:txBody>
          <a:bodyPr/>
          <a:lstStyle/>
          <a:p>
            <a:r>
              <a:rPr lang="en-US" dirty="0"/>
              <a:t>Implementation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is_ordered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T) {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 == NULL) {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true;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key k =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entry_key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(T-&gt;data);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(T-&gt;left  == NULL || T-&gt;left-&gt;data &lt; k)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(T-&gt;right == NULL || k &lt; T-&gt;right-&gt;data)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is_ordered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is_ordered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(T-&gt;right);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1771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8702-645C-4899-9739-05F1C6E8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9FCE-2494-42DC-88A1-80D5F72C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4732250"/>
          </a:xfrm>
        </p:spPr>
        <p:txBody>
          <a:bodyPr/>
          <a:lstStyle/>
          <a:p>
            <a:r>
              <a:rPr lang="en-US" dirty="0"/>
              <a:t>Give leaf values that pass </a:t>
            </a:r>
            <a:r>
              <a:rPr lang="en-US" dirty="0" err="1"/>
              <a:t>is_ordered</a:t>
            </a:r>
            <a:r>
              <a:rPr lang="en-US" dirty="0"/>
              <a:t>, but the tree is NOT ordered?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is_ordered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T) {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 == NULL) {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true;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key k =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entry_key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(T-&gt;data);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(T-&gt;left  == NULL || T-&gt;left-&gt;data &lt; k)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(T-&gt;right == NULL || k &lt; T-&gt;right-&gt;data)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is_ordered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(T-&gt;left)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is_ordered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(T-&gt;right);</a:t>
            </a:r>
          </a:p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C8432-CAAB-4A05-82EB-AEDA78E18D23}"/>
              </a:ext>
            </a:extLst>
          </p:cNvPr>
          <p:cNvSpPr/>
          <p:nvPr/>
        </p:nvSpPr>
        <p:spPr>
          <a:xfrm>
            <a:off x="6686901" y="5991711"/>
            <a:ext cx="914400" cy="5829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36126-B62D-46C3-8FFE-CC19A4D4DF82}"/>
              </a:ext>
            </a:extLst>
          </p:cNvPr>
          <p:cNvSpPr/>
          <p:nvPr/>
        </p:nvSpPr>
        <p:spPr>
          <a:xfrm>
            <a:off x="8157608" y="5993016"/>
            <a:ext cx="914400" cy="5829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888CA-E261-4E14-93C1-169BFCCFB0E3}"/>
              </a:ext>
            </a:extLst>
          </p:cNvPr>
          <p:cNvSpPr txBox="1"/>
          <p:nvPr/>
        </p:nvSpPr>
        <p:spPr>
          <a:xfrm>
            <a:off x="8908387" y="3063989"/>
            <a:ext cx="807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F0D37D-FAC5-4885-B92B-474F3D0E96FF}"/>
              </a:ext>
            </a:extLst>
          </p:cNvPr>
          <p:cNvCxnSpPr/>
          <p:nvPr/>
        </p:nvCxnSpPr>
        <p:spPr>
          <a:xfrm flipH="1">
            <a:off x="7088470" y="5235730"/>
            <a:ext cx="527323" cy="755923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AAD5D3-8EA1-4977-9C9A-BA9B466EA399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8086550" y="5235730"/>
            <a:ext cx="528258" cy="757286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0A8F02-9E7E-4770-9C72-3E06150DD927}"/>
              </a:ext>
            </a:extLst>
          </p:cNvPr>
          <p:cNvSpPr txBox="1"/>
          <p:nvPr/>
        </p:nvSpPr>
        <p:spPr>
          <a:xfrm>
            <a:off x="7450769" y="4527198"/>
            <a:ext cx="807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DA5E7-6A37-43F5-BF1F-F34298A0E5F4}"/>
              </a:ext>
            </a:extLst>
          </p:cNvPr>
          <p:cNvSpPr/>
          <p:nvPr/>
        </p:nvSpPr>
        <p:spPr>
          <a:xfrm>
            <a:off x="9537623" y="5990406"/>
            <a:ext cx="914400" cy="5829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B621EC-E065-469F-AA2F-708B9D920F0F}"/>
              </a:ext>
            </a:extLst>
          </p:cNvPr>
          <p:cNvSpPr/>
          <p:nvPr/>
        </p:nvSpPr>
        <p:spPr>
          <a:xfrm>
            <a:off x="11008330" y="5991711"/>
            <a:ext cx="914400" cy="5829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100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F01CE4-54C5-44B8-91C9-D7EE889C22CC}"/>
              </a:ext>
            </a:extLst>
          </p:cNvPr>
          <p:cNvCxnSpPr/>
          <p:nvPr/>
        </p:nvCxnSpPr>
        <p:spPr>
          <a:xfrm flipH="1">
            <a:off x="9939192" y="5234425"/>
            <a:ext cx="527323" cy="755923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1177D3-1AF6-4E6B-ABB1-6FD5344676D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937272" y="5234425"/>
            <a:ext cx="528258" cy="757286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51FBE3-14F7-4AD8-A99C-D243899EDCB3}"/>
              </a:ext>
            </a:extLst>
          </p:cNvPr>
          <p:cNvSpPr txBox="1"/>
          <p:nvPr/>
        </p:nvSpPr>
        <p:spPr>
          <a:xfrm>
            <a:off x="10301491" y="4525893"/>
            <a:ext cx="807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49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AF8416-694C-40C8-9CE6-1DA704D2C0E6}"/>
              </a:ext>
            </a:extLst>
          </p:cNvPr>
          <p:cNvCxnSpPr>
            <a:cxnSpLocks/>
          </p:cNvCxnSpPr>
          <p:nvPr/>
        </p:nvCxnSpPr>
        <p:spPr>
          <a:xfrm flipH="1">
            <a:off x="8086550" y="3683656"/>
            <a:ext cx="980318" cy="808212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E27666-DB7F-4A3F-8E4B-79DE44C9DD69}"/>
              </a:ext>
            </a:extLst>
          </p:cNvPr>
          <p:cNvCxnSpPr>
            <a:cxnSpLocks/>
          </p:cNvCxnSpPr>
          <p:nvPr/>
        </p:nvCxnSpPr>
        <p:spPr>
          <a:xfrm>
            <a:off x="9537623" y="3683656"/>
            <a:ext cx="914400" cy="842237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657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9FCE-2494-42DC-88A1-80D5F72C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32" y="209998"/>
            <a:ext cx="10515600" cy="5293232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T, entry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Non-empty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key_compare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entry_key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(e),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entry_key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(T-&gt;data));      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T-&gt;data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if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0)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T-&gt;left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(T-&gt;left, e);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T-&gt;right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(T-&gt;right, e);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5E4B19-8EF9-477A-80C8-AF1CD70BDD1E}"/>
                  </a:ext>
                </a:extLst>
              </p14:cNvPr>
              <p14:cNvContentPartPr/>
              <p14:nvPr/>
            </p14:nvContentPartPr>
            <p14:xfrm>
              <a:off x="6765438" y="3034910"/>
              <a:ext cx="4964686" cy="332101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5E4B19-8EF9-477A-80C8-AF1CD70BDD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56078" y="3025550"/>
                <a:ext cx="4983406" cy="3339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141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8702-645C-4899-9739-05F1C6E8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9FCE-2494-42DC-88A1-80D5F72C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293232"/>
          </a:xfrm>
        </p:spPr>
        <p:txBody>
          <a:bodyPr/>
          <a:lstStyle/>
          <a:p>
            <a:r>
              <a:rPr lang="en-US" dirty="0"/>
              <a:t>Implementation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T, entry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 == NULL)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tree* R 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R-&gt;data 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R-&gt;left  = NULL;  // Not necessary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R-&gt;right = NULL;  // Not necessary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 = R;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Non-empty case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5E4B19-8EF9-477A-80C8-AF1CD70BDD1E}"/>
                  </a:ext>
                </a:extLst>
              </p14:cNvPr>
              <p14:cNvContentPartPr/>
              <p14:nvPr/>
            </p14:nvContentPartPr>
            <p14:xfrm>
              <a:off x="6815926" y="241222"/>
              <a:ext cx="4964686" cy="332101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5E4B19-8EF9-477A-80C8-AF1CD70BDD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6566" y="231862"/>
                <a:ext cx="4983406" cy="3339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477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8702-645C-4899-9739-05F1C6E8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9FCE-2494-42DC-88A1-80D5F72C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293232"/>
          </a:xfrm>
        </p:spPr>
        <p:txBody>
          <a:bodyPr/>
          <a:lstStyle/>
          <a:p>
            <a:r>
              <a:rPr lang="en-US" dirty="0"/>
              <a:t>Implementation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tree*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bst_insert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(tree* T, entry e)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Empty case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 == NULL)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tree* R 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(tree);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R-&gt;data  = e;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R-&gt;left  = NULL;  // Not necessary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R-&gt;right = NULL;  // Not necessary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Non-empty case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5E4B19-8EF9-477A-80C8-AF1CD70BDD1E}"/>
                  </a:ext>
                </a:extLst>
              </p14:cNvPr>
              <p14:cNvContentPartPr/>
              <p14:nvPr/>
            </p14:nvContentPartPr>
            <p14:xfrm>
              <a:off x="6815926" y="241222"/>
              <a:ext cx="4964686" cy="332101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5E4B19-8EF9-477A-80C8-AF1CD70BDD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6566" y="231862"/>
                <a:ext cx="4983406" cy="3339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92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6D60-73B4-40A6-8FE3-9F82EA94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with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78FF0-B2F2-484D-A6D4-142269B08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889049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1486</Words>
  <Application>Microsoft Office PowerPoint</Application>
  <PresentationFormat>Widescreen</PresentationFormat>
  <Paragraphs>501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Walk-in warm-up: Complexity</vt:lpstr>
      <vt:lpstr>122 Binary Search Trees</vt:lpstr>
      <vt:lpstr>Last time</vt:lpstr>
      <vt:lpstr>Memory model</vt:lpstr>
      <vt:lpstr>Memory model</vt:lpstr>
      <vt:lpstr>Function pointers</vt:lpstr>
      <vt:lpstr>Function pointers</vt:lpstr>
      <vt:lpstr>Function pointers</vt:lpstr>
      <vt:lpstr>Function pointers</vt:lpstr>
      <vt:lpstr>Function pointers</vt:lpstr>
      <vt:lpstr>Function pointers</vt:lpstr>
      <vt:lpstr>Function pointers</vt:lpstr>
      <vt:lpstr>Function pointers</vt:lpstr>
      <vt:lpstr>Last time</vt:lpstr>
      <vt:lpstr>Walk-in warm-up: Complexity</vt:lpstr>
      <vt:lpstr>Complexity</vt:lpstr>
      <vt:lpstr>Binary search</vt:lpstr>
      <vt:lpstr>Trees</vt:lpstr>
      <vt:lpstr>Binary search tree</vt:lpstr>
      <vt:lpstr>Binary search tree</vt:lpstr>
      <vt:lpstr>Data structure invariant: Tree</vt:lpstr>
      <vt:lpstr>Card question</vt:lpstr>
      <vt:lpstr>Card question</vt:lpstr>
      <vt:lpstr>Data structure invariant: Tree</vt:lpstr>
      <vt:lpstr>Data structure invariant: Binary search tree</vt:lpstr>
      <vt:lpstr>Binary search tree</vt:lpstr>
      <vt:lpstr>Binary search tree</vt:lpstr>
      <vt:lpstr>Question</vt:lpstr>
      <vt:lpstr>PowerPoint Presentation</vt:lpstr>
      <vt:lpstr>Binary search tree</vt:lpstr>
      <vt:lpstr>Binary search tree</vt:lpstr>
      <vt:lpstr>Dictionary with BST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122 Hash Tables</dc:title>
  <dc:creator>Pat Virtue</dc:creator>
  <cp:lastModifiedBy>Pat Virtue</cp:lastModifiedBy>
  <cp:revision>117</cp:revision>
  <dcterms:created xsi:type="dcterms:W3CDTF">2018-10-11T11:39:27Z</dcterms:created>
  <dcterms:modified xsi:type="dcterms:W3CDTF">2018-11-02T02:32:27Z</dcterms:modified>
</cp:coreProperties>
</file>