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8" r:id="rId2"/>
    <p:sldId id="275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3" d="100"/>
          <a:sy n="93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11/3/2018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Abstract BST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44323278"/>
              </p:ext>
            </p:extLst>
          </p:nvPr>
        </p:nvGraphicFramePr>
        <p:xfrm>
          <a:off x="63494" y="5262086"/>
          <a:ext cx="8635994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14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15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16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17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689412" y="4873109"/>
            <a:ext cx="1559586" cy="738227"/>
          </a:xfrm>
          <a:prstGeom prst="straightConnector1">
            <a:avLst/>
          </a:prstGeom>
          <a:ln w="57150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494" y="4503777"/>
            <a:ext cx="375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Binary search always looks here first…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254245" y="5057775"/>
            <a:ext cx="4635500" cy="553561"/>
          </a:xfrm>
          <a:prstGeom prst="straightConnector1">
            <a:avLst/>
          </a:prstGeom>
          <a:ln w="28575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762744" y="5057775"/>
            <a:ext cx="127001" cy="553561"/>
          </a:xfrm>
          <a:prstGeom prst="straightConnector1">
            <a:avLst/>
          </a:prstGeom>
          <a:ln w="28575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48998" y="4688443"/>
            <a:ext cx="470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…and looks at one of these two indices second…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873245" y="6412468"/>
            <a:ext cx="4520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…and looks at one of these four indices third…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28" idx="0"/>
          </p:cNvCxnSpPr>
          <p:nvPr/>
        </p:nvCxnSpPr>
        <p:spPr>
          <a:xfrm flipH="1" flipV="1">
            <a:off x="1317619" y="5738336"/>
            <a:ext cx="2815958" cy="674132"/>
          </a:xfrm>
          <a:prstGeom prst="straightConnector1">
            <a:avLst/>
          </a:prstGeom>
          <a:ln w="12700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0"/>
          </p:cNvCxnSpPr>
          <p:nvPr/>
        </p:nvCxnSpPr>
        <p:spPr>
          <a:xfrm flipH="1" flipV="1">
            <a:off x="3540119" y="5738336"/>
            <a:ext cx="593458" cy="674132"/>
          </a:xfrm>
          <a:prstGeom prst="straightConnector1">
            <a:avLst/>
          </a:prstGeom>
          <a:ln w="12700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0"/>
          </p:cNvCxnSpPr>
          <p:nvPr/>
        </p:nvCxnSpPr>
        <p:spPr>
          <a:xfrm flipV="1">
            <a:off x="4133577" y="5738336"/>
            <a:ext cx="1486167" cy="674132"/>
          </a:xfrm>
          <a:prstGeom prst="straightConnector1">
            <a:avLst/>
          </a:prstGeom>
          <a:ln w="12700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8" idx="0"/>
          </p:cNvCxnSpPr>
          <p:nvPr/>
        </p:nvCxnSpPr>
        <p:spPr>
          <a:xfrm flipV="1">
            <a:off x="4133577" y="5738336"/>
            <a:ext cx="3724542" cy="674132"/>
          </a:xfrm>
          <a:prstGeom prst="straightConnector1">
            <a:avLst/>
          </a:prstGeom>
          <a:ln w="12700" cmpd="sng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abstract-bst1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001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6017418"/>
              </p:ext>
            </p:extLst>
          </p:nvPr>
        </p:nvGraphicFramePr>
        <p:xfrm>
          <a:off x="127006" y="6060440"/>
          <a:ext cx="8635994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  <a:gridCol w="454526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14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15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16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17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abstract-bst2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001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218319" y="4343400"/>
            <a:ext cx="8389815" cy="2361760"/>
            <a:chOff x="218319" y="4420040"/>
            <a:chExt cx="8389815" cy="2361760"/>
          </a:xfrm>
        </p:grpSpPr>
        <p:cxnSp>
          <p:nvCxnSpPr>
            <p:cNvPr id="47" name="Straight Arrow Connector 8"/>
            <p:cNvCxnSpPr>
              <a:stCxn id="49" idx="2"/>
              <a:endCxn id="53" idx="7"/>
            </p:cNvCxnSpPr>
            <p:nvPr/>
          </p:nvCxnSpPr>
          <p:spPr>
            <a:xfrm flipH="1">
              <a:off x="2172123" y="4723335"/>
              <a:ext cx="2096526" cy="5405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8"/>
            <p:cNvCxnSpPr>
              <a:stCxn id="49" idx="6"/>
              <a:endCxn id="104" idx="1"/>
            </p:cNvCxnSpPr>
            <p:nvPr/>
          </p:nvCxnSpPr>
          <p:spPr>
            <a:xfrm>
              <a:off x="4485118" y="4723335"/>
              <a:ext cx="2137502" cy="402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Donut 48"/>
            <p:cNvSpPr/>
            <p:nvPr/>
          </p:nvSpPr>
          <p:spPr>
            <a:xfrm>
              <a:off x="4268649" y="4607892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44374" y="4420040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11</a:t>
              </a:r>
              <a:endParaRPr lang="en-US" dirty="0"/>
            </a:p>
          </p:txBody>
        </p:sp>
        <p:sp>
          <p:nvSpPr>
            <p:cNvPr id="53" name="Donut 52"/>
            <p:cNvSpPr/>
            <p:nvPr/>
          </p:nvSpPr>
          <p:spPr>
            <a:xfrm>
              <a:off x="1987355" y="5230061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752934" y="5106556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7" name="Donut 56"/>
            <p:cNvSpPr/>
            <p:nvPr/>
          </p:nvSpPr>
          <p:spPr>
            <a:xfrm>
              <a:off x="1123755" y="5613346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Arrow Connector 8"/>
            <p:cNvCxnSpPr>
              <a:stCxn id="53" idx="3"/>
              <a:endCxn id="57" idx="7"/>
            </p:cNvCxnSpPr>
            <p:nvPr/>
          </p:nvCxnSpPr>
          <p:spPr>
            <a:xfrm flipH="1">
              <a:off x="1308523" y="5427134"/>
              <a:ext cx="71053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Donut 62"/>
            <p:cNvSpPr/>
            <p:nvPr/>
          </p:nvSpPr>
          <p:spPr>
            <a:xfrm>
              <a:off x="685975" y="5996631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Donut 63"/>
            <p:cNvSpPr/>
            <p:nvPr/>
          </p:nvSpPr>
          <p:spPr>
            <a:xfrm>
              <a:off x="1536465" y="5996631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Donut 64"/>
            <p:cNvSpPr/>
            <p:nvPr/>
          </p:nvSpPr>
          <p:spPr>
            <a:xfrm>
              <a:off x="218319" y="6379916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6" name="Straight Arrow Connector 8"/>
            <p:cNvCxnSpPr>
              <a:stCxn id="57" idx="3"/>
              <a:endCxn id="63" idx="7"/>
            </p:cNvCxnSpPr>
            <p:nvPr/>
          </p:nvCxnSpPr>
          <p:spPr>
            <a:xfrm flipH="1">
              <a:off x="870743" y="5810419"/>
              <a:ext cx="28471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8"/>
            <p:cNvCxnSpPr>
              <a:stCxn id="57" idx="5"/>
              <a:endCxn id="64" idx="1"/>
            </p:cNvCxnSpPr>
            <p:nvPr/>
          </p:nvCxnSpPr>
          <p:spPr>
            <a:xfrm>
              <a:off x="1308523" y="5810419"/>
              <a:ext cx="25964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8"/>
            <p:cNvCxnSpPr>
              <a:stCxn id="63" idx="3"/>
              <a:endCxn id="65" idx="7"/>
            </p:cNvCxnSpPr>
            <p:nvPr/>
          </p:nvCxnSpPr>
          <p:spPr>
            <a:xfrm flipH="1">
              <a:off x="403087" y="6193704"/>
              <a:ext cx="314589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Rectangle 74"/>
            <p:cNvSpPr/>
            <p:nvPr/>
          </p:nvSpPr>
          <p:spPr>
            <a:xfrm>
              <a:off x="792211" y="5478814"/>
              <a:ext cx="3723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-1</a:t>
              </a:r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88145" y="5860828"/>
              <a:ext cx="3723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-6</a:t>
              </a:r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79383" y="6378656"/>
              <a:ext cx="3723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-9</a:t>
              </a:r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79631" y="5996631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89" name="Donut 88"/>
            <p:cNvSpPr/>
            <p:nvPr/>
          </p:nvSpPr>
          <p:spPr>
            <a:xfrm>
              <a:off x="3375391" y="5647158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0" name="Donut 89"/>
            <p:cNvSpPr/>
            <p:nvPr/>
          </p:nvSpPr>
          <p:spPr>
            <a:xfrm>
              <a:off x="2937611" y="6030443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Donut 90"/>
            <p:cNvSpPr/>
            <p:nvPr/>
          </p:nvSpPr>
          <p:spPr>
            <a:xfrm>
              <a:off x="3788101" y="6030443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Donut 91"/>
            <p:cNvSpPr/>
            <p:nvPr/>
          </p:nvSpPr>
          <p:spPr>
            <a:xfrm>
              <a:off x="2469955" y="6413728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93" name="Straight Arrow Connector 8"/>
            <p:cNvCxnSpPr>
              <a:stCxn id="89" idx="3"/>
              <a:endCxn id="90" idx="7"/>
            </p:cNvCxnSpPr>
            <p:nvPr/>
          </p:nvCxnSpPr>
          <p:spPr>
            <a:xfrm flipH="1">
              <a:off x="3122379" y="5844231"/>
              <a:ext cx="28471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8"/>
            <p:cNvCxnSpPr>
              <a:stCxn id="89" idx="5"/>
              <a:endCxn id="91" idx="1"/>
            </p:cNvCxnSpPr>
            <p:nvPr/>
          </p:nvCxnSpPr>
          <p:spPr>
            <a:xfrm>
              <a:off x="3560159" y="5844231"/>
              <a:ext cx="25964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8"/>
            <p:cNvCxnSpPr>
              <a:stCxn id="90" idx="3"/>
              <a:endCxn id="92" idx="7"/>
            </p:cNvCxnSpPr>
            <p:nvPr/>
          </p:nvCxnSpPr>
          <p:spPr>
            <a:xfrm flipH="1">
              <a:off x="2654723" y="6227516"/>
              <a:ext cx="314589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Rectangle 95"/>
            <p:cNvSpPr/>
            <p:nvPr/>
          </p:nvSpPr>
          <p:spPr>
            <a:xfrm>
              <a:off x="2710451" y="5894640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701689" y="6412468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531267" y="6030443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9</a:t>
              </a:r>
              <a:endParaRPr lang="en-US" dirty="0"/>
            </a:p>
          </p:txBody>
        </p:sp>
        <p:cxnSp>
          <p:nvCxnSpPr>
            <p:cNvPr id="99" name="Straight Arrow Connector 8"/>
            <p:cNvCxnSpPr>
              <a:stCxn id="53" idx="5"/>
              <a:endCxn id="89" idx="1"/>
            </p:cNvCxnSpPr>
            <p:nvPr/>
          </p:nvCxnSpPr>
          <p:spPr>
            <a:xfrm>
              <a:off x="2172123" y="5427134"/>
              <a:ext cx="1234969" cy="2538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Rectangle 101"/>
            <p:cNvSpPr/>
            <p:nvPr/>
          </p:nvSpPr>
          <p:spPr>
            <a:xfrm>
              <a:off x="3607546" y="5500248"/>
              <a:ext cx="301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/>
                <a:t>8</a:t>
              </a:r>
            </a:p>
          </p:txBody>
        </p:sp>
        <p:sp>
          <p:nvSpPr>
            <p:cNvPr id="104" name="Donut 103"/>
            <p:cNvSpPr/>
            <p:nvPr/>
          </p:nvSpPr>
          <p:spPr>
            <a:xfrm>
              <a:off x="6590919" y="5092423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775687" y="4941569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29</a:t>
              </a:r>
              <a:endParaRPr lang="en-US" dirty="0"/>
            </a:p>
          </p:txBody>
        </p:sp>
        <p:sp>
          <p:nvSpPr>
            <p:cNvPr id="106" name="Donut 105"/>
            <p:cNvSpPr/>
            <p:nvPr/>
          </p:nvSpPr>
          <p:spPr>
            <a:xfrm>
              <a:off x="5727319" y="5475708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7" name="Straight Arrow Connector 8"/>
            <p:cNvCxnSpPr>
              <a:stCxn id="104" idx="3"/>
              <a:endCxn id="106" idx="7"/>
            </p:cNvCxnSpPr>
            <p:nvPr/>
          </p:nvCxnSpPr>
          <p:spPr>
            <a:xfrm flipH="1">
              <a:off x="5912087" y="5289496"/>
              <a:ext cx="71053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Donut 107"/>
            <p:cNvSpPr/>
            <p:nvPr/>
          </p:nvSpPr>
          <p:spPr>
            <a:xfrm>
              <a:off x="5289539" y="5858993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Donut 108"/>
            <p:cNvSpPr/>
            <p:nvPr/>
          </p:nvSpPr>
          <p:spPr>
            <a:xfrm>
              <a:off x="6140029" y="5858993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Donut 109"/>
            <p:cNvSpPr/>
            <p:nvPr/>
          </p:nvSpPr>
          <p:spPr>
            <a:xfrm>
              <a:off x="4821883" y="6242278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11" name="Straight Arrow Connector 8"/>
            <p:cNvCxnSpPr>
              <a:stCxn id="106" idx="3"/>
              <a:endCxn id="108" idx="7"/>
            </p:cNvCxnSpPr>
            <p:nvPr/>
          </p:nvCxnSpPr>
          <p:spPr>
            <a:xfrm flipH="1">
              <a:off x="5474307" y="5672781"/>
              <a:ext cx="28471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Arrow Connector 8"/>
            <p:cNvCxnSpPr>
              <a:stCxn id="106" idx="5"/>
              <a:endCxn id="109" idx="1"/>
            </p:cNvCxnSpPr>
            <p:nvPr/>
          </p:nvCxnSpPr>
          <p:spPr>
            <a:xfrm>
              <a:off x="5912087" y="5672781"/>
              <a:ext cx="25964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8"/>
            <p:cNvCxnSpPr>
              <a:stCxn id="108" idx="3"/>
              <a:endCxn id="110" idx="7"/>
            </p:cNvCxnSpPr>
            <p:nvPr/>
          </p:nvCxnSpPr>
          <p:spPr>
            <a:xfrm flipH="1">
              <a:off x="5006651" y="6056066"/>
              <a:ext cx="314589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Rectangle 113"/>
            <p:cNvSpPr/>
            <p:nvPr/>
          </p:nvSpPr>
          <p:spPr>
            <a:xfrm>
              <a:off x="5349451" y="5341176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19</a:t>
              </a:r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945385" y="5723190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/>
                <a:t>1</a:t>
              </a:r>
              <a:r>
                <a:rPr lang="en-US" dirty="0" smtClean="0"/>
                <a:t>6</a:t>
              </a:r>
              <a:endParaRPr lang="en-US" dirty="0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959036" y="6241018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15</a:t>
              </a:r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766201" y="5858993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20</a:t>
              </a:r>
              <a:endParaRPr lang="en-US" dirty="0"/>
            </a:p>
          </p:txBody>
        </p:sp>
        <p:sp>
          <p:nvSpPr>
            <p:cNvPr id="118" name="Donut 117"/>
            <p:cNvSpPr/>
            <p:nvPr/>
          </p:nvSpPr>
          <p:spPr>
            <a:xfrm>
              <a:off x="7978955" y="5509520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Donut 118"/>
            <p:cNvSpPr/>
            <p:nvPr/>
          </p:nvSpPr>
          <p:spPr>
            <a:xfrm>
              <a:off x="7541175" y="5892805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Donut 119"/>
            <p:cNvSpPr/>
            <p:nvPr/>
          </p:nvSpPr>
          <p:spPr>
            <a:xfrm>
              <a:off x="8391665" y="5892805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Donut 120"/>
            <p:cNvSpPr/>
            <p:nvPr/>
          </p:nvSpPr>
          <p:spPr>
            <a:xfrm>
              <a:off x="7073519" y="6276090"/>
              <a:ext cx="216469" cy="230885"/>
            </a:xfrm>
            <a:prstGeom prst="don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2" name="Straight Arrow Connector 8"/>
            <p:cNvCxnSpPr>
              <a:stCxn id="118" idx="3"/>
              <a:endCxn id="119" idx="7"/>
            </p:cNvCxnSpPr>
            <p:nvPr/>
          </p:nvCxnSpPr>
          <p:spPr>
            <a:xfrm flipH="1">
              <a:off x="7725943" y="5706593"/>
              <a:ext cx="28471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Arrow Connector 8"/>
            <p:cNvCxnSpPr>
              <a:stCxn id="118" idx="5"/>
              <a:endCxn id="120" idx="1"/>
            </p:cNvCxnSpPr>
            <p:nvPr/>
          </p:nvCxnSpPr>
          <p:spPr>
            <a:xfrm>
              <a:off x="8163723" y="5706593"/>
              <a:ext cx="259643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8"/>
            <p:cNvCxnSpPr>
              <a:stCxn id="119" idx="3"/>
              <a:endCxn id="121" idx="7"/>
            </p:cNvCxnSpPr>
            <p:nvPr/>
          </p:nvCxnSpPr>
          <p:spPr>
            <a:xfrm flipH="1">
              <a:off x="7258287" y="6089878"/>
              <a:ext cx="314589" cy="220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Rectangle 124"/>
            <p:cNvSpPr/>
            <p:nvPr/>
          </p:nvSpPr>
          <p:spPr>
            <a:xfrm>
              <a:off x="7197021" y="5757002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55</a:t>
              </a:r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7188259" y="6274830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42</a:t>
              </a:r>
              <a:endParaRPr lang="en-US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8017837" y="5892805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 smtClean="0"/>
                <a:t>90</a:t>
              </a:r>
              <a:endParaRPr lang="en-US" dirty="0"/>
            </a:p>
          </p:txBody>
        </p:sp>
        <p:cxnSp>
          <p:nvCxnSpPr>
            <p:cNvPr id="128" name="Straight Arrow Connector 8"/>
            <p:cNvCxnSpPr>
              <a:stCxn id="104" idx="5"/>
              <a:endCxn id="118" idx="1"/>
            </p:cNvCxnSpPr>
            <p:nvPr/>
          </p:nvCxnSpPr>
          <p:spPr>
            <a:xfrm>
              <a:off x="6775687" y="5289496"/>
              <a:ext cx="1234969" cy="2538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9" name="Rectangle 128"/>
            <p:cNvSpPr/>
            <p:nvPr/>
          </p:nvSpPr>
          <p:spPr>
            <a:xfrm>
              <a:off x="8146413" y="5362610"/>
              <a:ext cx="4186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dirty="0"/>
                <a:t>8</a:t>
              </a:r>
              <a:r>
                <a:rPr lang="en-US" dirty="0" smtClean="0"/>
                <a:t>8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211858" y="6156535"/>
              <a:ext cx="184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5001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Segments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unched Tape 3"/>
          <p:cNvSpPr/>
          <p:nvPr/>
        </p:nvSpPr>
        <p:spPr>
          <a:xfrm>
            <a:off x="152400" y="6096000"/>
            <a:ext cx="1030671" cy="643324"/>
          </a:xfrm>
          <a:prstGeom prst="flowChartPunchedTap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segment-</a:t>
            </a:r>
            <a:r>
              <a:rPr lang="en-US" dirty="0" err="1" smtClean="0"/>
              <a:t>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28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unched Tape 3"/>
          <p:cNvSpPr/>
          <p:nvPr/>
        </p:nvSpPr>
        <p:spPr>
          <a:xfrm>
            <a:off x="1048954" y="5912506"/>
            <a:ext cx="1030671" cy="643324"/>
          </a:xfrm>
          <a:prstGeom prst="flowChartPunchedTap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/>
          </a:p>
        </p:txBody>
      </p:sp>
      <p:sp>
        <p:nvSpPr>
          <p:cNvPr id="5" name="TextBox 4"/>
          <p:cNvSpPr txBox="1"/>
          <p:nvPr/>
        </p:nvSpPr>
        <p:spPr>
          <a:xfrm>
            <a:off x="0" y="590522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start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610" y="6197679"/>
            <a:ext cx="54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end</a:t>
            </a:r>
          </a:p>
        </p:txBody>
      </p:sp>
      <p:cxnSp>
        <p:nvCxnSpPr>
          <p:cNvPr id="9" name="Straight Arrow Connector 8"/>
          <p:cNvCxnSpPr>
            <a:stCxn id="5" idx="3"/>
            <a:endCxn id="4" idx="1"/>
          </p:cNvCxnSpPr>
          <p:nvPr/>
        </p:nvCxnSpPr>
        <p:spPr>
          <a:xfrm>
            <a:off x="620683" y="6089888"/>
            <a:ext cx="428271" cy="14428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8"/>
          <p:cNvCxnSpPr>
            <a:stCxn id="6" idx="3"/>
            <a:endCxn id="4" idx="3"/>
          </p:cNvCxnSpPr>
          <p:nvPr/>
        </p:nvCxnSpPr>
        <p:spPr>
          <a:xfrm flipV="1">
            <a:off x="620683" y="6234168"/>
            <a:ext cx="1458942" cy="148177"/>
          </a:xfrm>
          <a:prstGeom prst="curvedConnector5">
            <a:avLst>
              <a:gd name="adj1" fmla="val 14677"/>
              <a:gd name="adj2" fmla="val -278592"/>
              <a:gd name="adj3" fmla="val 115669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8"/>
          <p:cNvCxnSpPr>
            <a:stCxn id="43" idx="3"/>
            <a:endCxn id="57" idx="3"/>
          </p:cNvCxnSpPr>
          <p:nvPr/>
        </p:nvCxnSpPr>
        <p:spPr>
          <a:xfrm flipV="1">
            <a:off x="5931636" y="6227802"/>
            <a:ext cx="2902278" cy="184666"/>
          </a:xfrm>
          <a:prstGeom prst="curvedConnector5">
            <a:avLst>
              <a:gd name="adj1" fmla="val 6536"/>
              <a:gd name="adj2" fmla="val -229575"/>
              <a:gd name="adj3" fmla="val 107877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36791" y="6412468"/>
            <a:ext cx="35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IS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860297" y="64124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OR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44477" y="590717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start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23087" y="6199629"/>
            <a:ext cx="54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end</a:t>
            </a:r>
          </a:p>
        </p:txBody>
      </p:sp>
      <p:cxnSp>
        <p:nvCxnSpPr>
          <p:cNvPr id="26" name="Straight Arrow Connector 8"/>
          <p:cNvCxnSpPr>
            <a:stCxn id="24" idx="3"/>
            <a:endCxn id="28" idx="1"/>
          </p:cNvCxnSpPr>
          <p:nvPr/>
        </p:nvCxnSpPr>
        <p:spPr>
          <a:xfrm>
            <a:off x="3365160" y="6091838"/>
            <a:ext cx="428271" cy="154543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8"/>
          <p:cNvCxnSpPr>
            <a:stCxn id="25" idx="3"/>
            <a:endCxn id="28" idx="1"/>
          </p:cNvCxnSpPr>
          <p:nvPr/>
        </p:nvCxnSpPr>
        <p:spPr>
          <a:xfrm flipV="1">
            <a:off x="3365160" y="6246381"/>
            <a:ext cx="428271" cy="13791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45654599"/>
              </p:ext>
            </p:extLst>
          </p:nvPr>
        </p:nvGraphicFramePr>
        <p:xfrm>
          <a:off x="3793431" y="5923801"/>
          <a:ext cx="971616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808"/>
                <a:gridCol w="485808"/>
              </a:tblGrid>
              <a:tr h="13231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data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next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2" name="Straight Arrow Connector 8"/>
          <p:cNvCxnSpPr/>
          <p:nvPr/>
        </p:nvCxnSpPr>
        <p:spPr>
          <a:xfrm flipV="1">
            <a:off x="3793431" y="6199631"/>
            <a:ext cx="490010" cy="36738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8"/>
          <p:cNvCxnSpPr>
            <a:stCxn id="28" idx="2"/>
          </p:cNvCxnSpPr>
          <p:nvPr/>
        </p:nvCxnSpPr>
        <p:spPr>
          <a:xfrm flipH="1" flipV="1">
            <a:off x="3796929" y="6197679"/>
            <a:ext cx="482310" cy="37128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8"/>
          <p:cNvCxnSpPr/>
          <p:nvPr/>
        </p:nvCxnSpPr>
        <p:spPr>
          <a:xfrm flipV="1">
            <a:off x="4275037" y="6201583"/>
            <a:ext cx="490010" cy="36738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8"/>
          <p:cNvCxnSpPr/>
          <p:nvPr/>
        </p:nvCxnSpPr>
        <p:spPr>
          <a:xfrm flipH="1" flipV="1">
            <a:off x="4278535" y="6199631"/>
            <a:ext cx="482310" cy="37128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10953" y="593534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start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89563" y="6227802"/>
            <a:ext cx="54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end</a:t>
            </a:r>
          </a:p>
        </p:txBody>
      </p:sp>
      <p:cxnSp>
        <p:nvCxnSpPr>
          <p:cNvPr id="44" name="Straight Arrow Connector 8"/>
          <p:cNvCxnSpPr>
            <a:stCxn id="42" idx="3"/>
            <a:endCxn id="46" idx="1"/>
          </p:cNvCxnSpPr>
          <p:nvPr/>
        </p:nvCxnSpPr>
        <p:spPr>
          <a:xfrm>
            <a:off x="5931636" y="6120011"/>
            <a:ext cx="428271" cy="154543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26684215"/>
              </p:ext>
            </p:extLst>
          </p:nvPr>
        </p:nvGraphicFramePr>
        <p:xfrm>
          <a:off x="6359907" y="5951974"/>
          <a:ext cx="971616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808"/>
                <a:gridCol w="485808"/>
              </a:tblGrid>
              <a:tr h="13231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data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next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7" name="Punched Tape 56"/>
          <p:cNvSpPr/>
          <p:nvPr/>
        </p:nvSpPr>
        <p:spPr>
          <a:xfrm>
            <a:off x="7803243" y="5906140"/>
            <a:ext cx="1030671" cy="643324"/>
          </a:xfrm>
          <a:prstGeom prst="flowChartPunchedTap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/>
          </a:p>
        </p:txBody>
      </p:sp>
      <p:cxnSp>
        <p:nvCxnSpPr>
          <p:cNvPr id="61" name="Straight Arrow Connector 8"/>
          <p:cNvCxnSpPr>
            <a:endCxn id="57" idx="1"/>
          </p:cNvCxnSpPr>
          <p:nvPr/>
        </p:nvCxnSpPr>
        <p:spPr>
          <a:xfrm flipV="1">
            <a:off x="7064375" y="6227802"/>
            <a:ext cx="738868" cy="184666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segment-cases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28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765" y="5502501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9" name="Straight Arrow Connector 8"/>
          <p:cNvCxnSpPr>
            <a:stCxn id="6" idx="3"/>
            <a:endCxn id="29" idx="0"/>
          </p:cNvCxnSpPr>
          <p:nvPr/>
        </p:nvCxnSpPr>
        <p:spPr>
          <a:xfrm flipV="1">
            <a:off x="620683" y="5352082"/>
            <a:ext cx="874664" cy="335085"/>
          </a:xfrm>
          <a:prstGeom prst="curvedConnector4">
            <a:avLst>
              <a:gd name="adj1" fmla="val 32022"/>
              <a:gd name="adj2" fmla="val 16822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36791" y="5713386"/>
            <a:ext cx="35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IS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090103" y="57133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OR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779242" y="5500547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27" name="Straight Arrow Connector 8"/>
          <p:cNvCxnSpPr>
            <a:stCxn id="25" idx="3"/>
          </p:cNvCxnSpPr>
          <p:nvPr/>
        </p:nvCxnSpPr>
        <p:spPr>
          <a:xfrm>
            <a:off x="3365160" y="5685213"/>
            <a:ext cx="42827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18452158"/>
              </p:ext>
            </p:extLst>
          </p:nvPr>
        </p:nvGraphicFramePr>
        <p:xfrm>
          <a:off x="6269771" y="5105400"/>
          <a:ext cx="1473126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042"/>
                <a:gridCol w="491042"/>
                <a:gridCol w="491042"/>
              </a:tblGrid>
              <a:tr h="13231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data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left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Isosceles Triangle 28"/>
          <p:cNvSpPr/>
          <p:nvPr/>
        </p:nvSpPr>
        <p:spPr>
          <a:xfrm>
            <a:off x="1180862" y="5352082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33" name="Straight Arrow Connector 8"/>
          <p:cNvCxnSpPr/>
          <p:nvPr/>
        </p:nvCxnSpPr>
        <p:spPr>
          <a:xfrm>
            <a:off x="3793431" y="5528720"/>
            <a:ext cx="0" cy="30889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8"/>
          <p:cNvCxnSpPr/>
          <p:nvPr/>
        </p:nvCxnSpPr>
        <p:spPr>
          <a:xfrm>
            <a:off x="3880282" y="5581013"/>
            <a:ext cx="0" cy="21563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21302" y="5529664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47" name="Straight Arrow Connector 8"/>
          <p:cNvCxnSpPr>
            <a:stCxn id="45" idx="3"/>
          </p:cNvCxnSpPr>
          <p:nvPr/>
        </p:nvCxnSpPr>
        <p:spPr>
          <a:xfrm flipV="1">
            <a:off x="5407220" y="5379245"/>
            <a:ext cx="874664" cy="335085"/>
          </a:xfrm>
          <a:prstGeom prst="curvedConnector4">
            <a:avLst>
              <a:gd name="adj1" fmla="val 32022"/>
              <a:gd name="adj2" fmla="val 16822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6437843" y="6001414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sp>
        <p:nvSpPr>
          <p:cNvPr id="50" name="Isosceles Triangle 49"/>
          <p:cNvSpPr/>
          <p:nvPr/>
        </p:nvSpPr>
        <p:spPr>
          <a:xfrm>
            <a:off x="7290834" y="6001414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51" name="Straight Arrow Connector 8"/>
          <p:cNvCxnSpPr>
            <a:endCxn id="49" idx="0"/>
          </p:cNvCxnSpPr>
          <p:nvPr/>
        </p:nvCxnSpPr>
        <p:spPr>
          <a:xfrm rot="5400000">
            <a:off x="6651227" y="5655350"/>
            <a:ext cx="447166" cy="244963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8"/>
          <p:cNvCxnSpPr>
            <a:endCxn id="50" idx="0"/>
          </p:cNvCxnSpPr>
          <p:nvPr/>
        </p:nvCxnSpPr>
        <p:spPr>
          <a:xfrm rot="16200000" flipH="1">
            <a:off x="7332575" y="5728670"/>
            <a:ext cx="447166" cy="9832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bst</a:t>
            </a:r>
            <a:r>
              <a:rPr lang="en-US" dirty="0" smtClean="0"/>
              <a:t>-cases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28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1049" y="5516033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9" name="Straight Arrow Connector 8"/>
          <p:cNvCxnSpPr>
            <a:stCxn id="6" idx="3"/>
            <a:endCxn id="29" idx="0"/>
          </p:cNvCxnSpPr>
          <p:nvPr/>
        </p:nvCxnSpPr>
        <p:spPr>
          <a:xfrm flipV="1">
            <a:off x="696967" y="5365614"/>
            <a:ext cx="874664" cy="335085"/>
          </a:xfrm>
          <a:prstGeom prst="curvedConnector4">
            <a:avLst>
              <a:gd name="adj1" fmla="val 32022"/>
              <a:gd name="adj2" fmla="val 16822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13075" y="5726918"/>
            <a:ext cx="35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IS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166387" y="572691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OR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855526" y="5514079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27" name="Straight Arrow Connector 8"/>
          <p:cNvCxnSpPr>
            <a:stCxn id="25" idx="3"/>
          </p:cNvCxnSpPr>
          <p:nvPr/>
        </p:nvCxnSpPr>
        <p:spPr>
          <a:xfrm>
            <a:off x="3441444" y="5698745"/>
            <a:ext cx="42827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1257146" y="5365614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33" name="Straight Arrow Connector 8"/>
          <p:cNvCxnSpPr/>
          <p:nvPr/>
        </p:nvCxnSpPr>
        <p:spPr>
          <a:xfrm>
            <a:off x="3869715" y="5542252"/>
            <a:ext cx="0" cy="30889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8"/>
          <p:cNvCxnSpPr/>
          <p:nvPr/>
        </p:nvCxnSpPr>
        <p:spPr>
          <a:xfrm>
            <a:off x="3956566" y="5594545"/>
            <a:ext cx="0" cy="21563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97586" y="5543196"/>
            <a:ext cx="5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root</a:t>
            </a:r>
          </a:p>
        </p:txBody>
      </p:sp>
      <p:cxnSp>
        <p:nvCxnSpPr>
          <p:cNvPr id="47" name="Straight Arrow Connector 8"/>
          <p:cNvCxnSpPr>
            <a:stCxn id="45" idx="3"/>
          </p:cNvCxnSpPr>
          <p:nvPr/>
        </p:nvCxnSpPr>
        <p:spPr>
          <a:xfrm flipV="1">
            <a:off x="5483504" y="5392777"/>
            <a:ext cx="874664" cy="335085"/>
          </a:xfrm>
          <a:prstGeom prst="curvedConnector4">
            <a:avLst>
              <a:gd name="adj1" fmla="val 32022"/>
              <a:gd name="adj2" fmla="val 16822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5655452" y="6014946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sp>
        <p:nvSpPr>
          <p:cNvPr id="50" name="Isosceles Triangle 49"/>
          <p:cNvSpPr/>
          <p:nvPr/>
        </p:nvSpPr>
        <p:spPr>
          <a:xfrm>
            <a:off x="6457630" y="6014946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51" name="Straight Arrow Connector 8"/>
          <p:cNvCxnSpPr>
            <a:stCxn id="55" idx="3"/>
            <a:endCxn id="49" idx="0"/>
          </p:cNvCxnSpPr>
          <p:nvPr/>
        </p:nvCxnSpPr>
        <p:spPr>
          <a:xfrm flipH="1">
            <a:off x="5969937" y="5589850"/>
            <a:ext cx="311697" cy="425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8"/>
          <p:cNvCxnSpPr>
            <a:stCxn id="55" idx="5"/>
            <a:endCxn id="50" idx="0"/>
          </p:cNvCxnSpPr>
          <p:nvPr/>
        </p:nvCxnSpPr>
        <p:spPr>
          <a:xfrm>
            <a:off x="6434701" y="5589850"/>
            <a:ext cx="337414" cy="425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Donut 54"/>
          <p:cNvSpPr/>
          <p:nvPr/>
        </p:nvSpPr>
        <p:spPr>
          <a:xfrm>
            <a:off x="6249933" y="5392777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425658" y="5287106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bst-cases2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28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BST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04800" y="4447707"/>
            <a:ext cx="2124726" cy="2181693"/>
            <a:chOff x="304800" y="4447707"/>
            <a:chExt cx="2124726" cy="2181693"/>
          </a:xfrm>
        </p:grpSpPr>
        <p:sp>
          <p:nvSpPr>
            <p:cNvPr id="38" name="Donut 37"/>
            <p:cNvSpPr/>
            <p:nvPr/>
          </p:nvSpPr>
          <p:spPr>
            <a:xfrm>
              <a:off x="1249254" y="481703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807357" y="542487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1724613" y="542487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347301" y="602918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rot="5400000">
              <a:off x="924744" y="5084332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9" idx="3"/>
              <a:endCxn id="41" idx="7"/>
            </p:cNvCxnSpPr>
            <p:nvPr/>
          </p:nvCxnSpPr>
          <p:spPr>
            <a:xfrm rot="5400000">
              <a:off x="465041" y="5688977"/>
              <a:ext cx="441047" cy="3069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8" idx="5"/>
              <a:endCxn id="40" idx="1"/>
            </p:cNvCxnSpPr>
            <p:nvPr/>
          </p:nvCxnSpPr>
          <p:spPr>
            <a:xfrm rot="16200000" flipH="1">
              <a:off x="1372881" y="5075253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onut 72"/>
            <p:cNvSpPr/>
            <p:nvPr/>
          </p:nvSpPr>
          <p:spPr>
            <a:xfrm>
              <a:off x="1217553" y="602918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Arrow Connector 73"/>
            <p:cNvCxnSpPr>
              <a:endCxn id="73" idx="1"/>
            </p:cNvCxnSpPr>
            <p:nvPr/>
          </p:nvCxnSpPr>
          <p:spPr>
            <a:xfrm rot="16200000" flipH="1">
              <a:off x="898290" y="5712030"/>
              <a:ext cx="444575" cy="25735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212443" y="444770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010872" y="5334808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11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31440" y="53348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76158" y="626006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04800" y="626006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</a:p>
          </p:txBody>
        </p:sp>
      </p:grp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bst1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381000" y="4038600"/>
            <a:ext cx="6376689" cy="2607355"/>
            <a:chOff x="381000" y="4174445"/>
            <a:chExt cx="6376689" cy="2607355"/>
          </a:xfrm>
        </p:grpSpPr>
        <p:sp>
          <p:nvSpPr>
            <p:cNvPr id="38" name="Donut 37"/>
            <p:cNvSpPr/>
            <p:nvPr/>
          </p:nvSpPr>
          <p:spPr>
            <a:xfrm>
              <a:off x="1587230" y="4543778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2062589" y="515161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44"/>
            <p:cNvCxnSpPr>
              <a:stCxn id="38" idx="5"/>
              <a:endCxn id="40" idx="1"/>
            </p:cNvCxnSpPr>
            <p:nvPr/>
          </p:nvCxnSpPr>
          <p:spPr>
            <a:xfrm rot="16200000" flipH="1">
              <a:off x="1710857" y="4801992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550419" y="4174446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348848" y="506154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7" name="Donut 86"/>
            <p:cNvSpPr/>
            <p:nvPr/>
          </p:nvSpPr>
          <p:spPr>
            <a:xfrm>
              <a:off x="4776561" y="457759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9" name="Straight Arrow Connector 88"/>
            <p:cNvCxnSpPr>
              <a:stCxn id="87" idx="5"/>
            </p:cNvCxnSpPr>
            <p:nvPr/>
          </p:nvCxnSpPr>
          <p:spPr>
            <a:xfrm rot="16200000" flipH="1">
              <a:off x="4900188" y="4835805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5489799" y="509536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99" name="Donut 98"/>
            <p:cNvSpPr/>
            <p:nvPr/>
          </p:nvSpPr>
          <p:spPr>
            <a:xfrm>
              <a:off x="417811" y="45437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1000" y="417444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739750" y="420825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7" name="Donut 106"/>
            <p:cNvSpPr/>
            <p:nvPr/>
          </p:nvSpPr>
          <p:spPr>
            <a:xfrm>
              <a:off x="5219553" y="518542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8" name="Straight Arrow Connector 107"/>
            <p:cNvCxnSpPr>
              <a:stCxn id="107" idx="5"/>
            </p:cNvCxnSpPr>
            <p:nvPr/>
          </p:nvCxnSpPr>
          <p:spPr>
            <a:xfrm rot="16200000" flipH="1">
              <a:off x="5343180" y="5443641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Donut 108"/>
            <p:cNvSpPr/>
            <p:nvPr/>
          </p:nvSpPr>
          <p:spPr>
            <a:xfrm>
              <a:off x="5683845" y="581498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924504" y="57370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</a:p>
          </p:txBody>
        </p:sp>
        <p:sp>
          <p:nvSpPr>
            <p:cNvPr id="127" name="Donut 126"/>
            <p:cNvSpPr/>
            <p:nvPr/>
          </p:nvSpPr>
          <p:spPr>
            <a:xfrm>
              <a:off x="3351147" y="454378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8" name="Straight Arrow Connector 127"/>
            <p:cNvCxnSpPr>
              <a:stCxn id="127" idx="5"/>
            </p:cNvCxnSpPr>
            <p:nvPr/>
          </p:nvCxnSpPr>
          <p:spPr>
            <a:xfrm rot="16200000" flipH="1">
              <a:off x="3474774" y="4801994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4064385" y="506154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314336" y="417444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31" name="Donut 130"/>
            <p:cNvSpPr/>
            <p:nvPr/>
          </p:nvSpPr>
          <p:spPr>
            <a:xfrm>
              <a:off x="3794139" y="515161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32" name="Straight Arrow Connector 131"/>
            <p:cNvCxnSpPr>
              <a:stCxn id="131" idx="5"/>
            </p:cNvCxnSpPr>
            <p:nvPr/>
          </p:nvCxnSpPr>
          <p:spPr>
            <a:xfrm rot="16200000" flipH="1">
              <a:off x="3917766" y="5409830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Donut 132"/>
            <p:cNvSpPr/>
            <p:nvPr/>
          </p:nvSpPr>
          <p:spPr>
            <a:xfrm>
              <a:off x="4258431" y="578116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4474900" y="570319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</a:p>
          </p:txBody>
        </p:sp>
        <p:cxnSp>
          <p:nvCxnSpPr>
            <p:cNvPr id="135" name="Straight Arrow Connector 134"/>
            <p:cNvCxnSpPr>
              <a:stCxn id="109" idx="5"/>
              <a:endCxn id="139" idx="1"/>
            </p:cNvCxnSpPr>
            <p:nvPr/>
          </p:nvCxnSpPr>
          <p:spPr>
            <a:xfrm rot="16200000" flipH="1">
              <a:off x="5794712" y="6085954"/>
              <a:ext cx="512199" cy="3643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Donut 138"/>
            <p:cNvSpPr/>
            <p:nvPr/>
          </p:nvSpPr>
          <p:spPr>
            <a:xfrm>
              <a:off x="6201308" y="64904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456029" y="641246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bst2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/>
          <p:nvPr/>
        </p:nvGrpSpPr>
        <p:grpSpPr>
          <a:xfrm>
            <a:off x="624377" y="4447707"/>
            <a:ext cx="301660" cy="600217"/>
            <a:chOff x="995827" y="559908"/>
            <a:chExt cx="301660" cy="600217"/>
          </a:xfrm>
        </p:grpSpPr>
        <p:sp>
          <p:nvSpPr>
            <p:cNvPr id="38" name="Donut 37"/>
            <p:cNvSpPr/>
            <p:nvPr/>
          </p:nvSpPr>
          <p:spPr>
            <a:xfrm>
              <a:off x="1032638" y="9292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95827" y="5599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grpSp>
        <p:nvGrpSpPr>
          <p:cNvPr id="3" name="Group 86"/>
          <p:cNvGrpSpPr/>
          <p:nvPr/>
        </p:nvGrpSpPr>
        <p:grpSpPr>
          <a:xfrm>
            <a:off x="1854358" y="4447707"/>
            <a:ext cx="1082663" cy="1256433"/>
            <a:chOff x="3327044" y="483707"/>
            <a:chExt cx="1082663" cy="1256433"/>
          </a:xfrm>
        </p:grpSpPr>
        <p:sp>
          <p:nvSpPr>
            <p:cNvPr id="30" name="Donut 29"/>
            <p:cNvSpPr/>
            <p:nvPr/>
          </p:nvSpPr>
          <p:spPr>
            <a:xfrm>
              <a:off x="4144858" y="85303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/>
          </p:nvSpPr>
          <p:spPr>
            <a:xfrm>
              <a:off x="3702961" y="146087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5400000">
              <a:off x="3820348" y="1120332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4108047" y="48370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327044" y="13708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4" name="Group 87"/>
          <p:cNvGrpSpPr/>
          <p:nvPr/>
        </p:nvGrpSpPr>
        <p:grpSpPr>
          <a:xfrm>
            <a:off x="3865342" y="4447707"/>
            <a:ext cx="1881092" cy="1256433"/>
            <a:chOff x="5604171" y="636108"/>
            <a:chExt cx="1881092" cy="1256433"/>
          </a:xfrm>
        </p:grpSpPr>
        <p:sp>
          <p:nvSpPr>
            <p:cNvPr id="51" name="Donut 50"/>
            <p:cNvSpPr/>
            <p:nvPr/>
          </p:nvSpPr>
          <p:spPr>
            <a:xfrm>
              <a:off x="6421985" y="10054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Donut 51"/>
            <p:cNvSpPr/>
            <p:nvPr/>
          </p:nvSpPr>
          <p:spPr>
            <a:xfrm>
              <a:off x="5980088" y="16132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Donut 52"/>
            <p:cNvSpPr/>
            <p:nvPr/>
          </p:nvSpPr>
          <p:spPr>
            <a:xfrm>
              <a:off x="6897344" y="16132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rot="5400000">
              <a:off x="6097475" y="1272733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51" idx="5"/>
              <a:endCxn id="53" idx="1"/>
            </p:cNvCxnSpPr>
            <p:nvPr/>
          </p:nvCxnSpPr>
          <p:spPr>
            <a:xfrm rot="16200000" flipH="1">
              <a:off x="6545612" y="1263654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6385174" y="6361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183603" y="152320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604171" y="152320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5" name="Group 88"/>
          <p:cNvGrpSpPr/>
          <p:nvPr/>
        </p:nvGrpSpPr>
        <p:grpSpPr>
          <a:xfrm>
            <a:off x="6674755" y="4447707"/>
            <a:ext cx="1881092" cy="2181693"/>
            <a:chOff x="7881298" y="788509"/>
            <a:chExt cx="1881092" cy="2181693"/>
          </a:xfrm>
        </p:grpSpPr>
        <p:sp>
          <p:nvSpPr>
            <p:cNvPr id="66" name="Donut 65"/>
            <p:cNvSpPr/>
            <p:nvPr/>
          </p:nvSpPr>
          <p:spPr>
            <a:xfrm>
              <a:off x="8699112" y="115784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" name="Donut 66"/>
            <p:cNvSpPr/>
            <p:nvPr/>
          </p:nvSpPr>
          <p:spPr>
            <a:xfrm>
              <a:off x="8257215" y="17656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Donut 67"/>
            <p:cNvSpPr/>
            <p:nvPr/>
          </p:nvSpPr>
          <p:spPr>
            <a:xfrm>
              <a:off x="9174471" y="17656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rot="5400000">
              <a:off x="8374602" y="1425134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6" idx="5"/>
              <a:endCxn id="68" idx="1"/>
            </p:cNvCxnSpPr>
            <p:nvPr/>
          </p:nvCxnSpPr>
          <p:spPr>
            <a:xfrm rot="16200000" flipH="1">
              <a:off x="8822739" y="1416055"/>
              <a:ext cx="444575" cy="3222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onut 74"/>
            <p:cNvSpPr/>
            <p:nvPr/>
          </p:nvSpPr>
          <p:spPr>
            <a:xfrm>
              <a:off x="8667411" y="236998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6" name="Straight Arrow Connector 75"/>
            <p:cNvCxnSpPr>
              <a:endCxn id="75" idx="1"/>
            </p:cNvCxnSpPr>
            <p:nvPr/>
          </p:nvCxnSpPr>
          <p:spPr>
            <a:xfrm rot="16200000" flipH="1">
              <a:off x="8348148" y="2052832"/>
              <a:ext cx="444575" cy="25735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8662301" y="78850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460730" y="167561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881298" y="167561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626016" y="260087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bst3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304800" y="3624087"/>
            <a:ext cx="2479851" cy="3005313"/>
            <a:chOff x="753100" y="290286"/>
            <a:chExt cx="2479851" cy="3005313"/>
          </a:xfrm>
        </p:grpSpPr>
        <p:sp>
          <p:nvSpPr>
            <p:cNvPr id="66" name="Donut 65"/>
            <p:cNvSpPr/>
            <p:nvPr/>
          </p:nvSpPr>
          <p:spPr>
            <a:xfrm>
              <a:off x="1966862" y="9292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" name="Donut 66"/>
            <p:cNvSpPr/>
            <p:nvPr/>
          </p:nvSpPr>
          <p:spPr>
            <a:xfrm>
              <a:off x="1524965" y="15370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rot="5400000">
              <a:off x="1642352" y="1196533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6" idx="5"/>
            </p:cNvCxnSpPr>
            <p:nvPr/>
          </p:nvCxnSpPr>
          <p:spPr>
            <a:xfrm rot="16200000" flipH="1">
              <a:off x="2090489" y="1187454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onut 74"/>
            <p:cNvSpPr/>
            <p:nvPr/>
          </p:nvSpPr>
          <p:spPr>
            <a:xfrm>
              <a:off x="1935161" y="214138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6" name="Straight Arrow Connector 75"/>
            <p:cNvCxnSpPr>
              <a:endCxn id="75" idx="1"/>
            </p:cNvCxnSpPr>
            <p:nvPr/>
          </p:nvCxnSpPr>
          <p:spPr>
            <a:xfrm rot="16200000" flipH="1">
              <a:off x="1615898" y="1824231"/>
              <a:ext cx="444575" cy="25735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930051" y="55990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49048" y="144700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893766" y="237226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572104" y="290286"/>
              <a:ext cx="10138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(-∞, +∞)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369651" y="1534915"/>
              <a:ext cx="863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(9, +∞)</a:t>
              </a:r>
              <a:endParaRPr lang="en-US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17832" y="975459"/>
              <a:ext cx="819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(-∞, 9)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53100" y="2205410"/>
              <a:ext cx="819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(-∞, 5)</a:t>
              </a:r>
              <a:endParaRPr lang="en-US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761704" y="1645955"/>
              <a:ext cx="668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(5, 9)</a:t>
              </a:r>
              <a:endParaRPr lang="en-US" dirty="0"/>
            </a:p>
          </p:txBody>
        </p:sp>
        <p:cxnSp>
          <p:nvCxnSpPr>
            <p:cNvPr id="97" name="Straight Connector 96"/>
            <p:cNvCxnSpPr>
              <a:stCxn id="67" idx="3"/>
            </p:cNvCxnSpPr>
            <p:nvPr/>
          </p:nvCxnSpPr>
          <p:spPr>
            <a:xfrm rot="5400000">
              <a:off x="1142926" y="1761455"/>
              <a:ext cx="441046" cy="3864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75" idx="3"/>
            </p:cNvCxnSpPr>
            <p:nvPr/>
          </p:nvCxnSpPr>
          <p:spPr>
            <a:xfrm rot="5400000">
              <a:off x="1457667" y="2405756"/>
              <a:ext cx="576495" cy="4418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75" idx="5"/>
            </p:cNvCxnSpPr>
            <p:nvPr/>
          </p:nvCxnSpPr>
          <p:spPr>
            <a:xfrm rot="16200000" flipH="1">
              <a:off x="2064710" y="2393675"/>
              <a:ext cx="576495" cy="466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1176972" y="2926267"/>
              <a:ext cx="668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(5, 7)</a:t>
              </a:r>
              <a:endParaRPr lang="en-US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251775" y="2926267"/>
              <a:ext cx="668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(7, 9)</a:t>
              </a:r>
              <a:endParaRPr lang="en-US" dirty="0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bst4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bst-ex1</a:t>
            </a: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3352800" y="1600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24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419600" y="2362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33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286000" y="2362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133600" y="3886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38200" y="3886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524000" y="3124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52600" y="4648200"/>
            <a:ext cx="609600" cy="6096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>
            <a:stCxn id="3" idx="5"/>
            <a:endCxn id="4" idx="0"/>
          </p:cNvCxnSpPr>
          <p:nvPr/>
        </p:nvCxnSpPr>
        <p:spPr>
          <a:xfrm rot="16200000" flipH="1">
            <a:off x="4177926" y="1815726"/>
            <a:ext cx="241674" cy="8512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" idx="0"/>
            <a:endCxn id="3" idx="3"/>
          </p:cNvCxnSpPr>
          <p:nvPr/>
        </p:nvCxnSpPr>
        <p:spPr>
          <a:xfrm rot="5400000" flipH="1" flipV="1">
            <a:off x="2895600" y="1815726"/>
            <a:ext cx="241674" cy="8512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5" idx="3"/>
          </p:cNvCxnSpPr>
          <p:nvPr/>
        </p:nvCxnSpPr>
        <p:spPr>
          <a:xfrm rot="5400000" flipH="1" flipV="1">
            <a:off x="1981200" y="2730126"/>
            <a:ext cx="241674" cy="5464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5"/>
            <a:endCxn id="6" idx="0"/>
          </p:cNvCxnSpPr>
          <p:nvPr/>
        </p:nvCxnSpPr>
        <p:spPr>
          <a:xfrm rot="16200000" flipH="1">
            <a:off x="2120526" y="3568326"/>
            <a:ext cx="241674" cy="3940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3"/>
            <a:endCxn id="7" idx="0"/>
          </p:cNvCxnSpPr>
          <p:nvPr/>
        </p:nvCxnSpPr>
        <p:spPr>
          <a:xfrm rot="5400000">
            <a:off x="1257300" y="3530226"/>
            <a:ext cx="241674" cy="4702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9" idx="0"/>
            <a:endCxn id="6" idx="3"/>
          </p:cNvCxnSpPr>
          <p:nvPr/>
        </p:nvCxnSpPr>
        <p:spPr>
          <a:xfrm rot="5400000" flipH="1" flipV="1">
            <a:off x="2019300" y="4444626"/>
            <a:ext cx="241674" cy="1654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283</Words>
  <Application>Microsoft Macintosh PowerPoint</Application>
  <PresentationFormat>On-screen Show (4:3)</PresentationFormat>
  <Paragraphs>187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Pictures for this Lecture</vt:lpstr>
      <vt:lpstr>Abstract BST</vt:lpstr>
      <vt:lpstr>abstract-bst1</vt:lpstr>
      <vt:lpstr>abstract-bst2</vt:lpstr>
      <vt:lpstr>Slide 5</vt:lpstr>
      <vt:lpstr>Segments</vt:lpstr>
      <vt:lpstr>segment-pic</vt:lpstr>
      <vt:lpstr>segment-cases</vt:lpstr>
      <vt:lpstr>bst-cases</vt:lpstr>
      <vt:lpstr>bst-cases2</vt:lpstr>
      <vt:lpstr>BST</vt:lpstr>
      <vt:lpstr>bst1</vt:lpstr>
      <vt:lpstr>bst2</vt:lpstr>
      <vt:lpstr>bst3</vt:lpstr>
      <vt:lpstr>bst4</vt:lpstr>
      <vt:lpstr>bst-ex1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54</cp:revision>
  <dcterms:created xsi:type="dcterms:W3CDTF">2011-02-11T13:14:12Z</dcterms:created>
  <dcterms:modified xsi:type="dcterms:W3CDTF">2018-11-04T01:07:11Z</dcterms:modified>
</cp:coreProperties>
</file>