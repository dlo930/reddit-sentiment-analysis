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8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9" r:id="rId14"/>
    <p:sldId id="293" r:id="rId15"/>
    <p:sldId id="300" r:id="rId16"/>
    <p:sldId id="307" r:id="rId17"/>
    <p:sldId id="294" r:id="rId18"/>
    <p:sldId id="301" r:id="rId19"/>
    <p:sldId id="308" r:id="rId20"/>
    <p:sldId id="295" r:id="rId21"/>
    <p:sldId id="302" r:id="rId22"/>
    <p:sldId id="309" r:id="rId23"/>
    <p:sldId id="296" r:id="rId24"/>
    <p:sldId id="303" r:id="rId25"/>
    <p:sldId id="305" r:id="rId26"/>
    <p:sldId id="304" r:id="rId27"/>
    <p:sldId id="30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114" d="100"/>
          <a:sy n="114" d="100"/>
        </p:scale>
        <p:origin x="-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639096" y="47185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/>
            <p:cNvCxnSpPr>
              <a:stCxn id="39" idx="3"/>
              <a:endCxn id="41" idx="7"/>
            </p:cNvCxnSpPr>
            <p:nvPr/>
          </p:nvCxnSpPr>
          <p:spPr>
            <a:xfrm rot="5400000">
              <a:off x="1083518" y="1572576"/>
              <a:ext cx="441047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39" idx="6"/>
              <a:endCxn id="24" idx="2"/>
            </p:cNvCxnSpPr>
            <p:nvPr/>
          </p:nvCxnSpPr>
          <p:spPr>
            <a:xfrm>
              <a:off x="1642303" y="1423917"/>
              <a:ext cx="1018818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cxnSp>
          <p:nvCxnSpPr>
            <p:cNvPr id="22" name="Straight Arrow Connector 21"/>
            <p:cNvCxnSpPr>
              <a:stCxn id="38" idx="5"/>
              <a:endCxn id="39" idx="1"/>
            </p:cNvCxnSpPr>
            <p:nvPr/>
          </p:nvCxnSpPr>
          <p:spPr>
            <a:xfrm rot="16200000" flipH="1">
              <a:off x="1024031" y="908782"/>
              <a:ext cx="560018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1559" y="123925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2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93084" y="123925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2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93686" y="1054585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2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/>
            <p:cNvCxnSpPr>
              <a:stCxn id="40" idx="3"/>
              <a:endCxn id="24" idx="7"/>
            </p:cNvCxnSpPr>
            <p:nvPr/>
          </p:nvCxnSpPr>
          <p:spPr>
            <a:xfrm rot="5400000">
              <a:off x="2699498" y="929454"/>
              <a:ext cx="559224" cy="26644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3" idx="1"/>
              <a:endCxn id="24" idx="5"/>
            </p:cNvCxnSpPr>
            <p:nvPr/>
          </p:nvCxnSpPr>
          <p:spPr>
            <a:xfrm rot="16200000" flipV="1">
              <a:off x="2758587" y="1592850"/>
              <a:ext cx="441047" cy="26644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276411" y="757193"/>
              <a:ext cx="301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1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42" name="Straight Connector 41"/>
            <p:cNvCxnSpPr>
              <a:stCxn id="40" idx="4"/>
              <a:endCxn id="23" idx="0"/>
            </p:cNvCxnSpPr>
            <p:nvPr/>
          </p:nvCxnSpPr>
          <p:spPr>
            <a:xfrm rot="5400000">
              <a:off x="2640910" y="1364828"/>
              <a:ext cx="1095908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8" idx="4"/>
              <a:endCxn id="41" idx="0"/>
            </p:cNvCxnSpPr>
            <p:nvPr/>
          </p:nvCxnSpPr>
          <p:spPr>
            <a:xfrm rot="5400000">
              <a:off x="525662" y="1364431"/>
              <a:ext cx="109670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654471" y="1644242"/>
              <a:ext cx="301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1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43200" y="750440"/>
              <a:ext cx="301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1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70721" y="1611976"/>
              <a:ext cx="301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smtClean="0">
                  <a:solidFill>
                    <a:srgbClr val="0070C0"/>
                  </a:solidFill>
                </a:rPr>
                <a:t>1</a:t>
              </a:r>
              <a:endParaRPr lang="en-US" sz="1600" i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39096" y="47185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/>
            <p:cNvCxnSpPr>
              <a:stCxn id="39" idx="3"/>
              <a:endCxn id="41" idx="7"/>
            </p:cNvCxnSpPr>
            <p:nvPr/>
          </p:nvCxnSpPr>
          <p:spPr>
            <a:xfrm rot="5400000">
              <a:off x="1083518" y="1572576"/>
              <a:ext cx="441047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39" idx="6"/>
              <a:endCxn id="24" idx="2"/>
            </p:cNvCxnSpPr>
            <p:nvPr/>
          </p:nvCxnSpPr>
          <p:spPr>
            <a:xfrm>
              <a:off x="1642303" y="1423917"/>
              <a:ext cx="1018818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cxnSp>
          <p:nvCxnSpPr>
            <p:cNvPr id="22" name="Straight Arrow Connector 21"/>
            <p:cNvCxnSpPr>
              <a:stCxn id="38" idx="5"/>
              <a:endCxn id="39" idx="1"/>
            </p:cNvCxnSpPr>
            <p:nvPr/>
          </p:nvCxnSpPr>
          <p:spPr>
            <a:xfrm rot="16200000" flipH="1">
              <a:off x="1024031" y="908782"/>
              <a:ext cx="560018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/>
            <p:cNvCxnSpPr>
              <a:stCxn id="40" idx="3"/>
              <a:endCxn id="24" idx="7"/>
            </p:cNvCxnSpPr>
            <p:nvPr/>
          </p:nvCxnSpPr>
          <p:spPr>
            <a:xfrm rot="5400000">
              <a:off x="2699498" y="929454"/>
              <a:ext cx="559224" cy="26644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3" idx="1"/>
              <a:endCxn id="24" idx="5"/>
            </p:cNvCxnSpPr>
            <p:nvPr/>
          </p:nvCxnSpPr>
          <p:spPr>
            <a:xfrm rot="16200000" flipV="1">
              <a:off x="2758587" y="1592850"/>
              <a:ext cx="441047" cy="26644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42" name="Straight Connector 41"/>
            <p:cNvCxnSpPr>
              <a:stCxn id="40" idx="4"/>
              <a:endCxn id="23" idx="0"/>
            </p:cNvCxnSpPr>
            <p:nvPr/>
          </p:nvCxnSpPr>
          <p:spPr>
            <a:xfrm rot="5400000">
              <a:off x="2640910" y="1364828"/>
              <a:ext cx="1095908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8" idx="4"/>
              <a:endCxn id="41" idx="0"/>
            </p:cNvCxnSpPr>
            <p:nvPr/>
          </p:nvCxnSpPr>
          <p:spPr>
            <a:xfrm rot="5400000">
              <a:off x="525662" y="1364431"/>
              <a:ext cx="109670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Forests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forest0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639096" y="4648200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52" name="Straight Connector 51"/>
            <p:cNvCxnSpPr>
              <a:stCxn id="41" idx="7"/>
              <a:endCxn id="39" idx="3"/>
            </p:cNvCxnSpPr>
            <p:nvPr/>
          </p:nvCxnSpPr>
          <p:spPr>
            <a:xfrm rot="5400000" flipH="1" flipV="1">
              <a:off x="1083517" y="1572577"/>
              <a:ext cx="441047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forest1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639096" y="4724400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52" name="Straight Connector 51"/>
            <p:cNvCxnSpPr>
              <a:stCxn id="41" idx="7"/>
              <a:endCxn id="39" idx="3"/>
            </p:cNvCxnSpPr>
            <p:nvPr/>
          </p:nvCxnSpPr>
          <p:spPr>
            <a:xfrm rot="5400000" flipH="1" flipV="1">
              <a:off x="1083517" y="1572577"/>
              <a:ext cx="441047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1"/>
              <a:endCxn id="38" idx="5"/>
            </p:cNvCxnSpPr>
            <p:nvPr/>
          </p:nvCxnSpPr>
          <p:spPr>
            <a:xfrm rot="16200000" flipV="1">
              <a:off x="1024032" y="908782"/>
              <a:ext cx="560018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forest2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639096" y="47185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52" name="Straight Connector 51"/>
            <p:cNvCxnSpPr>
              <a:stCxn id="41" idx="7"/>
              <a:endCxn id="39" idx="3"/>
            </p:cNvCxnSpPr>
            <p:nvPr/>
          </p:nvCxnSpPr>
          <p:spPr>
            <a:xfrm rot="5400000" flipH="1" flipV="1">
              <a:off x="1083517" y="1572577"/>
              <a:ext cx="441047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1"/>
              <a:endCxn id="38" idx="5"/>
            </p:cNvCxnSpPr>
            <p:nvPr/>
          </p:nvCxnSpPr>
          <p:spPr>
            <a:xfrm rot="16200000" flipV="1">
              <a:off x="1024032" y="908782"/>
              <a:ext cx="560018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3" idx="1"/>
              <a:endCxn id="24" idx="5"/>
            </p:cNvCxnSpPr>
            <p:nvPr/>
          </p:nvCxnSpPr>
          <p:spPr>
            <a:xfrm rot="16200000" flipV="1">
              <a:off x="2758587" y="1592850"/>
              <a:ext cx="441047" cy="266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40" idx="3"/>
              <a:endCxn id="24" idx="7"/>
            </p:cNvCxnSpPr>
            <p:nvPr/>
          </p:nvCxnSpPr>
          <p:spPr>
            <a:xfrm rot="5400000">
              <a:off x="2699498" y="929454"/>
              <a:ext cx="559224" cy="266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forest4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39096" y="4724400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cxnSp>
          <p:nvCxnSpPr>
            <p:cNvPr id="52" name="Straight Connector 51"/>
            <p:cNvCxnSpPr>
              <a:stCxn id="41" idx="7"/>
              <a:endCxn id="39" idx="3"/>
            </p:cNvCxnSpPr>
            <p:nvPr/>
          </p:nvCxnSpPr>
          <p:spPr>
            <a:xfrm rot="5400000" flipH="1" flipV="1">
              <a:off x="1083517" y="1572577"/>
              <a:ext cx="441047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1"/>
              <a:endCxn id="38" idx="5"/>
            </p:cNvCxnSpPr>
            <p:nvPr/>
          </p:nvCxnSpPr>
          <p:spPr>
            <a:xfrm rot="16200000" flipV="1">
              <a:off x="1024032" y="908782"/>
              <a:ext cx="560018" cy="306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3" idx="1"/>
              <a:endCxn id="24" idx="5"/>
            </p:cNvCxnSpPr>
            <p:nvPr/>
          </p:nvCxnSpPr>
          <p:spPr>
            <a:xfrm rot="16200000" flipV="1">
              <a:off x="2758587" y="1592850"/>
              <a:ext cx="441047" cy="266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40" idx="3"/>
              <a:endCxn id="24" idx="7"/>
            </p:cNvCxnSpPr>
            <p:nvPr/>
          </p:nvCxnSpPr>
          <p:spPr>
            <a:xfrm rot="5400000">
              <a:off x="2699498" y="929454"/>
              <a:ext cx="559224" cy="266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39" idx="6"/>
              <a:endCxn id="24" idx="2"/>
            </p:cNvCxnSpPr>
            <p:nvPr/>
          </p:nvCxnSpPr>
          <p:spPr>
            <a:xfrm>
              <a:off x="1642303" y="1423917"/>
              <a:ext cx="1018818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UFS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615188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578104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999" y="541020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ufs0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ufg0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61061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573532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999" y="536448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ufs1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ufg1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39" idx="3"/>
            <a:endCxn id="41" idx="7"/>
          </p:cNvCxnSpPr>
          <p:nvPr/>
        </p:nvCxnSpPr>
        <p:spPr>
          <a:xfrm rot="5400000">
            <a:off x="1083518" y="5698936"/>
            <a:ext cx="441047" cy="3069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ufsg2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350520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13436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99" y="276352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5030022" y="2608498"/>
            <a:ext cx="2285178" cy="1297037"/>
            <a:chOff x="4953000" y="2193772"/>
            <a:chExt cx="3032867" cy="1721415"/>
          </a:xfrm>
        </p:grpSpPr>
        <p:sp>
          <p:nvSpPr>
            <p:cNvPr id="7" name="Donut 6"/>
            <p:cNvSpPr/>
            <p:nvPr/>
          </p:nvSpPr>
          <p:spPr>
            <a:xfrm>
              <a:off x="5279682" y="22629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8" name="Donut 7"/>
            <p:cNvSpPr/>
            <p:nvPr/>
          </p:nvSpPr>
          <p:spPr>
            <a:xfrm>
              <a:off x="5739738" y="29862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/>
          </p:nvSpPr>
          <p:spPr>
            <a:xfrm>
              <a:off x="7394533" y="22637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/>
          </p:nvSpPr>
          <p:spPr>
            <a:xfrm>
              <a:off x="5279682" y="35905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53000" y="2193772"/>
              <a:ext cx="391885" cy="408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D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00213" y="2641132"/>
              <a:ext cx="362100" cy="408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E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11002" y="2193772"/>
              <a:ext cx="312906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</a:t>
              </a:r>
              <a:endParaRPr 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11002" y="3506708"/>
              <a:ext cx="374865" cy="408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61453" y="3506708"/>
              <a:ext cx="383375" cy="408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A</a:t>
              </a:r>
              <a:endParaRPr lang="en-US" sz="1400" dirty="0"/>
            </a:p>
          </p:txBody>
        </p:sp>
        <p:sp>
          <p:nvSpPr>
            <p:cNvPr id="16" name="Donut 15"/>
            <p:cNvSpPr/>
            <p:nvPr/>
          </p:nvSpPr>
          <p:spPr>
            <a:xfrm>
              <a:off x="7394533" y="35905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" name="Donut 16"/>
            <p:cNvSpPr/>
            <p:nvPr/>
          </p:nvSpPr>
          <p:spPr>
            <a:xfrm>
              <a:off x="6975025" y="29862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34883" y="2626565"/>
              <a:ext cx="353590" cy="408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</a:t>
              </a:r>
              <a:endParaRPr lang="en-US" sz="1400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5400000">
              <a:off x="4839566" y="3042231"/>
              <a:ext cx="1096702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5397422" y="3250376"/>
              <a:ext cx="441047" cy="306989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61061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573532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999" y="536448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ufs2</a:t>
            </a:r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ufg2</a:t>
            </a:r>
            <a:endParaRPr lang="en-US" dirty="0"/>
          </a:p>
        </p:txBody>
      </p:sp>
      <p:cxnSp>
        <p:nvCxnSpPr>
          <p:cNvPr id="64" name="Straight Arrow Connector 63"/>
          <p:cNvCxnSpPr>
            <a:stCxn id="38" idx="4"/>
            <a:endCxn id="41" idx="0"/>
          </p:cNvCxnSpPr>
          <p:nvPr/>
        </p:nvCxnSpPr>
        <p:spPr>
          <a:xfrm rot="5400000">
            <a:off x="525662" y="5490791"/>
            <a:ext cx="1096702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9" idx="3"/>
            <a:endCxn id="41" idx="7"/>
          </p:cNvCxnSpPr>
          <p:nvPr/>
        </p:nvCxnSpPr>
        <p:spPr>
          <a:xfrm rot="5400000">
            <a:off x="1083518" y="5698936"/>
            <a:ext cx="441047" cy="306989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ufsg4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5751" y="348488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5751" y="311404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5750" y="274320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4" name="Group 43"/>
          <p:cNvGrpSpPr>
            <a:grpSpLocks noChangeAspect="1"/>
          </p:cNvGrpSpPr>
          <p:nvPr/>
        </p:nvGrpSpPr>
        <p:grpSpPr>
          <a:xfrm>
            <a:off x="5029200" y="2590800"/>
            <a:ext cx="2286000" cy="1297500"/>
            <a:chOff x="639096" y="4642332"/>
            <a:chExt cx="3025077" cy="1711691"/>
          </a:xfrm>
        </p:grpSpPr>
        <p:sp>
          <p:nvSpPr>
            <p:cNvPr id="28" name="Donut 27"/>
            <p:cNvSpPr/>
            <p:nvPr/>
          </p:nvSpPr>
          <p:spPr>
            <a:xfrm>
              <a:off x="965778" y="471155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" name="Donut 28"/>
            <p:cNvSpPr/>
            <p:nvPr/>
          </p:nvSpPr>
          <p:spPr>
            <a:xfrm>
              <a:off x="1425834" y="543483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0" name="Donut 29"/>
            <p:cNvSpPr/>
            <p:nvPr/>
          </p:nvSpPr>
          <p:spPr>
            <a:xfrm>
              <a:off x="3080629" y="471234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/>
          </p:nvSpPr>
          <p:spPr>
            <a:xfrm>
              <a:off x="965778" y="603914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9096" y="4642332"/>
              <a:ext cx="383741" cy="39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D</a:t>
              </a:r>
              <a:endParaRPr lang="en-US" sz="14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86309" y="5089692"/>
              <a:ext cx="354575" cy="39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E</a:t>
              </a:r>
              <a:endParaRPr lang="en-US" sz="14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297098" y="4642332"/>
              <a:ext cx="312906" cy="39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</a:t>
              </a:r>
              <a:endParaRPr lang="en-US" sz="14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97098" y="5955267"/>
              <a:ext cx="367075" cy="39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B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7549" y="5955267"/>
              <a:ext cx="375408" cy="39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A</a:t>
              </a:r>
              <a:endParaRPr lang="en-US" sz="1400" dirty="0"/>
            </a:p>
          </p:txBody>
        </p:sp>
        <p:sp>
          <p:nvSpPr>
            <p:cNvPr id="37" name="Donut 36"/>
            <p:cNvSpPr/>
            <p:nvPr/>
          </p:nvSpPr>
          <p:spPr>
            <a:xfrm>
              <a:off x="3080629" y="603914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8" name="Donut 37"/>
            <p:cNvSpPr/>
            <p:nvPr/>
          </p:nvSpPr>
          <p:spPr>
            <a:xfrm>
              <a:off x="2661121" y="543483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520979" y="5075126"/>
              <a:ext cx="346242" cy="39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</a:t>
              </a:r>
              <a:endParaRPr lang="en-US" sz="1400" dirty="0"/>
            </a:p>
          </p:txBody>
        </p:sp>
        <p:cxnSp>
          <p:nvCxnSpPr>
            <p:cNvPr id="40" name="Straight Arrow Connector 39"/>
            <p:cNvCxnSpPr>
              <a:stCxn id="28" idx="4"/>
              <a:endCxn id="31" idx="0"/>
            </p:cNvCxnSpPr>
            <p:nvPr/>
          </p:nvCxnSpPr>
          <p:spPr>
            <a:xfrm rot="5400000">
              <a:off x="525662" y="5490791"/>
              <a:ext cx="1096702" cy="1588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9" idx="3"/>
              <a:endCxn id="31" idx="7"/>
            </p:cNvCxnSpPr>
            <p:nvPr/>
          </p:nvCxnSpPr>
          <p:spPr>
            <a:xfrm rot="5400000">
              <a:off x="1083518" y="5698936"/>
              <a:ext cx="441047" cy="306989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0" idx="3"/>
              <a:endCxn id="38" idx="7"/>
            </p:cNvCxnSpPr>
            <p:nvPr/>
          </p:nvCxnSpPr>
          <p:spPr>
            <a:xfrm rot="5400000">
              <a:off x="2699498" y="5055814"/>
              <a:ext cx="559224" cy="26644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7" idx="1"/>
              <a:endCxn id="38" idx="5"/>
            </p:cNvCxnSpPr>
            <p:nvPr/>
          </p:nvCxnSpPr>
          <p:spPr>
            <a:xfrm rot="16200000" flipV="1">
              <a:off x="2758587" y="5719210"/>
              <a:ext cx="441047" cy="26644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61061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573532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999" y="536448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ufs4</a:t>
            </a:r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ufg4</a:t>
            </a:r>
            <a:endParaRPr lang="en-US" dirty="0"/>
          </a:p>
        </p:txBody>
      </p:sp>
      <p:cxnSp>
        <p:nvCxnSpPr>
          <p:cNvPr id="64" name="Straight Arrow Connector 63"/>
          <p:cNvCxnSpPr>
            <a:stCxn id="38" idx="4"/>
            <a:endCxn id="41" idx="0"/>
          </p:cNvCxnSpPr>
          <p:nvPr/>
        </p:nvCxnSpPr>
        <p:spPr>
          <a:xfrm rot="5400000">
            <a:off x="525662" y="5490791"/>
            <a:ext cx="1096702" cy="158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9" idx="3"/>
            <a:endCxn id="41" idx="7"/>
          </p:cNvCxnSpPr>
          <p:nvPr/>
        </p:nvCxnSpPr>
        <p:spPr>
          <a:xfrm rot="5400000">
            <a:off x="1083518" y="5698936"/>
            <a:ext cx="441047" cy="306989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0" idx="3"/>
            <a:endCxn id="24" idx="7"/>
          </p:cNvCxnSpPr>
          <p:nvPr/>
        </p:nvCxnSpPr>
        <p:spPr>
          <a:xfrm rot="5400000">
            <a:off x="2699498" y="5055814"/>
            <a:ext cx="559224" cy="2664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3" idx="1"/>
            <a:endCxn id="24" idx="5"/>
          </p:cNvCxnSpPr>
          <p:nvPr/>
        </p:nvCxnSpPr>
        <p:spPr>
          <a:xfrm rot="16200000" flipV="1">
            <a:off x="2758587" y="5719210"/>
            <a:ext cx="441047" cy="2664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ufsg5</a:t>
            </a:r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9601" y="348488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09601" y="311404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274320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4" name="Group 63"/>
          <p:cNvGrpSpPr>
            <a:grpSpLocks noChangeAspect="1"/>
          </p:cNvGrpSpPr>
          <p:nvPr/>
        </p:nvGrpSpPr>
        <p:grpSpPr>
          <a:xfrm>
            <a:off x="5029200" y="2633751"/>
            <a:ext cx="2286000" cy="1252449"/>
            <a:chOff x="639096" y="4642332"/>
            <a:chExt cx="2970908" cy="1627695"/>
          </a:xfrm>
        </p:grpSpPr>
        <p:sp>
          <p:nvSpPr>
            <p:cNvPr id="47" name="Donut 46"/>
            <p:cNvSpPr/>
            <p:nvPr/>
          </p:nvSpPr>
          <p:spPr>
            <a:xfrm>
              <a:off x="965778" y="471155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8" name="Donut 47"/>
            <p:cNvSpPr/>
            <p:nvPr/>
          </p:nvSpPr>
          <p:spPr>
            <a:xfrm>
              <a:off x="1425834" y="543483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9" name="Donut 48"/>
            <p:cNvSpPr/>
            <p:nvPr/>
          </p:nvSpPr>
          <p:spPr>
            <a:xfrm>
              <a:off x="3080629" y="471234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0" name="Donut 49"/>
            <p:cNvSpPr/>
            <p:nvPr/>
          </p:nvSpPr>
          <p:spPr>
            <a:xfrm>
              <a:off x="965778" y="603914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9096" y="4642332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D</a:t>
              </a:r>
              <a:endParaRPr lang="en-US" sz="14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486309" y="5089692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E</a:t>
              </a:r>
              <a:endParaRPr lang="en-US" sz="14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97098" y="4642332"/>
              <a:ext cx="3129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</a:t>
              </a:r>
              <a:endParaRPr lang="en-US" sz="14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97098" y="5955268"/>
              <a:ext cx="282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B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7549" y="5955268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A</a:t>
              </a:r>
              <a:endParaRPr lang="en-US" sz="1400" dirty="0"/>
            </a:p>
          </p:txBody>
        </p:sp>
        <p:sp>
          <p:nvSpPr>
            <p:cNvPr id="56" name="Donut 55"/>
            <p:cNvSpPr/>
            <p:nvPr/>
          </p:nvSpPr>
          <p:spPr>
            <a:xfrm>
              <a:off x="3080629" y="603914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7" name="Donut 56"/>
            <p:cNvSpPr/>
            <p:nvPr/>
          </p:nvSpPr>
          <p:spPr>
            <a:xfrm>
              <a:off x="2661121" y="543483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520979" y="5075125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</a:t>
              </a:r>
              <a:endParaRPr lang="en-US" sz="1400" dirty="0"/>
            </a:p>
          </p:txBody>
        </p:sp>
        <p:cxnSp>
          <p:nvCxnSpPr>
            <p:cNvPr id="59" name="Straight Arrow Connector 58"/>
            <p:cNvCxnSpPr>
              <a:stCxn id="47" idx="4"/>
              <a:endCxn id="50" idx="0"/>
            </p:cNvCxnSpPr>
            <p:nvPr/>
          </p:nvCxnSpPr>
          <p:spPr>
            <a:xfrm rot="5400000">
              <a:off x="525662" y="5490791"/>
              <a:ext cx="1096702" cy="1588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48" idx="3"/>
              <a:endCxn id="50" idx="7"/>
            </p:cNvCxnSpPr>
            <p:nvPr/>
          </p:nvCxnSpPr>
          <p:spPr>
            <a:xfrm rot="5400000">
              <a:off x="1083518" y="5698936"/>
              <a:ext cx="441047" cy="306989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9" idx="3"/>
              <a:endCxn id="57" idx="7"/>
            </p:cNvCxnSpPr>
            <p:nvPr/>
          </p:nvCxnSpPr>
          <p:spPr>
            <a:xfrm rot="5400000">
              <a:off x="2699498" y="5055814"/>
              <a:ext cx="559224" cy="266441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56" idx="1"/>
              <a:endCxn id="57" idx="5"/>
            </p:cNvCxnSpPr>
            <p:nvPr/>
          </p:nvCxnSpPr>
          <p:spPr>
            <a:xfrm rot="16200000" flipV="1">
              <a:off x="2758587" y="5719210"/>
              <a:ext cx="441047" cy="266441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57" idx="1"/>
              <a:endCxn id="47" idx="6"/>
            </p:cNvCxnSpPr>
            <p:nvPr/>
          </p:nvCxnSpPr>
          <p:spPr>
            <a:xfrm rot="16200000" flipV="1">
              <a:off x="1616711" y="4392534"/>
              <a:ext cx="641648" cy="1510575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61061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5735320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999" y="5364480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ufs5</a:t>
            </a:r>
            <a:endParaRPr 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ufg5</a:t>
            </a:r>
            <a:endParaRPr lang="en-US" dirty="0"/>
          </a:p>
        </p:txBody>
      </p:sp>
      <p:cxnSp>
        <p:nvCxnSpPr>
          <p:cNvPr id="64" name="Straight Arrow Connector 63"/>
          <p:cNvCxnSpPr>
            <a:stCxn id="38" idx="4"/>
            <a:endCxn id="41" idx="0"/>
          </p:cNvCxnSpPr>
          <p:nvPr/>
        </p:nvCxnSpPr>
        <p:spPr>
          <a:xfrm rot="5400000">
            <a:off x="525662" y="5490791"/>
            <a:ext cx="1096702" cy="158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9" idx="3"/>
            <a:endCxn id="41" idx="7"/>
          </p:cNvCxnSpPr>
          <p:nvPr/>
        </p:nvCxnSpPr>
        <p:spPr>
          <a:xfrm rot="5400000">
            <a:off x="1083518" y="5698936"/>
            <a:ext cx="441047" cy="306989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0" idx="3"/>
            <a:endCxn id="24" idx="7"/>
          </p:cNvCxnSpPr>
          <p:nvPr/>
        </p:nvCxnSpPr>
        <p:spPr>
          <a:xfrm rot="5400000">
            <a:off x="2699498" y="5055814"/>
            <a:ext cx="559224" cy="26644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3" idx="1"/>
            <a:endCxn id="24" idx="5"/>
          </p:cNvCxnSpPr>
          <p:nvPr/>
        </p:nvCxnSpPr>
        <p:spPr>
          <a:xfrm rot="16200000" flipV="1">
            <a:off x="2758587" y="5719210"/>
            <a:ext cx="441047" cy="26644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4" idx="1"/>
            <a:endCxn id="38" idx="6"/>
          </p:cNvCxnSpPr>
          <p:nvPr/>
        </p:nvCxnSpPr>
        <p:spPr>
          <a:xfrm rot="16200000" flipV="1">
            <a:off x="1616711" y="4392534"/>
            <a:ext cx="641648" cy="1510575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ufs</a:t>
            </a:r>
            <a:r>
              <a:rPr lang="en-US" dirty="0" smtClean="0"/>
              <a:t>-ht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0" y="2159318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0" y="1788478"/>
          <a:ext cx="37276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599" y="1417638"/>
          <a:ext cx="37276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75"/>
                <a:gridCol w="621275"/>
                <a:gridCol w="621275"/>
                <a:gridCol w="621275"/>
                <a:gridCol w="621275"/>
                <a:gridCol w="621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0" y="26009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39013" y="25908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i="1" dirty="0" smtClean="0"/>
              <a:t>AE</a:t>
            </a:r>
            <a:endParaRPr lang="en-US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2539013" y="2145268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Initially</a:t>
            </a:r>
            <a:endParaRPr lang="en-US" i="1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63756" y="30581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539013" y="304800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i="1" dirty="0" smtClean="0"/>
              <a:t>ED</a:t>
            </a:r>
            <a:endParaRPr lang="en-US" i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63756" y="35153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539013" y="350520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i="1" dirty="0" smtClean="0"/>
              <a:t>FB</a:t>
            </a:r>
            <a:endParaRPr lang="en-US" i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63756" y="39725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539013" y="396240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i="1" dirty="0" smtClean="0"/>
              <a:t>CF</a:t>
            </a:r>
            <a:endParaRPr lang="en-US" i="1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63756" y="4429760"/>
          <a:ext cx="37276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274"/>
                <a:gridCol w="621274"/>
                <a:gridCol w="621274"/>
                <a:gridCol w="621274"/>
                <a:gridCol w="621274"/>
                <a:gridCol w="621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539013" y="441960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i="1" dirty="0" smtClean="0"/>
              <a:t>EF</a:t>
            </a:r>
            <a:endParaRPr lang="en-US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>
          <a:xfrm>
            <a:off x="639096" y="4642332"/>
            <a:ext cx="2970908" cy="1682268"/>
            <a:chOff x="639096" y="515972"/>
            <a:chExt cx="2970908" cy="1682268"/>
          </a:xfrm>
        </p:grpSpPr>
        <p:sp>
          <p:nvSpPr>
            <p:cNvPr id="38" name="Donut 37"/>
            <p:cNvSpPr/>
            <p:nvPr/>
          </p:nvSpPr>
          <p:spPr>
            <a:xfrm>
              <a:off x="965778" y="585195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3080629" y="585989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9096" y="515972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86309" y="963332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97098" y="515972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7098" y="18289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7549" y="1828908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23" name="Donut 22"/>
            <p:cNvSpPr/>
            <p:nvPr/>
          </p:nvSpPr>
          <p:spPr>
            <a:xfrm>
              <a:off x="3080629" y="1912782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Donut 23"/>
            <p:cNvSpPr/>
            <p:nvPr/>
          </p:nvSpPr>
          <p:spPr>
            <a:xfrm>
              <a:off x="2661121" y="1308474"/>
              <a:ext cx="216469" cy="230885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0979" y="94876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</p:grp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ufg5-ht</a:t>
            </a:r>
            <a:endParaRPr lang="en-US" dirty="0"/>
          </a:p>
        </p:txBody>
      </p:sp>
      <p:cxnSp>
        <p:nvCxnSpPr>
          <p:cNvPr id="64" name="Straight Arrow Connector 63"/>
          <p:cNvCxnSpPr>
            <a:stCxn id="38" idx="4"/>
            <a:endCxn id="41" idx="0"/>
          </p:cNvCxnSpPr>
          <p:nvPr/>
        </p:nvCxnSpPr>
        <p:spPr>
          <a:xfrm rot="5400000">
            <a:off x="525662" y="5490791"/>
            <a:ext cx="1096702" cy="158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9" idx="3"/>
            <a:endCxn id="41" idx="7"/>
          </p:cNvCxnSpPr>
          <p:nvPr/>
        </p:nvCxnSpPr>
        <p:spPr>
          <a:xfrm rot="5400000">
            <a:off x="1083518" y="5698936"/>
            <a:ext cx="441047" cy="306989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0" idx="3"/>
            <a:endCxn id="24" idx="7"/>
          </p:cNvCxnSpPr>
          <p:nvPr/>
        </p:nvCxnSpPr>
        <p:spPr>
          <a:xfrm rot="5400000">
            <a:off x="2699498" y="5055814"/>
            <a:ext cx="559224" cy="26644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3" idx="1"/>
            <a:endCxn id="24" idx="5"/>
          </p:cNvCxnSpPr>
          <p:nvPr/>
        </p:nvCxnSpPr>
        <p:spPr>
          <a:xfrm rot="16200000" flipV="1">
            <a:off x="2758587" y="5719210"/>
            <a:ext cx="441047" cy="26644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4" idx="3"/>
            <a:endCxn id="41" idx="6"/>
          </p:cNvCxnSpPr>
          <p:nvPr/>
        </p:nvCxnSpPr>
        <p:spPr>
          <a:xfrm rot="5400000">
            <a:off x="1676196" y="5137959"/>
            <a:ext cx="522678" cy="1510575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ufg</a:t>
            </a:r>
            <a:r>
              <a:rPr lang="en-US" dirty="0" smtClean="0"/>
              <a:t>-pc</a:t>
            </a:r>
            <a:endParaRPr lang="en-US" dirty="0"/>
          </a:p>
        </p:txBody>
      </p:sp>
      <p:sp>
        <p:nvSpPr>
          <p:cNvPr id="4" name="Donut 3"/>
          <p:cNvSpPr/>
          <p:nvPr/>
        </p:nvSpPr>
        <p:spPr>
          <a:xfrm>
            <a:off x="1752600" y="1905000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onut 4"/>
          <p:cNvSpPr/>
          <p:nvPr/>
        </p:nvSpPr>
        <p:spPr>
          <a:xfrm>
            <a:off x="2831531" y="3426715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1828800" y="2588515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nut 13"/>
          <p:cNvSpPr/>
          <p:nvPr/>
        </p:nvSpPr>
        <p:spPr>
          <a:xfrm>
            <a:off x="3412594" y="3727344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7" idx="0"/>
            <a:endCxn id="4" idx="4"/>
          </p:cNvCxnSpPr>
          <p:nvPr/>
        </p:nvCxnSpPr>
        <p:spPr>
          <a:xfrm rot="16200000" flipV="1">
            <a:off x="1672620" y="2324100"/>
            <a:ext cx="452630" cy="7620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9" idx="1"/>
            <a:endCxn id="7" idx="5"/>
          </p:cNvCxnSpPr>
          <p:nvPr/>
        </p:nvCxnSpPr>
        <p:spPr>
          <a:xfrm rot="10800000">
            <a:off x="2013568" y="2785588"/>
            <a:ext cx="307700" cy="257242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1"/>
            <a:endCxn id="29" idx="3"/>
          </p:cNvCxnSpPr>
          <p:nvPr/>
        </p:nvCxnSpPr>
        <p:spPr>
          <a:xfrm rot="16200000" flipV="1">
            <a:off x="2623910" y="3221205"/>
            <a:ext cx="210437" cy="26820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1"/>
            <a:endCxn id="5" idx="5"/>
          </p:cNvCxnSpPr>
          <p:nvPr/>
        </p:nvCxnSpPr>
        <p:spPr>
          <a:xfrm rot="16200000" flipV="1">
            <a:off x="3161613" y="3478474"/>
            <a:ext cx="137368" cy="427996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227748">
            <a:off x="2286464" y="29617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0" name="Right Arrow 29"/>
          <p:cNvSpPr/>
          <p:nvPr/>
        </p:nvSpPr>
        <p:spPr>
          <a:xfrm>
            <a:off x="4267200" y="2286000"/>
            <a:ext cx="1143000" cy="8004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nut 30"/>
          <p:cNvSpPr/>
          <p:nvPr/>
        </p:nvSpPr>
        <p:spPr>
          <a:xfrm>
            <a:off x="6200737" y="1905000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Donut 31"/>
          <p:cNvSpPr/>
          <p:nvPr/>
        </p:nvSpPr>
        <p:spPr>
          <a:xfrm>
            <a:off x="7327331" y="3426715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Donut 32"/>
          <p:cNvSpPr/>
          <p:nvPr/>
        </p:nvSpPr>
        <p:spPr>
          <a:xfrm>
            <a:off x="6324600" y="2588515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Donut 33"/>
          <p:cNvSpPr/>
          <p:nvPr/>
        </p:nvSpPr>
        <p:spPr>
          <a:xfrm>
            <a:off x="7860731" y="3727344"/>
            <a:ext cx="216469" cy="230885"/>
          </a:xfrm>
          <a:prstGeom prst="donu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3" idx="0"/>
            <a:endCxn id="31" idx="4"/>
          </p:cNvCxnSpPr>
          <p:nvPr/>
        </p:nvCxnSpPr>
        <p:spPr>
          <a:xfrm rot="16200000" flipV="1">
            <a:off x="6144589" y="2300268"/>
            <a:ext cx="452630" cy="123863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9" idx="1"/>
            <a:endCxn id="31" idx="5"/>
          </p:cNvCxnSpPr>
          <p:nvPr/>
        </p:nvCxnSpPr>
        <p:spPr>
          <a:xfrm rot="10800000">
            <a:off x="6385506" y="2102074"/>
            <a:ext cx="459635" cy="94075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1"/>
            <a:endCxn id="31" idx="5"/>
          </p:cNvCxnSpPr>
          <p:nvPr/>
        </p:nvCxnSpPr>
        <p:spPr>
          <a:xfrm rot="16200000" flipV="1">
            <a:off x="6193042" y="2294536"/>
            <a:ext cx="1358454" cy="97352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4" idx="1"/>
            <a:endCxn id="31" idx="6"/>
          </p:cNvCxnSpPr>
          <p:nvPr/>
        </p:nvCxnSpPr>
        <p:spPr>
          <a:xfrm rot="16200000" flipV="1">
            <a:off x="6284463" y="2153187"/>
            <a:ext cx="1740713" cy="1475226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2227748">
            <a:off x="6810336" y="29617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389</Words>
  <Application>Microsoft Macintosh PowerPoint</Application>
  <PresentationFormat>On-screen Show (4:3)</PresentationFormat>
  <Paragraphs>333</Paragraphs>
  <Slides>27</Slides>
  <Notes>0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Pictures for this Lecture</vt:lpstr>
      <vt:lpstr>Graphs</vt:lpstr>
      <vt:lpstr>graph1</vt:lpstr>
      <vt:lpstr>graph2</vt:lpstr>
      <vt:lpstr>Forests</vt:lpstr>
      <vt:lpstr>forest0</vt:lpstr>
      <vt:lpstr>forest1</vt:lpstr>
      <vt:lpstr>forest2</vt:lpstr>
      <vt:lpstr>forest4</vt:lpstr>
      <vt:lpstr>Slide 10</vt:lpstr>
      <vt:lpstr>UFS</vt:lpstr>
      <vt:lpstr>ufs0</vt:lpstr>
      <vt:lpstr>ufg0</vt:lpstr>
      <vt:lpstr>ufs1</vt:lpstr>
      <vt:lpstr>ufg1</vt:lpstr>
      <vt:lpstr>ufsg2</vt:lpstr>
      <vt:lpstr>ufs2</vt:lpstr>
      <vt:lpstr>ufg2</vt:lpstr>
      <vt:lpstr>ufsg4</vt:lpstr>
      <vt:lpstr>ufs4</vt:lpstr>
      <vt:lpstr>ufg4</vt:lpstr>
      <vt:lpstr>ufsg5</vt:lpstr>
      <vt:lpstr>ufs5</vt:lpstr>
      <vt:lpstr>ufg5</vt:lpstr>
      <vt:lpstr>ufs-ht</vt:lpstr>
      <vt:lpstr>ufg5-ht</vt:lpstr>
      <vt:lpstr>ufg-pc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81</cp:revision>
  <dcterms:created xsi:type="dcterms:W3CDTF">2011-02-11T13:14:12Z</dcterms:created>
  <dcterms:modified xsi:type="dcterms:W3CDTF">2019-08-20T00:12:20Z</dcterms:modified>
</cp:coreProperties>
</file>