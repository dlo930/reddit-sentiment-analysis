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60" r:id="rId3"/>
    <p:sldId id="261" r:id="rId4"/>
    <p:sldId id="262" r:id="rId5"/>
    <p:sldId id="26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Objects="1">
      <p:cViewPr varScale="1">
        <p:scale>
          <a:sx n="72" d="100"/>
          <a:sy n="72" d="100"/>
        </p:scale>
        <p:origin x="-4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Lecture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binsearch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09529869"/>
              </p:ext>
            </p:extLst>
          </p:nvPr>
        </p:nvGraphicFramePr>
        <p:xfrm>
          <a:off x="1052548" y="5502840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355015484"/>
              </p:ext>
            </p:extLst>
          </p:nvPr>
        </p:nvGraphicFramePr>
        <p:xfrm>
          <a:off x="1052548" y="5132000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48548" y="5132000"/>
            <a:ext cx="41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5508785"/>
            <a:ext cx="31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10" idx="3"/>
          </p:cNvCxnSpPr>
          <p:nvPr/>
        </p:nvCxnSpPr>
        <p:spPr>
          <a:xfrm>
            <a:off x="318229" y="5693451"/>
            <a:ext cx="73431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12938" y="6488668"/>
            <a:ext cx="35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611528" y="6488668"/>
            <a:ext cx="3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hi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213154" y="6488668"/>
            <a:ext cx="30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72745" y="6488668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0</a:t>
            </a:r>
            <a:endParaRPr lang="en-US" dirty="0"/>
          </a:p>
        </p:txBody>
      </p:sp>
      <p:cxnSp>
        <p:nvCxnSpPr>
          <p:cNvPr id="18" name="Straight Arrow Connector 17"/>
          <p:cNvCxnSpPr>
            <a:stCxn id="13" idx="0"/>
          </p:cNvCxnSpPr>
          <p:nvPr/>
        </p:nvCxnSpPr>
        <p:spPr>
          <a:xfrm flipV="1">
            <a:off x="2392622" y="5878118"/>
            <a:ext cx="178185" cy="6105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0"/>
          </p:cNvCxnSpPr>
          <p:nvPr/>
        </p:nvCxnSpPr>
        <p:spPr>
          <a:xfrm flipV="1">
            <a:off x="4790987" y="5873682"/>
            <a:ext cx="192454" cy="6149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6200000" flipV="1">
            <a:off x="7070390" y="6183133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6200000" flipV="1">
            <a:off x="1005046" y="6183133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12938" y="5501332"/>
            <a:ext cx="2563257" cy="37678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16200000" scaled="0"/>
            <a:tileRect/>
          </a:gra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binsearch1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100367435"/>
              </p:ext>
            </p:extLst>
          </p:nvPr>
        </p:nvGraphicFramePr>
        <p:xfrm>
          <a:off x="1052548" y="5502840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11149258"/>
              </p:ext>
            </p:extLst>
          </p:nvPr>
        </p:nvGraphicFramePr>
        <p:xfrm>
          <a:off x="1052548" y="5132000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48548" y="5132000"/>
            <a:ext cx="41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5508785"/>
            <a:ext cx="31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10" idx="3"/>
          </p:cNvCxnSpPr>
          <p:nvPr/>
        </p:nvCxnSpPr>
        <p:spPr>
          <a:xfrm>
            <a:off x="318229" y="5693451"/>
            <a:ext cx="73431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12938" y="6488668"/>
            <a:ext cx="35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611528" y="6488668"/>
            <a:ext cx="3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hi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213154" y="6488668"/>
            <a:ext cx="30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72745" y="6488668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0</a:t>
            </a:r>
            <a:endParaRPr lang="en-US" dirty="0"/>
          </a:p>
        </p:txBody>
      </p:sp>
      <p:cxnSp>
        <p:nvCxnSpPr>
          <p:cNvPr id="18" name="Straight Arrow Connector 17"/>
          <p:cNvCxnSpPr>
            <a:stCxn id="13" idx="0"/>
          </p:cNvCxnSpPr>
          <p:nvPr/>
        </p:nvCxnSpPr>
        <p:spPr>
          <a:xfrm flipV="1">
            <a:off x="2392622" y="5878118"/>
            <a:ext cx="178185" cy="6105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0"/>
          </p:cNvCxnSpPr>
          <p:nvPr/>
        </p:nvCxnSpPr>
        <p:spPr>
          <a:xfrm flipV="1">
            <a:off x="4790987" y="5873682"/>
            <a:ext cx="192454" cy="6149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6200000" flipV="1">
            <a:off x="7070390" y="6183133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6200000" flipV="1">
            <a:off x="1005046" y="6183133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12938" y="5501332"/>
            <a:ext cx="2563257" cy="37678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16200000" scaled="0"/>
            <a:tileRect/>
          </a:gra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/>
          <p:cNvSpPr/>
          <p:nvPr/>
        </p:nvSpPr>
        <p:spPr>
          <a:xfrm rot="5400000">
            <a:off x="1576209" y="4495270"/>
            <a:ext cx="155448" cy="111800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e 25"/>
          <p:cNvSpPr/>
          <p:nvPr/>
        </p:nvSpPr>
        <p:spPr>
          <a:xfrm rot="5400000">
            <a:off x="5884647" y="3868099"/>
            <a:ext cx="155448" cy="237235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426300" y="450033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&lt; </a:t>
            </a:r>
            <a:r>
              <a:rPr lang="en-US" dirty="0" err="1" smtClean="0"/>
              <a:t>x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711846" y="450033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&gt; </a:t>
            </a:r>
            <a:r>
              <a:rPr lang="en-US" dirty="0" err="1" smtClean="0"/>
              <a:t>x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343416" y="4509957"/>
            <a:ext cx="291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0" name="Left Brace 29"/>
          <p:cNvSpPr/>
          <p:nvPr/>
        </p:nvSpPr>
        <p:spPr>
          <a:xfrm rot="5400000">
            <a:off x="3397048" y="3917521"/>
            <a:ext cx="155448" cy="22735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binsearch2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197991227"/>
              </p:ext>
            </p:extLst>
          </p:nvPr>
        </p:nvGraphicFramePr>
        <p:xfrm>
          <a:off x="1052548" y="5502840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746502837"/>
              </p:ext>
            </p:extLst>
          </p:nvPr>
        </p:nvGraphicFramePr>
        <p:xfrm>
          <a:off x="1052548" y="5132000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48548" y="5132000"/>
            <a:ext cx="41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5508785"/>
            <a:ext cx="31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10" idx="3"/>
          </p:cNvCxnSpPr>
          <p:nvPr/>
        </p:nvCxnSpPr>
        <p:spPr>
          <a:xfrm>
            <a:off x="318229" y="5693451"/>
            <a:ext cx="73431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40806" y="6484231"/>
            <a:ext cx="35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148705" y="6488667"/>
            <a:ext cx="526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hi =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597994" y="6488668"/>
            <a:ext cx="30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52557" y="6488668"/>
            <a:ext cx="468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 =</a:t>
            </a:r>
            <a:endParaRPr lang="en-US" dirty="0"/>
          </a:p>
        </p:txBody>
      </p:sp>
      <p:cxnSp>
        <p:nvCxnSpPr>
          <p:cNvPr id="18" name="Straight Arrow Connector 17"/>
          <p:cNvCxnSpPr>
            <a:stCxn id="13" idx="0"/>
          </p:cNvCxnSpPr>
          <p:nvPr/>
        </p:nvCxnSpPr>
        <p:spPr>
          <a:xfrm flipV="1">
            <a:off x="1220490" y="5873681"/>
            <a:ext cx="178185" cy="6105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0"/>
          </p:cNvCxnSpPr>
          <p:nvPr/>
        </p:nvCxnSpPr>
        <p:spPr>
          <a:xfrm flipH="1" flipV="1">
            <a:off x="7334195" y="5878119"/>
            <a:ext cx="77544" cy="6105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6200000" flipV="1">
            <a:off x="7288993" y="6016896"/>
            <a:ext cx="610552" cy="3329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768232" y="5986870"/>
            <a:ext cx="610552" cy="39304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040806" y="5501332"/>
            <a:ext cx="6107742" cy="37678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16200000" scaled="0"/>
            <a:tileRect/>
          </a:gra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18229" y="4509957"/>
            <a:ext cx="55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&lt; </a:t>
            </a:r>
            <a:r>
              <a:rPr lang="en-US" dirty="0" err="1" smtClean="0"/>
              <a:t>x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213154" y="4509957"/>
            <a:ext cx="55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&gt; </a:t>
            </a:r>
            <a:r>
              <a:rPr lang="en-US" dirty="0" err="1" smtClean="0"/>
              <a:t>x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964043" y="4509957"/>
            <a:ext cx="291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0" name="Left Brace 29"/>
          <p:cNvSpPr/>
          <p:nvPr/>
        </p:nvSpPr>
        <p:spPr>
          <a:xfrm rot="5400000">
            <a:off x="4022825" y="2006277"/>
            <a:ext cx="155448" cy="609600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binsearch3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131</Words>
  <Application>Microsoft Macintosh PowerPoint</Application>
  <PresentationFormat>On-screen Show (4:3)</PresentationFormat>
  <Paragraphs>93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Pictures for this Lecture</vt:lpstr>
      <vt:lpstr>binsearch</vt:lpstr>
      <vt:lpstr>binsearch1</vt:lpstr>
      <vt:lpstr>binsearch2</vt:lpstr>
      <vt:lpstr>binsearch3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19</cp:revision>
  <dcterms:created xsi:type="dcterms:W3CDTF">2011-02-11T13:14:12Z</dcterms:created>
  <dcterms:modified xsi:type="dcterms:W3CDTF">2016-01-25T00:01:59Z</dcterms:modified>
</cp:coreProperties>
</file>