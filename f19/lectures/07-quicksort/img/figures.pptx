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7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72" d="100"/>
          <a:sy n="72" d="100"/>
        </p:scale>
        <p:origin x="-4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76200" y="2364028"/>
            <a:ext cx="8386226" cy="4417772"/>
            <a:chOff x="753417" y="1078947"/>
            <a:chExt cx="8386226" cy="4417772"/>
          </a:xfrm>
        </p:grpSpPr>
        <p:sp>
          <p:nvSpPr>
            <p:cNvPr id="13" name="TextBox 12"/>
            <p:cNvSpPr txBox="1"/>
            <p:nvPr/>
          </p:nvSpPr>
          <p:spPr>
            <a:xfrm>
              <a:off x="830797" y="1078947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err="1" smtClean="0"/>
                <a:t>n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0797" y="1919190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smtClean="0"/>
                <a:t>n/2                                                       n/2</a:t>
              </a:r>
              <a:endParaRPr lang="en-US" dirty="0"/>
            </a:p>
          </p:txBody>
        </p:sp>
        <p:cxnSp>
          <p:nvCxnSpPr>
            <p:cNvPr id="19" name="Straight Connector 18"/>
            <p:cNvCxnSpPr>
              <a:stCxn id="17" idx="0"/>
              <a:endCxn id="17" idx="2"/>
            </p:cNvCxnSpPr>
            <p:nvPr/>
          </p:nvCxnSpPr>
          <p:spPr>
            <a:xfrm rot="16200000" flipH="1">
              <a:off x="3448652" y="2103856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830797" y="2845367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smtClean="0"/>
                <a:t>n/4                    n/4                       n/4                     n/4</a:t>
              </a:r>
              <a:endParaRPr lang="en-US" dirty="0"/>
            </a:p>
          </p:txBody>
        </p:sp>
        <p:cxnSp>
          <p:nvCxnSpPr>
            <p:cNvPr id="21" name="Straight Connector 20"/>
            <p:cNvCxnSpPr>
              <a:stCxn id="20" idx="0"/>
              <a:endCxn id="20" idx="2"/>
            </p:cNvCxnSpPr>
            <p:nvPr/>
          </p:nvCxnSpPr>
          <p:spPr>
            <a:xfrm rot="16200000" flipH="1">
              <a:off x="3448652" y="3030033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4857800" y="3029239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1888181" y="3028444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71"/>
            <p:cNvGrpSpPr/>
            <p:nvPr/>
          </p:nvGrpSpPr>
          <p:grpSpPr>
            <a:xfrm>
              <a:off x="753417" y="4366837"/>
              <a:ext cx="5759800" cy="369332"/>
              <a:chOff x="753417" y="4366837"/>
              <a:chExt cx="5759800" cy="369332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75341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05664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35987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66310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96633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26956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57279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87602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17925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48248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78571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408894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39217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69540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99863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30186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60509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90832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21155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cxnSp>
          <p:nvCxnSpPr>
            <p:cNvPr id="74" name="Straight Connector 73"/>
            <p:cNvCxnSpPr/>
            <p:nvPr/>
          </p:nvCxnSpPr>
          <p:spPr>
            <a:xfrm rot="5400000">
              <a:off x="3282420" y="3810000"/>
              <a:ext cx="703384" cy="1588"/>
            </a:xfrm>
            <a:prstGeom prst="line">
              <a:avLst/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urved Connector 75"/>
            <p:cNvCxnSpPr>
              <a:stCxn id="13" idx="3"/>
              <a:endCxn id="17" idx="3"/>
            </p:cNvCxnSpPr>
            <p:nvPr/>
          </p:nvCxnSpPr>
          <p:spPr>
            <a:xfrm>
              <a:off x="6435838" y="1263613"/>
              <a:ext cx="1588" cy="840243"/>
            </a:xfrm>
            <a:prstGeom prst="curved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urved Connector 77"/>
            <p:cNvCxnSpPr>
              <a:stCxn id="17" idx="3"/>
              <a:endCxn id="20" idx="3"/>
            </p:cNvCxnSpPr>
            <p:nvPr/>
          </p:nvCxnSpPr>
          <p:spPr>
            <a:xfrm>
              <a:off x="6435838" y="2103856"/>
              <a:ext cx="1588" cy="926177"/>
            </a:xfrm>
            <a:prstGeom prst="curved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urved Connector 79"/>
            <p:cNvCxnSpPr>
              <a:stCxn id="20" idx="3"/>
              <a:endCxn id="71" idx="3"/>
            </p:cNvCxnSpPr>
            <p:nvPr/>
          </p:nvCxnSpPr>
          <p:spPr>
            <a:xfrm>
              <a:off x="6435838" y="3030033"/>
              <a:ext cx="77379" cy="1521470"/>
            </a:xfrm>
            <a:prstGeom prst="curvedConnector3">
              <a:avLst>
                <a:gd name="adj1" fmla="val 395429"/>
              </a:avLst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808168" y="1476923"/>
              <a:ext cx="20350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 partition * </a:t>
              </a:r>
              <a:r>
                <a:rPr lang="en-US" dirty="0" err="1" smtClean="0"/>
                <a:t>n</a:t>
              </a:r>
              <a:r>
                <a:rPr lang="en-US" dirty="0" smtClean="0"/>
                <a:t>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808168" y="2476828"/>
              <a:ext cx="2331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 partitions * n/2: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808168" y="3292067"/>
              <a:ext cx="2331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 partitions * n/4: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85" name="Straight Connector 84"/>
            <p:cNvCxnSpPr>
              <a:stCxn id="83" idx="2"/>
            </p:cNvCxnSpPr>
            <p:nvPr/>
          </p:nvCxnSpPr>
          <p:spPr>
            <a:xfrm rot="5400000">
              <a:off x="7620784" y="4013715"/>
              <a:ext cx="705438" cy="806"/>
            </a:xfrm>
            <a:prstGeom prst="line">
              <a:avLst/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056647" y="5127387"/>
              <a:ext cx="4677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Quicksort</a:t>
              </a:r>
              <a:r>
                <a:rPr lang="en-US" dirty="0" smtClean="0"/>
                <a:t>, best case: </a:t>
              </a:r>
              <a:r>
                <a:rPr lang="en-US" dirty="0" err="1" smtClean="0"/>
                <a:t>log(n</a:t>
              </a:r>
              <a:r>
                <a:rPr lang="en-US" dirty="0" smtClean="0"/>
                <a:t>) levels, </a:t>
              </a:r>
              <a:r>
                <a:rPr lang="en-US" dirty="0" err="1" smtClean="0"/>
                <a:t>O(n</a:t>
              </a:r>
              <a:r>
                <a:rPr lang="en-US" dirty="0" smtClean="0"/>
                <a:t>) per level</a:t>
              </a:r>
              <a:endParaRPr lang="en-US" dirty="0"/>
            </a:p>
          </p:txBody>
        </p:sp>
      </p:grp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qsort1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41693119"/>
              </p:ext>
            </p:extLst>
          </p:nvPr>
        </p:nvGraphicFramePr>
        <p:xfrm>
          <a:off x="383013" y="550284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44039" y="6488668"/>
            <a:ext cx="515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 lo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rot="16200000" flipV="1">
            <a:off x="6400855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V="1">
            <a:off x="397413" y="618313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4607304" y="5203249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63524" y="449731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pivot_index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5515725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5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774047906"/>
              </p:ext>
            </p:extLst>
          </p:nvPr>
        </p:nvGraphicFramePr>
        <p:xfrm>
          <a:off x="383013" y="5502839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rot="16200000" flipV="1">
            <a:off x="6400855" y="6183132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397935" y="5210188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47783" y="4497318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397414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0600" y="6488668"/>
            <a:ext cx="515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 lo</a:t>
            </a:r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rot="16200000" flipH="1">
            <a:off x="545559" y="5681291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93015525"/>
              </p:ext>
            </p:extLst>
          </p:nvPr>
        </p:nvGraphicFramePr>
        <p:xfrm>
          <a:off x="383013" y="5495900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hi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286213" y="6488668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rot="16200000" flipV="1">
            <a:off x="6400855" y="617619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1261687" y="5878120"/>
            <a:ext cx="285493" cy="6105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5508785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08785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397414" y="6171755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lo</a:t>
            </a:r>
            <a:endParaRPr lang="en-US" dirty="0"/>
          </a:p>
        </p:txBody>
      </p:sp>
      <p:cxnSp>
        <p:nvCxnSpPr>
          <p:cNvPr id="28" name="Straight Arrow Connector 27"/>
          <p:cNvCxnSpPr>
            <a:endCxn id="18" idx="2"/>
          </p:cNvCxnSpPr>
          <p:nvPr/>
        </p:nvCxnSpPr>
        <p:spPr>
          <a:xfrm flipV="1">
            <a:off x="5931839" y="5878117"/>
            <a:ext cx="719194" cy="6105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17219" y="6488668"/>
            <a:ext cx="623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rot="16200000" flipH="1">
            <a:off x="545559" y="5674352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397935" y="5203249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7783" y="4490379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9955663"/>
              </p:ext>
            </p:extLst>
          </p:nvPr>
        </p:nvGraphicFramePr>
        <p:xfrm>
          <a:off x="383013" y="5502839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1593746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51971" y="6488668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 rot="16200000" flipH="1">
            <a:off x="1155459" y="5681290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eft Brace 31"/>
          <p:cNvSpPr/>
          <p:nvPr/>
        </p:nvSpPr>
        <p:spPr>
          <a:xfrm rot="5400000">
            <a:off x="1136195" y="4963655"/>
            <a:ext cx="340914" cy="53492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10947" y="4681984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57527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60124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189021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76151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61965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5931839" y="5863889"/>
            <a:ext cx="719194" cy="6105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17219" y="6488668"/>
            <a:ext cx="623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16098008"/>
              </p:ext>
            </p:extLst>
          </p:nvPr>
        </p:nvGraphicFramePr>
        <p:xfrm>
          <a:off x="383013" y="552248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35373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35373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1593746" y="619834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51971" y="6508317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77176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508317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79773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208670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95800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508317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8161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16200000" flipV="1">
            <a:off x="5786745" y="619834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81469" y="6508317"/>
            <a:ext cx="62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>
          <a:xfrm rot="16200000" flipH="1">
            <a:off x="1155459" y="5700939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136195" y="4983304"/>
            <a:ext cx="340914" cy="53492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910947" y="4701633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5417372" y="5660308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5998760" y="4933329"/>
            <a:ext cx="340914" cy="534924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781469" y="4661002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01941909"/>
              </p:ext>
            </p:extLst>
          </p:nvPr>
        </p:nvGraphicFramePr>
        <p:xfrm>
          <a:off x="383013" y="552248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35373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35373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1593746" y="619834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51971" y="6508317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77176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508317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79773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208670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95800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508317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8161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16200000" flipV="1">
            <a:off x="5172902" y="6198343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67626" y="6508317"/>
            <a:ext cx="62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>
          <a:xfrm rot="16200000" flipH="1">
            <a:off x="1155459" y="5700939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136195" y="4983304"/>
            <a:ext cx="340914" cy="53492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910947" y="4701633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4803529" y="5660308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5678805" y="4613373"/>
            <a:ext cx="340914" cy="1174835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506298" y="4661002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part6a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99890631"/>
              </p:ext>
            </p:extLst>
          </p:nvPr>
        </p:nvGraphicFramePr>
        <p:xfrm>
          <a:off x="383013" y="5502839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1593746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51971" y="6488668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57527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60124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189021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76151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61965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16200000" flipV="1">
            <a:off x="4559059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53783" y="6488668"/>
            <a:ext cx="62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>
          <a:xfrm rot="16200000" flipH="1">
            <a:off x="1155459" y="5681290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136195" y="4963655"/>
            <a:ext cx="340914" cy="534924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910947" y="4681984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4189686" y="5640659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5363286" y="4307015"/>
            <a:ext cx="390890" cy="1798229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167626" y="4641353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part6b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499890631"/>
              </p:ext>
            </p:extLst>
          </p:nvPr>
        </p:nvGraphicFramePr>
        <p:xfrm>
          <a:off x="383013" y="5502839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2207589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65814" y="6488668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57527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60124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189021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76151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61965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16200000" flipV="1">
            <a:off x="4559059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53783" y="6488668"/>
            <a:ext cx="62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>
          <a:xfrm rot="16200000" flipH="1">
            <a:off x="1769302" y="5681290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458171" y="4641678"/>
            <a:ext cx="340914" cy="1178877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910947" y="4681984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4189686" y="5640659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5363286" y="4307015"/>
            <a:ext cx="390890" cy="1798229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167626" y="4641353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part6c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68697987"/>
              </p:ext>
            </p:extLst>
          </p:nvPr>
        </p:nvGraphicFramePr>
        <p:xfrm>
          <a:off x="383013" y="5524006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36891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36891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78694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81291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210188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97318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83132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16200000" flipH="1">
            <a:off x="2340811" y="5702457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729355" y="4391661"/>
            <a:ext cx="340916" cy="1721248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438582" y="4703151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2411658" y="5704160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4468463" y="3433361"/>
            <a:ext cx="390892" cy="3587873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4140167" y="4662520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68697987"/>
              </p:ext>
            </p:extLst>
          </p:nvPr>
        </p:nvGraphicFramePr>
        <p:xfrm>
          <a:off x="383013" y="5502839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0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479013" y="5515724"/>
            <a:ext cx="34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cxnSp>
        <p:nvCxnSpPr>
          <p:cNvPr id="41" name="Straight Arrow Connector 40"/>
          <p:cNvCxnSpPr/>
          <p:nvPr/>
        </p:nvCxnSpPr>
        <p:spPr>
          <a:xfrm rot="16200000" flipV="1">
            <a:off x="397414" y="6157527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5639" y="6488668"/>
            <a:ext cx="41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lo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rot="16200000" flipH="1">
            <a:off x="545559" y="5660124"/>
            <a:ext cx="907080" cy="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97935" y="5189021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7783" y="4476151"/>
            <a:ext cx="111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pivot = 16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43090" y="6488668"/>
            <a:ext cx="515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   hi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rot="16200000" flipV="1">
            <a:off x="6400855" y="6161965"/>
            <a:ext cx="610551" cy="5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16200000" flipH="1">
            <a:off x="2340811" y="5681290"/>
            <a:ext cx="907080" cy="9549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eft Brace 53"/>
          <p:cNvSpPr/>
          <p:nvPr/>
        </p:nvSpPr>
        <p:spPr>
          <a:xfrm rot="5400000">
            <a:off x="1729355" y="4370494"/>
            <a:ext cx="340916" cy="1721248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438582" y="4681984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≤ pivot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rot="16200000" flipH="1">
            <a:off x="2411658" y="5682993"/>
            <a:ext cx="907080" cy="95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eft Brace 56"/>
          <p:cNvSpPr/>
          <p:nvPr/>
        </p:nvSpPr>
        <p:spPr>
          <a:xfrm rot="5400000">
            <a:off x="4468463" y="3412194"/>
            <a:ext cx="390892" cy="3587873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4140167" y="4641353"/>
            <a:ext cx="8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9BBB59"/>
                </a:solidFill>
              </a:rPr>
              <a:t>≥ </a:t>
            </a:r>
            <a:r>
              <a:rPr lang="en-US" dirty="0" smtClean="0">
                <a:solidFill>
                  <a:srgbClr val="9BBB59"/>
                </a:solidFill>
              </a:rPr>
              <a:t>pivot</a:t>
            </a:r>
            <a:endParaRPr lang="en-US" dirty="0">
              <a:solidFill>
                <a:srgbClr val="9BBB59"/>
              </a:solidFill>
            </a:endParaRPr>
          </a:p>
        </p:txBody>
      </p:sp>
      <p:cxnSp>
        <p:nvCxnSpPr>
          <p:cNvPr id="59" name="Straight Arrow Connector 58"/>
          <p:cNvCxnSpPr>
            <a:stCxn id="60" idx="0"/>
          </p:cNvCxnSpPr>
          <p:nvPr/>
        </p:nvCxnSpPr>
        <p:spPr>
          <a:xfrm rot="5400000" flipH="1" flipV="1">
            <a:off x="2659683" y="6056005"/>
            <a:ext cx="603610" cy="2617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583319" y="6488668"/>
            <a:ext cx="4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left</a:t>
            </a:r>
            <a:endParaRPr lang="en-US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 flipV="1">
            <a:off x="3092346" y="5885057"/>
            <a:ext cx="305062" cy="6105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086595" y="6488668"/>
            <a:ext cx="625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right</a:t>
            </a:r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30178329"/>
              </p:ext>
            </p:extLst>
          </p:nvPr>
        </p:nvGraphicFramePr>
        <p:xfrm>
          <a:off x="76200" y="4556760"/>
          <a:ext cx="244769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7748"/>
                <a:gridCol w="14899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Andrew 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bovik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church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hopper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liskov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lovelace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8867009"/>
              </p:ext>
            </p:extLst>
          </p:nvPr>
        </p:nvGraphicFramePr>
        <p:xfrm>
          <a:off x="5062554" y="4552823"/>
          <a:ext cx="2405045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059"/>
                <a:gridCol w="146398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Andrew 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bovik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hopper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liskov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church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lovelace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2955026" y="5303523"/>
            <a:ext cx="1666253" cy="80391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stable sort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54073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30178329"/>
              </p:ext>
            </p:extLst>
          </p:nvPr>
        </p:nvGraphicFramePr>
        <p:xfrm>
          <a:off x="76200" y="4556760"/>
          <a:ext cx="244769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7748"/>
                <a:gridCol w="14899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Andrew 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bovik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church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hopper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liskov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lovelace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70848706"/>
              </p:ext>
            </p:extLst>
          </p:nvPr>
        </p:nvGraphicFramePr>
        <p:xfrm>
          <a:off x="5062554" y="4552823"/>
          <a:ext cx="2405045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1059"/>
                <a:gridCol w="146398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Andrew 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bovik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liskov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hopper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lovelace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church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2955026" y="5303523"/>
            <a:ext cx="1666253" cy="80391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quicksort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Stability-</a:t>
            </a:r>
            <a:r>
              <a:rPr lang="en-US" dirty="0" err="1" smtClean="0"/>
              <a:t>quicksort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54073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Merge 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76200" y="2364028"/>
            <a:ext cx="8171849" cy="4417772"/>
            <a:chOff x="609600" y="2287828"/>
            <a:chExt cx="8171849" cy="4417772"/>
          </a:xfrm>
        </p:grpSpPr>
        <p:sp>
          <p:nvSpPr>
            <p:cNvPr id="13" name="TextBox 12"/>
            <p:cNvSpPr txBox="1"/>
            <p:nvPr/>
          </p:nvSpPr>
          <p:spPr>
            <a:xfrm>
              <a:off x="686980" y="2287828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err="1" smtClean="0"/>
                <a:t>n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6980" y="3128071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smtClean="0"/>
                <a:t>n/2                                                       n/2</a:t>
              </a:r>
              <a:endParaRPr lang="en-US" dirty="0"/>
            </a:p>
          </p:txBody>
        </p:sp>
        <p:cxnSp>
          <p:nvCxnSpPr>
            <p:cNvPr id="19" name="Straight Connector 18"/>
            <p:cNvCxnSpPr>
              <a:stCxn id="17" idx="0"/>
              <a:endCxn id="17" idx="2"/>
            </p:cNvCxnSpPr>
            <p:nvPr/>
          </p:nvCxnSpPr>
          <p:spPr>
            <a:xfrm rot="16200000" flipH="1">
              <a:off x="3304835" y="3312737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86980" y="4054248"/>
              <a:ext cx="5605041" cy="36933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 smtClean="0"/>
                <a:t>n/4                    n/4                       n/4                     n/4</a:t>
              </a:r>
              <a:endParaRPr lang="en-US" dirty="0"/>
            </a:p>
          </p:txBody>
        </p:sp>
        <p:cxnSp>
          <p:nvCxnSpPr>
            <p:cNvPr id="21" name="Straight Connector 20"/>
            <p:cNvCxnSpPr>
              <a:stCxn id="20" idx="0"/>
              <a:endCxn id="20" idx="2"/>
            </p:cNvCxnSpPr>
            <p:nvPr/>
          </p:nvCxnSpPr>
          <p:spPr>
            <a:xfrm rot="16200000" flipH="1">
              <a:off x="3304835" y="4238914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4713983" y="4238120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1744364" y="4237325"/>
              <a:ext cx="369332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71"/>
            <p:cNvGrpSpPr/>
            <p:nvPr/>
          </p:nvGrpSpPr>
          <p:grpSpPr>
            <a:xfrm>
              <a:off x="609600" y="5575718"/>
              <a:ext cx="5759800" cy="369332"/>
              <a:chOff x="753417" y="4366837"/>
              <a:chExt cx="5759800" cy="369332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75341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05664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35987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166310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96633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26956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57279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87602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17925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48248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78571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408894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39217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69540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99863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30186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60509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90832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211557" y="4366837"/>
                <a:ext cx="301660" cy="36933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cxnSp>
          <p:nvCxnSpPr>
            <p:cNvPr id="74" name="Straight Connector 73"/>
            <p:cNvCxnSpPr/>
            <p:nvPr/>
          </p:nvCxnSpPr>
          <p:spPr>
            <a:xfrm rot="5400000">
              <a:off x="3138603" y="5018881"/>
              <a:ext cx="703384" cy="1588"/>
            </a:xfrm>
            <a:prstGeom prst="line">
              <a:avLst/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urved Connector 75"/>
            <p:cNvCxnSpPr>
              <a:stCxn id="13" idx="3"/>
              <a:endCxn id="17" idx="3"/>
            </p:cNvCxnSpPr>
            <p:nvPr/>
          </p:nvCxnSpPr>
          <p:spPr>
            <a:xfrm>
              <a:off x="6292021" y="2472494"/>
              <a:ext cx="1588" cy="840243"/>
            </a:xfrm>
            <a:prstGeom prst="curvedConnector3">
              <a:avLst>
                <a:gd name="adj1" fmla="val 14395466"/>
              </a:avLst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urved Connector 77"/>
            <p:cNvCxnSpPr>
              <a:stCxn id="17" idx="3"/>
              <a:endCxn id="20" idx="3"/>
            </p:cNvCxnSpPr>
            <p:nvPr/>
          </p:nvCxnSpPr>
          <p:spPr>
            <a:xfrm>
              <a:off x="6292021" y="3312737"/>
              <a:ext cx="1588" cy="926177"/>
            </a:xfrm>
            <a:prstGeom prst="curvedConnector3">
              <a:avLst>
                <a:gd name="adj1" fmla="val 14395466"/>
              </a:avLst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urved Connector 79"/>
            <p:cNvCxnSpPr>
              <a:stCxn id="20" idx="3"/>
            </p:cNvCxnSpPr>
            <p:nvPr/>
          </p:nvCxnSpPr>
          <p:spPr>
            <a:xfrm>
              <a:off x="6292021" y="4238914"/>
              <a:ext cx="77379" cy="1521470"/>
            </a:xfrm>
            <a:prstGeom prst="curvedConnector3">
              <a:avLst>
                <a:gd name="adj1" fmla="val 395429"/>
              </a:avLst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664351" y="2685804"/>
              <a:ext cx="1820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 merge * </a:t>
              </a:r>
              <a:r>
                <a:rPr lang="en-US" dirty="0" err="1" smtClean="0"/>
                <a:t>n</a:t>
              </a:r>
              <a:r>
                <a:rPr lang="en-US" dirty="0" smtClean="0"/>
                <a:t>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664351" y="3685709"/>
              <a:ext cx="2117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 merges * n/2: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664351" y="4500948"/>
              <a:ext cx="2117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 merges * n/4: </a:t>
              </a:r>
              <a:r>
                <a:rPr lang="en-US" dirty="0" err="1" smtClean="0"/>
                <a:t>O(n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85" name="Straight Connector 84"/>
            <p:cNvCxnSpPr>
              <a:stCxn id="83" idx="2"/>
            </p:cNvCxnSpPr>
            <p:nvPr/>
          </p:nvCxnSpPr>
          <p:spPr>
            <a:xfrm rot="5400000">
              <a:off x="7370181" y="5222999"/>
              <a:ext cx="705438" cy="1588"/>
            </a:xfrm>
            <a:prstGeom prst="line">
              <a:avLst/>
            </a:prstGeom>
            <a:ln w="25400" cap="flat" cmpd="sng" algn="ctr">
              <a:solidFill>
                <a:schemeClr val="accent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912830" y="6336268"/>
              <a:ext cx="4884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Mergesort</a:t>
              </a:r>
              <a:r>
                <a:rPr lang="en-US" dirty="0" smtClean="0"/>
                <a:t>, worst case: </a:t>
              </a:r>
              <a:r>
                <a:rPr lang="en-US" dirty="0" err="1" smtClean="0"/>
                <a:t>log(n</a:t>
              </a:r>
              <a:r>
                <a:rPr lang="en-US" dirty="0" smtClean="0"/>
                <a:t>) levels, </a:t>
              </a:r>
              <a:r>
                <a:rPr lang="en-US" dirty="0" err="1" smtClean="0"/>
                <a:t>O(n</a:t>
              </a:r>
              <a:r>
                <a:rPr lang="en-US" dirty="0" smtClean="0"/>
                <a:t>) per level</a:t>
              </a:r>
              <a:endParaRPr lang="en-US" dirty="0"/>
            </a:p>
          </p:txBody>
        </p:sp>
      </p:grp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msort1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455</Words>
  <Application>Microsoft Macintosh PowerPoint</Application>
  <PresentationFormat>On-screen Show (4:3)</PresentationFormat>
  <Paragraphs>300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Pictures for this Lecture</vt:lpstr>
      <vt:lpstr>Quicksort</vt:lpstr>
      <vt:lpstr>qsort1</vt:lpstr>
      <vt:lpstr>part1</vt:lpstr>
      <vt:lpstr>part2</vt:lpstr>
      <vt:lpstr>part3</vt:lpstr>
      <vt:lpstr>part4</vt:lpstr>
      <vt:lpstr>part5</vt:lpstr>
      <vt:lpstr>part6a</vt:lpstr>
      <vt:lpstr>part6b</vt:lpstr>
      <vt:lpstr>part6c</vt:lpstr>
      <vt:lpstr>part7</vt:lpstr>
      <vt:lpstr>part8</vt:lpstr>
      <vt:lpstr>stability</vt:lpstr>
      <vt:lpstr>Stability-quicksort</vt:lpstr>
      <vt:lpstr>Merge sort</vt:lpstr>
      <vt:lpstr>msort1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35</cp:revision>
  <dcterms:created xsi:type="dcterms:W3CDTF">2011-02-11T13:14:12Z</dcterms:created>
  <dcterms:modified xsi:type="dcterms:W3CDTF">2016-01-25T00:07:49Z</dcterms:modified>
</cp:coreProperties>
</file>