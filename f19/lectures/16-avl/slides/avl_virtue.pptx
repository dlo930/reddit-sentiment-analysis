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5"/>
  </p:notesMasterIdLst>
  <p:sldIdLst>
    <p:sldId id="257" r:id="rId3"/>
    <p:sldId id="595" r:id="rId4"/>
    <p:sldId id="627" r:id="rId5"/>
    <p:sldId id="613" r:id="rId6"/>
    <p:sldId id="612" r:id="rId7"/>
    <p:sldId id="614" r:id="rId8"/>
    <p:sldId id="616" r:id="rId9"/>
    <p:sldId id="617" r:id="rId10"/>
    <p:sldId id="596" r:id="rId11"/>
    <p:sldId id="626" r:id="rId12"/>
    <p:sldId id="619" r:id="rId13"/>
    <p:sldId id="620" r:id="rId14"/>
    <p:sldId id="621" r:id="rId15"/>
    <p:sldId id="623" r:id="rId16"/>
    <p:sldId id="615" r:id="rId17"/>
    <p:sldId id="622" r:id="rId18"/>
    <p:sldId id="625" r:id="rId19"/>
    <p:sldId id="624" r:id="rId20"/>
    <p:sldId id="629" r:id="rId21"/>
    <p:sldId id="628" r:id="rId22"/>
    <p:sldId id="630" r:id="rId23"/>
    <p:sldId id="637" r:id="rId24"/>
    <p:sldId id="634" r:id="rId25"/>
    <p:sldId id="639" r:id="rId26"/>
    <p:sldId id="641" r:id="rId27"/>
    <p:sldId id="640" r:id="rId28"/>
    <p:sldId id="635" r:id="rId29"/>
    <p:sldId id="636" r:id="rId30"/>
    <p:sldId id="265" r:id="rId31"/>
    <p:sldId id="272" r:id="rId32"/>
    <p:sldId id="269" r:id="rId33"/>
    <p:sldId id="267" r:id="rId34"/>
    <p:sldId id="268" r:id="rId35"/>
    <p:sldId id="270" r:id="rId36"/>
    <p:sldId id="275" r:id="rId37"/>
    <p:sldId id="273" r:id="rId38"/>
    <p:sldId id="274" r:id="rId39"/>
    <p:sldId id="276" r:id="rId40"/>
    <p:sldId id="266" r:id="rId41"/>
    <p:sldId id="271" r:id="rId42"/>
    <p:sldId id="277" r:id="rId43"/>
    <p:sldId id="278" r:id="rId4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 Virtue" initials="PV" lastIdx="1" clrIdx="0">
    <p:extLst>
      <p:ext uri="{19B8F6BF-5375-455C-9EA6-DF929625EA0E}">
        <p15:presenceInfo xmlns:p15="http://schemas.microsoft.com/office/powerpoint/2012/main" userId="aff125923c5632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25T13:28:24.924"/>
    </inkml:context>
    <inkml:brush xml:id="br0">
      <inkml:brushProperty name="width" value="0.05292" units="cm"/>
      <inkml:brushProperty name="height" value="0.05292" units="cm"/>
      <inkml:brushProperty name="color" value="#4472C4"/>
    </inkml:brush>
  </inkml:definitions>
  <inkml:trace contextRef="#ctx0" brushRef="#br0">19666 3854 748 0,'0'0'33'0,"0"0"7"0,3-4-32 0,-3 4-8 16,4-3 0-16,-4 3 0 0,0 0 56 0,0 0 8 15,0 0 3-15,0 0 0 0,0 0-16 0,0 0-3 16,0 0-1-16,2 7 0 0,-2 0-12 0,0-1-3 16,-2 1 0-16,0 3 0 0,0 3-5 0,-1 0-2 15,-2-2 0-15,0 3 0 0,1 5 11 0,-1-2 1 16,0 3 1-16,-2 4 0 0,2 1 10 0,-5 6 1 15,1-1 1-15,-1 1 0 0,1 1-6 0,-4 5 0 16,2-7-1-16,-4 7 0 0,-2-7-24 0,3 7-5 16,2-4-1-16,0-3 0 0,-5 0-3 0,8-6-1 15,1 7 0-15,3-12 0 0,1 0 15 0,-4-1 4 16,1-1 0-16,5-4 0 0,6 0-43 0,-4-6-8 0,-4-1-1 16,2 0-1-1,2-6-108-15,0 0-22 0,0 0-4 0,0 0-1 0</inkml:trace>
  <inkml:trace contextRef="#ctx0" brushRef="#br0" timeOffset="1">19947 3935 403 0,'0'0'36'0,"0"0"-36"0,5-5 0 0,-2 3 0 16,2-2 84-16,-1-3 9 0,3 0 3 0,1 1 0 15,-4-1-35-15,1 1-6 0,3 2-2 0,-3-3 0 16,-1 1 21-16,3-1 4 0,-2 1 1 0,2-1 0 15,0 0-32-15,1 3-7 0,-1-3 0 0,3 5-1 16,-3-2-27-16,0 4-4 0,1-2-8 0,-4 2 11 16,1-4-11-16,0 4 12 0,2 4-12 0,-3-2 12 15,-4-2 7-15,5 4 1 0,3-2 1 0,-6 5 0 16,3-3 2-16,-3 3 0 0,1 0 0 0,-1-1 0 16,3 1-9-16,-5 3-2 0,3-3 0 0,-3 6 0 15,2 0 0-15,-2-2-1 0,0 6 0 0,-2-2 0 16,-1-2-2-16,1 9 0 0,2-2 0 0,-5 3 0 15,0 1-9-15,-5-2 10 0,3 1-10 0,-2 2 10 0,-1 1-10 16,-2-3 0-16,0 4-12 0,0-4 12 0,0-4 0 16,-1 6 20-16,2-6-3 0,-1 2 0 0,2-5-9 0,-2 1-8 15,2 1 9-15,1-6-9 0,-1 1 16 0,-2 0-2 16,2-1-1-16,-1 0 0 0,1-1 1 0,0-2 0 16,0-3 0-16,-1 5 0 0,1-5-14 0,0-1 11 15,1-3-11-15,-1 3 10 0,3-3-10 0,-2-2 10 16,1 0-10-16,1 0 10 0,2-2-10 0,-2-3 12 15,2 5-12-15,1-2 12 0,-1-3-20 0,2-1-4 16,3-1-1-16,0 3 0 0,0 2 13 0,3-4 0 16,-1 1-10-16,3-1 10 0,2-1 0 0,-2 1 0 15,2 0-9-15,3-1 9 0,-3 2 0 0,0 3 12 16,0-2-1-16,3 1-1 0,-3 3-2 0,1 3 0 16,1 1 0-16,1-2 0 0,-4 3 3 0,4 2 0 0,-3-1 0 15,3 0 0-15,-2 1 8 0,1-1 1 0,-2 1 1 16,3 3 0-16,0-3-13 0,-1-1-8 0,1 1 8 0,-1 4-8 15,1-4 17-15,-3 3-1 0,3-3 0 0,-1 1 0 16,-4-1-16-16,3-1 10 0,-2 5-10 0,2-4 8 16,-3 0-8-16,-1-1 0 0,1 0 0 0,0 5 0 15,0-4-22-15,-2 3 0 0,-1-3 0 0,0 2 0 16,3 2-193-16,0 2-38 0,-3-3-8 16,1 3-2-16</inkml:trace>
  <inkml:trace contextRef="#ctx0" brushRef="#br0" timeOffset="2">16466 6326 403 0,'0'0'36'0,"0"0"-36"0,0 0 0 0,0 0 0 15,0 0 111-15,0 0 15 0,-2-4 3 0,2 4 1 16,0 0-38-16,-2-2-7 0,-1-2-1 0,3 4-1 16,0 0-23-16,0 0-5 0,0 0-1 0,0 0 0 15,0 0-21-15,0 0-4 0,0 0-1 0,0 0 0 16,0 0 8-16,0 0 2 0,0 4 0 0,0 2 0 15,0 1-11-15,-2 4-3 0,-3-3 0 0,2 3 0 16,1-2 3-16,-2 8 0 0,-4-4 0 0,3-2 0 16,1 9-27-16,-1-7 0 0,-3 4 0 0,1 0 0 15,0-4 0-15,-1 7 8 0,2-7-8 0,1 4 0 16,0-4 10-16,0 0-10 0,1-2 12 0,-1 2-12 16,2-6 16-16,3-1-4 0,0 0-1 0,0-1 0 0,3 1-11 15,2 1 10-15,-5-7-10 0,4 4 10 0,3-2-1 16,1-2 0-16,-2 0 0 0,5 0 0 0,-2 0-9 15,1 0 10-15,-1-2-10 0,4 2 10 0,3-4-10 0,1-3 0 16,2 5 0-16,0-2 0 0,1-3 0 0,-4 3 0 16,1-2 0-16,0 3 0 0,0-1-11 0,-2-2-7 15,-4-1-2-15,-1 5 0 16,-1-2-140-16,-4-1-28 0</inkml:trace>
  <inkml:trace contextRef="#ctx0" brushRef="#br0" timeOffset="3">16709 6209 460 0,'0'0'41'0,"0"0"-33"0,0 0-8 0,0 0 0 16,0 0 184-16,0 0 36 0,0 0 6 0,0 0 2 16,5 7-154-16,-2 0-30 0,1 6-7 0,-2-3-1 15,-2-1 21-15,0 8 4 0,0-4 1 0,-2 11 0 16,2-4-18-16,-4 3-3 0,-1 6-1 0,0-1 0 16,0 2-9-16,0 0-3 0,-2 8 0 0,-1-4 0 15,2-1 6-15,-4 3 1 0,3 1 0 0,-3 0 0 16,1-4 1-16,-1 1 0 0,0-1 0 0,0-3 0 0,1-4-12 15,2 5-1-15,-3-8-1 0,6 3 0 0,-4-2-14 16,3-5-8-16,1-1 10 0,-1 2-10 0,5-3-9 0,-3 0-8 16,3-9-2-16,3 3-631 15,-1 3-126-15</inkml:trace>
  <inkml:trace contextRef="#ctx0" brushRef="#br0" timeOffset="4">19070 4606 57 0,'9'0'0'0,"-3"0"0"0,-6 0 0 0,4 0 0 15,1-5 0-15,-5 5 0 0,0 0 158 0,5 0 26 16,2-2 6-16,-7 2 1 0,-2-4-105 0,2 4-21 16,0 0-4-16,0 0-1 0,0-2 20 0,0 2 3 15,0 0 1-15,4-4 0 0,-4 4 0 0,0 0 0 16,0 0 0-16,0 0 0 0,5 0-46 0,-5 0-9 15,-2 0-1-15,-5 0-1 0,-1 0 8 0,6 4 1 16,2-4 1-16,-7 2 0 0,-6 2-22 0,7-2-5 16,6-2-1-16,-3 0 0 0,-7 7-9 0,6-7 10 15,4 0-10-15,-7 4 10 0,-1 3-10 0,-1 0 0 16,-4-1 0-16,9 1 8 0,2-1 0 0,-8-2-8 0,-5 7 12 16,4-2-4-16,1-3 8 0,-5 5 0 0,-1-2 1 15,-1 2 0-15,2 0-4 0,-2 1-1 0,1-1 0 16,-4 2 0-16,-1 1-12 0,1-2 0 0,-1 1 0 0,1-2 0 15,-4 2 14-15,1 0-3 0,1 0-1 0,0-2 0 16,-2 6-10-16,0-2 0 0,-5 1 0 0,3-1 0 16,2-2 0-16,2 2-11 0,-4-2 3 0,1 0 0 15,4 0 8-15,-1-2 0 0,1 2 0 0,-1 0 0 16,1 0 0-16,-1-2 11 0,3-2-3 0,-3 1 0 16,5 3-8-16,-2-2 0 0,-3 0 0 0,3-2 0 15,5 2 0-15,-3-3 0 0,0 3 0 0,2 0 0 16,-1-3 0-16,2 5-11 0,-1-2 11 0,-4-4-8 15,2 6 8-15,2-2 0 0,-1-1 8 0,-1-1-8 16,3 2 0-16,-1-2 0 0,0 2-10 0,1-5 10 16,2 5 0-16,0-3 8 0,3 3 0 0,1-5 1 0,-2 6-9 15,1-6 0-15,-3 1 0 0,0-1 0 0,3 1 0 0,-4 3-11 16,1-3 11-16,2-1-12 0,-1 1 12 0,1-1 8 16,0 1-8-16,1 0 11 0,-1-1-11 15,0 1-11-15,1-3 3 0,-1 2 0 0,1 1 8 16,-1-1 0-16,3 1-9 0,-3-1 9 0,3-2 0 0,-3 3 15 15,1 0-3-15,-1-3 0 0,1 3-12 0,1-1-16 16,-1 0 3-16,2-3 1 0,-5 3 12 0,2 5 0 16,0-5 0-16,1-2-9 0,-3 5 18 0,2-2 4 15,1-3 1-15,-1 3 0 0,0-1-14 0,0 1 0 16,5-1 0-16,1 1 0 0,-6-1-14 0,3 3-6 16,-2-3 0-16,1 1-1 0,1 0 21 0,0-1-9 15,-3-4 9-15,1 5 0 0,1-3-8 0,1 2 8 16,-3 1 0-16,4-3 0 0,-2 3-8 0,1-5 8 0,-3 4 0 15,3-2 0-15,0 3 0 0,0 0 0 0,-3-3 0 0,3-1 0 16,-1 3 0-16,-1 0 0 0,2-1 0 16,0-3 0-16,-3 6 0 0,2-6 0 0,2 5 0 0,-2-3 0 15,1-2 0-15,0 5 0 0,0-7 0 0,2 4 0 16,0-1 0-16,0 1 0 0,0 0 0 0,1-1 0 16,-1 1 0-16,3-2 0 0,-6 2 0 0,6-1 0 15,-5-3 0-15,2 4 0 0,0-2 0 0,-2-2 0 16,0 6 0-16,2-6 0 0,0 5 0 0,1-5 0 15,-4 6 0-15,5-6-10 0,1 4 10 0,-3-1-12 16,3-3 12-16,-3 0 16 0,-2 4-4 0,7-4-1 0,0 0-11 16,-3 0 10-16,-3 0-10 0,6 0 10 0,0 0 5 15,0 0 1-15,-6 0 0 0,6 0 0 0,0 0-16 0,0 0 0 16,0 0 0-16,0 0-10 0,0 0 10 0,0 0 0 16,-5 0 8-16,5 0-8 0,0 0 0 0,-4 2 0 15,-1-2 0-15,5 0 0 0,-5 0 0 0,5 0 0 16,-5 0 0-16,5 0 0 0,0 0 0 0,-4 0 0 15,-3-6 0-15,4 3 0 0,1-1 17 0,-1-2 3 16,3 1 0-16,0-3 0 0,0 1-1 0,0-3 0 16,3-1 0-16,-1 4 0 0,1-2-19 0,-3-2 0 15,5-1 8-15,-3 1-8 0,0 5 0 0,3-8-9 16,0 7 1-16,0-3 0 0,-3 1 8 0,0-2 14 16,-4-1-3-16,2 7-1 0,2-3-10 0,3-4 0 15,-3 6 0-15,4-5-11 0,-4 9 11 0,2-4 0 16,-1-1 0-16,-1 3 0 0,-2 4 0 0,3-7 0 15,-1 1 0-15,-2 6 8 0,0 0-8 0,0 0-13 0,0 0 3 16,0 0 1-16,0 0-3 0,0 0 0 0,0 6 0 0,-2 1 0 16,-3-1 0-16,2 1 0 0,-1 3 0 0,-1 1 0 15,5 3 3-15,-3-6 0 0,1 7 0 0,2-2 0 16,-3-4 9-16,1 8 0 0,0-3 0 0,0-2 0 16,-3 3 0-16,0-2 0 0,0 0 0 0,1 1 0 15,-1 3 0-15,2-4 0 0,-2 0 0 0,3 0 0 16,-3-7 8-16,3 5 0 0,-3-4 0 0,2 3 0 15,3-7-8-15,0-3 0 0,-2 6 0 0,2-6 0 16,0 0 0-16,0 4 0 0,0-4 10 0,2 2-10 16,-2-2 28-16,8 5 0 0,-1-5 0 0,0 2 0 15,3 2-15-15,-3-4-3 0,3 0-1 0,-1 0 0 0,3 0 5 16,0 0 1-16,2 0 0 0,1 0 0 0,-3 0-7 0,2 0 0 16,-2 0-8-16,1 0 12 0,-4 0-4 15,1 0-8-15,2 0 11 0,-2 0-11 0,-4 0 12 0,4 0-12 16,-3-4 12-16,0 2-12 0,-1 2 0 0,1-5 0 15,-3 5 0-15,1 0 0 16,0-2-104-16,2-2-25 0,-2 4-5 0</inkml:trace>
  <inkml:trace contextRef="#ctx0" brushRef="#br0" timeOffset="5">20702 4717 1072 0,'0'0'48'0,"0"0"9"0,0 0-45 0,0 0-12 0,0 0 0 0,0 0 0 16,0 0 16-16,0 2 2 0,0-2 0 0,5 6 0 16,0-2 26-16,0-4 4 0,2 7 2 0,0-7 0 15,-2 0-14-15,2 4-4 0,-2-2 0 0,2-2 0 16,2 5-20-16,-1-5-12 0,-1 2 12 0,0 2-12 15,-2-2 30-15,3 5-1 0,1-2 0 0,-1 1 0 16,-2 0-29-16,2 1 0 0,-1-1 0 0,2 1 0 16,-1-1 12-16,-1-2-4 0,3-1-8 0,-1 5 12 15,3-1-12-15,0 0 0 0,2 1 0 0,1-3-10 16,0 1 10-16,-1 1 9 0,0-1-1 0,-1 5-8 16,1-5 17-16,0 1-3 0,1-1-1 0,-3 1 0 0,2 0 0 15,0 3 0-15,1-3 0 0,-1-1 0 0,1 1-13 16,1-1 8-16,1 0-8 0,1 1 0 0,-4 0 9 0,2 4-9 15,1-5 8-15,0 5-8 0,0-3 12 0,0-1-2 16,-3 4-1-16,3 0 0 0,0-3 11 16,-1 3 1-16,-1 2 1 0,2-2 0 0,0-2-7 0,0 1-2 15,-1 4 0-15,1-3 0 0,2 1-5 0,-2 1 0 16,2-2-8-16,-2-2 12 0,0 2-12 0,3 0 8 16,-1-3-8-16,0 5 0 0,-2-2 16 0,2 2-4 15,-5-2 0-15,3 2 0 0,2 0-2 0,-4 0-1 16,0-2 0-16,-1 1 0 0,0 2-9 0,0-3 10 0,-1 2-10 15,1-1 10-15,-2 1-2 0,0-2 0 0,2 3 0 16,1-4 0-16,-3 3 0 0,2 0-8 0,1-2 12 16,-1 2-4-16,1 0-8 0,-3-2 0 0,4-2 0 0,1 1 0 15,-2 3 0-15,-1-2 0 0,-2-2 0 0,3 2 0 16,-1 0 0-16,0-3 0 0,1-1 0 0,-3 3 0 16,2 1 8-16,-2-2-8 0,1 2 0 0,-2-4 8 15,-1 5-8-15,2-1 10 0,-2-4-10 0,-1 1 10 16,1 1-10-16,-1 0 0 0,3-2 0 0,-2-1 8 15,0 0-8-15,-3-1 10 0,3 1-10 0,-1 0 10 16,1 1-1-16,-1-1 0 0,-1-1 0 0,1-3 0 16,1 5-1-16,-3-3-8 0,3 3 12 0,-3-7-4 15,0 6-8-15,1-2 0 0,1-1 9 0,-2 1-9 16,-4-2 20-16,1 4-1 0,1-6 0 0,3 5 0 16,-1 1-19-16,0 1 0 0,0-7 0 0,0 6 0 0,0-2 0 15,1-1 0-15,-1 3 8 0,3-1-8 0,-3-3 0 0,2 2 0 16,-4 3 0-16,2-3 0 0,1-2-9 0,-3 5-6 15,-1-3-1-15,3-2 0 0,-4 2 16 0,2-2 0 16,-1 3 0-16,-4-5 0 0,5 0 0 0,-5 0 13 16,5 6-4-16,0-2-1 0,-5-4 1 0,7 3 0 15,-2-3 0-15,0 6 0 0,-5-6-9 0,7 0 10 16,-7 0-10-16,7 5 10 0,-2-3-10 0,-5-2 0 16,7 0 0-16,-2 0 8 0,-5 0-8 0,7 5 0 15,-7-5 0-15,0 0 0 0,0 0 0 0,0 0 8 16,5 2-8-16,-5-2 0 0,0 0 8 0,0 0-8 0,0 0 8 15,0 0-8-15,0 0 24 0,0 0 0 0,0 0 0 16,0 0 0-16,0 0-11 0,0 0-2 0,0 0-1 0,0 0 0 16,4 0-10-16,-4 0 0 0,0 0 0 15,0 0 8-15,0 0 3 0,0 0 0 0,5 0 0 0,-5 0 0 16,0 0-11-16,0 0 12 0,0 0-12 0,0 0 12 16,0 0-12-16,0 0 0 0,3-7 9 0,-3 7-9 15,0 0 10-15,0 0-2 0,0 0-8 0,0 0 12 16,0 0-12-16,0 0 0 0,0 0 0 0,0 0 0 15,0 0 0-15,0 0 0 0,0 0 0 0,0 0 0 16,0 0 0-16,0 0 0 0,0 0 0 0,0 0 0 16,0 0 0-16,0 0 0 0,0 0 0 0,0 0 0 15,0 0 0-15,0 0 0 0,0 0 0 0,0 0 0 16,0 0 0-16,0 0 0 0,0 0 0 0,0 0 0 16,0 0 0-16,0 0 0 0,0 0 0 0,0 0 0 15,0 0 0-15,0 0 0 0,0 0 0 0,0 0 0 0,0 0 0 16,0 0 0-16,0 0 0 0,0 0 0 0,0-2 13 15,0 2 0-15,-3-5 0 0,3 5 0 0,0-6 7 0,0 3 0 16,-2-5 1-16,2 6 0 0,0-5-5 0,0 3 0 16,-3-2-1-16,3-1 0 0,0 1-15 0,-2-1 11 15,2 1-11-15,0-1 10 0,0 0-10 0,-2-3 0 16,0 3 9-16,2-4-9 0,0 5 0 0,-3-3 0 16,3 3 0-16,-2-5 8 0,-1 0-8 0,1 4 0 15,2-1 0-15,0-3 0 0,-3 5 0 0,3-5 0 16,-2 5 0-16,2-1 0 0,-2 0 0 0,2 0 0 15,-2 1 0-15,2 2 0 0,-3 2 0 0,3 2 0 0,-2-5 0 16,2 5 0-16,0 0 0 0,0 0-12 0,0 0 12 0,0 0-12 16,0 0 0-16,0 0-1 0,0 0 0 0,0 0 0 15,0 7 2-15,0 3 1 0,0-3 0 0,0 0 0 16,0 4 10-16,0-5-8 0,2 1 8 0,1 3-8 16,-1-3 8-16,0-1 0 0,-2 3 0 0,2-5-8 15,1 3 8-15,-3 0 0 0,2-1 0 0,1 1 0 16,-3-1 0-16,2 0 0 0,-2 1 0 0,3 1 0 15,-1-1 0-15,0-1 0 0,-2 1 0 0,0-5 0 16,2 5 0-16,-2 2 0 0,3-3 0 0,-1-4 0 16,1 5 0-16,-1-1-8 0,-2-6 8 0,5 6-8 15,-2-1-5-15,-1 1-1 0,-2-6 0 0,2 4 0 16,-2-4 3-16,0 0 1 0,0 0 0 0,3 7 0 16,-3-7 10-16,0 2 0 0,0-2 0 0,0 7 0 15,0-7 0-15,0 0 0 0,-3 7 0 0,1-3 0 0,2-4 0 0,-5 2 0 16,0 2 0-16,0-4 0 0,0 7 0 0,3-7 0 15,-5 4 0-15,2-2 8 0,0-2-8 16,1 7 0-16,-3-3 0 0,1-2 0 0,2 2 0 16,-3-2 0-16,-1 3 0 0,1-5 0 0,-2 7 0 0,1-7 8 15,-1 6-8-15,-3 1 8 0,0-3 3 0,0 3 1 16,-3-1 0-16,1 0 0 0,2-1 2 0,-2 1 1 16,-1 1 0-16,3-1 0 0,0-4-7 0,0 5-8 15,0 0 11-15,0-3-11 0,0 3 9 0,2-1-9 16,1-6 0-16,-1 6 9 0,3-1-9 0,2-3-12 15,0-2 2-15,1 0 1 16,4 0-115-16,0 0-22 0,0 0-5 0,0 0-541 16,0 0-108-16</inkml:trace>
  <inkml:trace contextRef="#ctx0" brushRef="#br0" timeOffset="6">22852 6236 57 0,'0'0'0'0,"0"0"0"0,0 0 0 0,0 0 0 15,0 0 137-15,0-7 23 0,-3 1 4 0,3 6 0 16,0-7-2-16,0 2-1 0,0 5 0 0,3-2 0 15,-3-4-25-15,0 6-4 0,2-5-2 0,-2 5 0 16,0 0-26-16,0 0-6 0,0 0-1 0,0 0 0 16,0 0-49-16,0 0-11 0,0 0-1 0,0 0-1 15,0 0-15-15,0 0-4 0,-2 7 0 0,-1-1 0 16,1 6-3-16,-3-1-1 0,-2-3 0 0,4 3 0 16,-4 2 1-16,2-3 0 0,1-1 0 0,-4 2 0 15,1 2-2-15,2-2-1 0,0-5 0 0,0 7 0 16,1-6-10-16,-1 4 0 0,3-2 9 0,-1-3-9 0,1 3 0 15,2-1 8-15,-3-3-8 0,1 1 0 0,2-6 0 16,0 2 0-16,0-2 0 0,2 7 8 0,-2-7-8 0,3 4 0 16,-3-4 0-16,0 0 8 0,5 6-8 0,-5-6 8 15,2 0-8-15,5 5 8 0,-2-3-8 0,0-2 11 16,2 0-11-16,0 0 12 0,1-2-12 0,-4 2 8 16,3-5-8-16,3 5 8 0,-3-4-8 0,3 2 0 15,-1 2 0-15,1-4 0 0,-1 4 0 0,4-3-12 16,-4-1 4-16,4 4 8 15,-4-2-36-15,1 2 0 0,-1-4 0 0,1 2 0 16,-6 2-128-16,1 0-24 0,0 0-6 0</inkml:trace>
  <inkml:trace contextRef="#ctx0" brushRef="#br0" timeOffset="7">23046 6179 1209 0,'0'0'53'0,"0"0"12"16,0 0-52-16,-2 7-13 0,-3-7 0 0,2 6 0 15,-1-2 120-15,2 5 22 0,-3-3 4 0,2 6 1 0,-4 1-79 0,2 0-15 16,0 4-3-16,-2-5-1 0,-2 6-9 15,1 2-1-15,1 3-1 0,-3-3 0 0,3 4-12 0,-2-1-2 16,-1 2-1-16,0 1 0 0,1-3 3 0,-1 4 1 16,-2-2 0-16,2 3 0 0,1-1-3 0,2-4-1 15,-1 1 0-15,4-4 0 0,-3 3-11 0,4-8-3 16,-2 3 0-16,1 0 0 0,-1-1-17 16,2-5-4-16,1-3-1 0,-1 2 0 15,1-4-153-15,2 0-30 0,-5 3-7 0,5-10-1 16</inkml:trace>
  <inkml:trace contextRef="#ctx0" brushRef="#br0" timeOffset="8">23231 6314 1566 0,'0'0'34'0,"0"0"7"0,5-5 2 0,3-1 1 0,-4 4-35 0,3-3-9 0,1-1 0 0,1 1 0 16,-1 3 57-16,-3-3 10 0,9-1 1 0,-5 0 1 15,1-1-22-15,-3 1-5 0,8 2-1 0,-6-3 0 16,1 5-13-16,-3-4-2 0,5 1-1 0,-3-1 0 15,1 6 5-15,-3 0 1 0,-5-3 0 0,6 3 0 0,-8 0-4 0,5 3-1 16,-3-3 0-16,-2 0 0 0,5 6-13 0,-5-1-2 16,2 3-1-16,1-4 0 0,-3 5-2 0,0 2 0 15,5-1 0-15,-3 4 0 0,-2-1-8 0,3 4 0 16,-3-4 0-16,0 6 0 0,0-1 0 0,0 1 0 16,-3-2 0-16,1 3 0 0,4-2 16 0,-4 1 2 15,-1-2 0-15,-4 3 0 0,2 0-8 0,-2-3-2 16,-1 2 0-16,-1-1 0 0,-3 1 10 0,3-6 2 15,-1 4 0-15,-2-4 0 0,0 5-20 0,2-5 0 16,3 0-11-16,-3-3 11 0,1 3 0 0,2-6 0 16,-7 4 0-16,9-4 0 0,-5-1 0 0,0 0 0 15,3-6 0-15,-2 5 0 0,-2-3 0 0,5-2 8 16,-4-7-8-16,3 7 0 0,0-6 0 0,-1 2 0 0,1-5 0 16,0-2 0-1,2 2-23-15,0-2-10 0,3 1-3 0,2-3 0 0,-2 6 24 0,-3 1 12 0,5-5-12 0,0 9 12 16,0-5-9-16,0 7 9 0,0 0 0 0,0 0-9 15,9-4 9-15,-4 4 0 0,0 0 0 16,2 4 0-16,0-4 0 0,1 2 0 0,1 3 0 0,1-3 0 16,1 2 12-16,0 3 5 0,3-1 1 0,-2 1 0 15,0-3 14-15,0-2 4 0,2 5 0 0,1-1 0 16,2 0-7-16,-3 5-1 0,-2-4 0 0,7 0 0 16,-2 4-5-16,-5-5-2 0,0 5 0 0,-2-3 0 15,1 3-2-15,0-5-1 0,-2 8 0 0,1-7 0 16,-4-1-18-16,-1 5 0 0,8-5 0 0,-9 0 0 0,4 1 0 15,-3-1 0-15,-1 1 0 0,1-1 0 16,-3-1-89-16,6-3-22 0,-1 3-4 16,-5-5-633-16,6 4-128 0</inkml:trace>
  <inkml:trace contextRef="#ctx0" brushRef="#br0" timeOffset="9">23996 7321 0 0,'0'0'0'0,"0"0"0"15,0 0 0-15,0 0 0 0,0 4 151 0,0-4-31 16,0 0 25-16,-5 0 5 0,0 0-54 0,5 0-12 16,0 0-1-16,0 0-1 0,0 0 13 0,0 0 2 15,0 0 1-15,0 0 0 0,0 0-22 0,0 0-4 16,0 0 0-16,0 0-1 0,0-4-17 0,0 4-3 15,0 0-1-15,0 0 0 0,0 0-22 0,0 0-5 16,0 0-1-16,0 0 0 0,0 0 0 0,0 0 0 16,0 0 0-16,0 0 0 0,0 0 3 0,-2 6 1 15,2-6 0-15,-5 5 0 0,5-5-3 0,0 6-1 0,0 1 0 16,0-7 0-16,0 0 3 0,7 7 1 0,-5-1 0 0,1 1 0 16,2-1-2-16,-5 2-1 0,9-5 0 0,-4 3 0 15,-3 0-8-15,6 1-2 0,1 4 0 0,-1-4 0 16,-3-1 7-16,-1 5 0 0,3-2 1 0,1-3 0 15,-4 2-21-15,4 1-12 0,-3 2 2 0,2-2 0 16,0-2 10-16,0 3 12 0,0 1-2 0,1-2-1 16,1 6-1-16,1-6 0 0,-1 4 0 0,4-2 0 15,-2 1-8-15,-1-1 12 0,5-2-12 0,-6 6 12 16,3-6-1-16,0 4 0 0,1 0 0 0,-4-3 0 16,3 3-3-16,-5-1-8 0,3-1 12 0,-3-3-4 15,5 5 4-15,-3-2 0 0,-6-5 0 0,7 7 0 16,-3-2 3-16,3 2 1 0,-4-6 0 0,2 3 0 15,1-1-16-15,-1 2 9 0,1 2-9 0,-2-6 8 0,1 6-8 16,1-3 0-16,4 1 0 0,-4-2 8 0,1 1-8 0,-1-1 0 16,3 2 0-16,0 0 0 0,-2-2 0 0,2 6 0 15,0-7 9-15,-5 5-9 0,7-1 11 0,-4-2-3 16,-3-1 0-16,3 4 0 0,-1-3-8 0,-1-3 0 16,-1 6 0-16,3-6-11 0,-3 4 11 0,2-1 11 15,-1-1-3-15,-1-3 0 0,-3 5-8 0,4 0 12 16,-3-2-12-16,7 2 12 0,-7-5-12 0,1 5 0 15,4-2 0-15,-2 1 8 0,1-1 0 0,-1 2 0 16,-2-4 0-16,4 4 0 0,-3-3-8 0,3-2 8 0,-3 5-8 16,-2-4 8-16,2 4-8 0,-2-5 0 0,2 1 9 15,-2-1-9-15,0 1 0 0,0 4 0 0,2-5 0 16,-5-4 8-16,6 4-8 0,-6-1 0 0,5 1 8 0,-2 1-8 16,-2 0 0-16,1-3 8 0,1-2-8 0,2 5 0 15,-2-3 9-15,0 2-9 0,-5-6 12 0,7 7-12 16,1-3 15-16,-4-2-4 0,-2 3-1 0,1-3 0 15,4 2-10-15,-2-2 0 0,-1 2-10 0,4 3 10 16,-1-3 0-16,-2-1 0 0,0 3 0 0,0-1 10 16,2-3-10-16,-3 4 0 0,-4-1 0 0,0-5 0 15,5 2 0-15,-2 2 0 0,4-2 0 0,-5 3 0 16,3 1 0-16,-2-6 13 0,-3 0-3 0,5 6-1 16,-3-1-9-16,-2-5 0 0,0 0 0 0,0 2 8 15,7 4-8-15,-5-1 0 0,-2-5 0 0,0 2 0 16,0-2 0-16,8 4 0 0,-8 3 0 0,0-7 0 0,0 0 0 15,0 0 0-15,7 0 0 0,-5 7 0 0,0-3 0 16,-2-4 0-16,0 0 0 0,0 0 0 0,6 2 0 16,-6-2 0-16,0 0 11 0,0 0-11 0,7 4 0 0,-7-2 8 15,0-2-8-15,0 0 0 0,0 0 0 0,0 0 0 16,0 0 0-16,0 0 0 0,0 0 0 0,0 0 0 16,0 0 0-16,4 5 0 0,-4-5 0 0,0 0 0 15,0 0 0-15,0 0 0 0,0 0 8 0,0 0-8 16,0 0 11-16,0 0-11 0,3 2 15 0,-3-2-4 15,0 0-1-15,0 0 0 0,0 0-2 0,0 0 0 16,0 0 0-16,0 0 0 0,0 0-8 0,0 0 0 16,2 0 0-16,-2 0-11 0,0 0 35 0,0 0 6 0,0 0 2 15,8-7 0-15,-8 1-32 0,4 0 0 16,-2-1 0-16,-2 0 0 0,5 1 16 0,-5-1-4 0,0-4 0 0,3 5 0 16,0-7-12-16,-3 7 0 0,0-7 0 15,0 2 0-15,4 0 8 0,-4-2-8 0,2 4 0 0,-2-6 9 16,0 2-9-16,0 4 8 0,0-4-8 0,0-2 8 15,0 7-8-15,-2-3 0 0,2-2 0 0,0 2 0 16,-4 4 0-16,4 1 0 0,0-3 0 0,0 0 0 16,0 3 0-16,0 0 0 0,-3 4 0 0,0-3 0 15,6-1 0-15,-3-1 0 0,-3 3 0 0,3 4 0 16,0 0 0-16,0 0 0 0,0 0-11 0,0-3 11 16,-2-1 0-16,2 4-8 0,0 0 8 0,0 0 0 15,0 0 0-15,0 0-8 0,0 0 8 0,0 0 0 16,0 0-8-16,0 0 8 0,0 0-8 0,0 0 8 0,0 0-10 15,0 0 10-15,0 4-12 0,-3 3 12 0,1 0-11 16,2-7 11-16,0 6-10 0,0 1 10 0,-4-1-10 16,4 0 10-16,4-1-10 0,-4 1 10 0,2 1-8 0,-2-1 8 15,3 1 0-15,-1-1-9 0,1 1 17 0,0 2 3 16,-3-3 1-16,0 1 0 0,6 1-12 0,-6-4 0 16,5 3 0-16,-2 4 0 0,-1-5-11 0,3 1-4 15,-2 2-1-15,1-5 0 0,-2 2 16 0,1 1 0 16,2-1 0-16,-3-1 0 0,-2 1 0 0,0 0 0 15,0 1 0-15,5-3 0 0,-5 3 10 0,2 0 5 16,-2-1 1-16,0 1 0 0,5-5-26 0,-5 2-5 16,0 3-1-16,0-3 0 0,0-4 26 0,0 6 5 15,0 1 1-15,0-5 0 0,3 4-16 0,-3-6-18 16,2 5 4-16,-2 1 1 0,0-1 21 0,0-5 4 0,0 2 0 16,0-2 1-16,0 7-13 0,0-3 0 0,0 2 0 0,0-4 0 15,0 5-11-15,-2-3-1 0,2-4-1 0,0 7 0 16,-3-1 21-16,3 0 5 0,-5 1 1 0,5 0 0 15,-2-3-23-15,-3 3-5 0,5-3-1 0,-2-2 0 16,-3 5 24-16,5-3 5 0,-3-2 1 0,-3 4 0 16,3-6-15-16,-4 7-18 0,-1-7 4 0,2 4 1 15,0 3 13-15,1-7 0 0,-4 6 0 0,2-1 0 16,0-3 15-16,-3 2-4 0,-4-1-1 0,4 1 0 16,3-2-10-16,-3 2 0 0,1-1 0 0,-4 1 0 15,4 0 0-15,2-2 0 0,-3 3 0 0,3-3 0 16,-3-2 0-16,3 4 0 0,0-2 0 0,0-2 0 15,2 6 0-15,0-6 0 0,-2 5 0 0,5-3 0 16,-6-2 0-16,8 0 0 0,-7 0 0 0,7 0 0 0,0 4-26 0,0-4 2 16,0 0 1-16,0 0 0 15,0 0-70-15,0 0-15 0,0 0-2 0,0 0-669 16,0 0-133-16</inkml:trace>
  <inkml:trace contextRef="#ctx0" brushRef="#br0" timeOffset="10">25123 9005 403 0,'0'0'17'16,"0"0"5"-16,0 0-22 0,0 0 0 0,0 0 0 0,0 0 0 0,0 0 198 0,0-7 35 15,-7 5 7-15,7 2 2 0,0 0-178 0,0 0-36 16,-2 2-8-16,-3-2 0 0,-5 4-8 0,8-1-2 16,-3-3 0-16,-2 6 0 0,-3-1 27 0,3 1 6 15,2 1 1-15,0 3 0 0,-2-3 16 0,-3-1 4 16,1 7 1-16,-1-2 0 0,3 3-33 0,-3-2-6 15,-1 1-2-15,1 4 0 0,1 1-16 0,-2-3-8 16,0 2 8-16,-2 3-8 0,2-3 20 0,-1 7 0 16,-1-5-1-16,2 1 0 0,-2 4 1 0,4-5 0 15,-1 3 0-15,3-7 0 0,0 7-8 0,2-3-2 16,1-1 0-16,1 2 0 0,-2-5-10 0,2 2-14 0,6 0 3 16,-3 3 1-16,0-3 10 0,0 0 0 15,5-2 0-15,0 3 0 0,-1-1 0 0,-1-4 0 16,4 0 0-16,2 0 0 0,-1 0 0 0,-1-2 0 0,0 2 0 0,1-2 0 15,-6-5 0-15,5 0 0 0,-5 1 0 0,6 0 0 16,4 0 0-16,-2-7 0 0,-1 4 0 0,-2-2 0 16,3-2 0-16,0-2 9 0,6 2-9 0,-2-4 0 15,-3 1 0-15,5-1 0 0,-2-3 0 0,1 0 0 16,-3 1 0-16,5 0 0 0,-5-1-10 0,0-3 10 16,2 3-12-16,-4-4 12 0,5 5-12 0,-6-3 12 15,1-2 0-15,-3 4 12 0,0-3 0 0,3 3 0 16,-6 1-4-16,-1 0 0 0,-3-8 0 0,0 8 0 15,0-5 13-15,0 2 3 0,0-2 0 0,0 1 0 16,-3 1 6-16,-1-2 2 0,-1 5 0 0,0-6 0 0,-2 10-20 16,0-4-4-16,-3 2-8 0,1 2 12 0,-2-3-12 0,0 3 11 15,1 2-11-15,-7 0 10 0,10 0-10 16,-10 0 0-16,8 2 0 0,-6-2 0 0,-1 7 9 16,3-3-9-16,-1-2 10 0,0 4-10 0,-3-1 0 0,7 2 8 15,-4-1-8-15,6 1 0 0,-3-1 0 0,-2 1 0 16,4-1 0-16,-1 5 0 0,3-5 0 0,0 1 0 15,2-1 0-15,0-1 0 0,-2-3-20 0,7 2 2 16,0 3 1-16,-3-3 0 16,3-4-40-16,0 0-8 0,0 0-2 0,3 3-561 15,-3-3-112-15</inkml:trace>
  <inkml:trace contextRef="#ctx0" brushRef="#br0" timeOffset="11">25539 9096 1908 0,'0'0'84'0,"0"0"18"16,0 0-82-16,0 0-20 0,0 0 0 0,0 0 0 0,0 0-13 0,0 0-7 15,-4 0-2-15,4 0 0 0,0 0 10 0,0 0 3 16,-5 0 0-16,-1 4 0 0,6-4 9 16,0 0 0-16,0 0 0 0,0 2 0 0,0-2 0 0,-6 7 0 15,6-7 0-15,-3 6 0 0,-4-1 27 0,7-3 7 16,-3 4 2-16,-1-2 0 0,-3 7 9 0,4-2 3 15,-4-2 0-15,0-1 0 0,4 5-27 0,-4 2-5 16,0-2 0-16,5-3-1 0,-3 3-15 0,0 0 11 16,0-2-11-16,3-3 10 0,-3 1-10 0,5 3 0 15,0-3 0-15,-3-1 0 0,3 1 0 0,0-7 8 16,0 0-8-16,0 0 0 0,3 4 0 0,-3-4 8 16,0 0-8-16,0 3 0 0,0-3 8 0,0 0-8 15,0 0 0-15,5 4 8 0,-3 3-8 0,-2-7 0 0,0 0 0 16,5 4 0-16,-5-4 0 0,0 0 0 0,0 0 0 15,5 6 0-15,-5-6 15 0,0 3-3 0,0-3 0 16,7 4 0-16,0-4-12 0,0 2 11 0,-4-2-11 0,4 0 10 16,3 0 0-16,-3 0 0 0,0 0 0 0,0 0 0 15,2-2-10-15,-1 2 0 0,2 2 0 0,-3-2 0 16,3 0 0-16,1 4 0 0,1-4 0 0,-4 2 0 16,1 3 0-16,3-3 0 0,-7 6 0 0,2-1 0 15,1-1 0-15,-1 1 0 0,-5 0 0 0,3-1 0 16,-3 5 0-16,-2-2 0 0,5-3 0 0,-5 5 0 15,-5 0 0-15,5-2 0 0,5-3 0 0,-2 5 0 16,-1-5 0-16,-2 5 8 0,0-2-8 0,0 1 0 16,5-3 8-16,-5 0-8 0,-5-1 8 0,3 1-8 15,-1 4 12-15,-2-5-4 0,3 0 0 0,-5 5 0 0,0-4 1 16,-1-1 0-16,-1 1 0 0,-1-1 0 0,-4 1-9 16,4 0 8-16,-5-1-8 0,6 0 8 0,-5-1-8 0,-4-3 0 15,9 4 0-15,-5-2 0 0,2-1-10 0,-3 1-4 16,1-4-1-16,-3 0 0 15,2-4-17-15,6 1-4 0,-8 3-1 0,5-6 0 16,0 0-115-16,2-5-22 0,-4 5-5 0</inkml:trace>
  <inkml:trace contextRef="#ctx0" brushRef="#br0" timeOffset="12">25482 9143 2106 0,'0'0'93'0,"0"0"19"0,0 0-89 0,0 0-23 0,0 0 0 0,0 0 0 15,2 0 25-15,8-4 1 0,-3 4 0 0,0 0 0 16,9 0 10-16,-5-5 1 0,5 3 1 0,3-2 0 15,1 2-14-15,1-2-2 0,1-3-1 0,2 5 0 16,0-2-1-16,0 2-1 0,0-3 0 0,-7-1 0 16,0 6-35-16,4-4-8 0,-4 2 0 0,-5-3-1 15,3 5-24-15,-1 0-5 16,-4-2-1-16,4 2-620 0,-4-5-124 0</inkml:trace>
  <inkml:trace contextRef="#ctx0" brushRef="#br0" timeOffset="13">22608 7302 633 0,'0'0'28'0,"0"0"6"0,0 0-34 16,0 0 0-16,0 0 0 0,5 0 0 0,-2-3 124 0,2-1 17 15,-3 4 4-15,3-4 1 0,-3 2-94 0,3 2-20 16,0-5-3-16,-5 5-1 0,0 0 1 0,0 0 0 15,5 0 0-15,-5 0 0 0,0 0-6 0,2-2-2 16,3-2 0-16,-5 4 0 0,0 0 17 0,0 0 3 16,0 0 1-16,0 0 0 0,-5 6-19 0,1-1-4 15,-4 1-1-15,3 1 0 0,-2-1-6 0,2 7 0 16,-2-2-1-16,0 0 0 0,0-2-3 0,-3 4-8 16,3-3 12-16,-3 3-4 0,1-2 7 0,-1 2 1 15,0 0 0-15,0 4 0 0,1-4-2 0,-3 7 0 16,0-2 0-16,-2 1 0 0,-1 0-14 0,0 3 8 15,1-2-8-15,-2-1 0 0,-1 5 8 0,2 0-8 0,-2-1 0 16,0-1 0-16,3 2 0 0,0 0 0 16,-3 6 0-16,2-4 0 0,-2 4 0 0,3-3 0 0,0 0 0 0,-1 0 0 15,-2 3 0-15,6 0 0 0,-4-4 0 0,3 4 0 16,-2 1 8-16,2-5-8 0,-1 4 0 0,2-6 0 16,-1 2 0-16,-1 3 0 0,2-8 0 0,1 3 0 15,-2 0 0-15,0 0 8 0,2-5-8 0,1 5 0 16,-1-5 8-16,0 5-8 0,-2 0 11 0,5-2-11 15,-2-5 11-15,1 2-11 0,4 3 10 0,-1-2-10 16,-5-1 8-16,1 1-8 0,4 2 0 0,-3-8 9 16,4 4-9-16,-6 2 0 0,3-7 0 0,2 4 0 15,0-5 0-15,0 1 0 0,1 5 0 0,-1-7 8 16,0 2-8-16,3-2 0 0,-1-3 0 0,-1 3 0 16,-1-4 0-16,2 6 0 0,1-7 0 0,-1 1 0 15,-2-1 0-15,3-1 0 0,0 1 0 0,0 0 8 0,-1 1 2 16,1-1 0-16,-1 1 0 0,1 0 0 0,-1-3 10 0,1-4 3 15,2 0 0-15,-2 7 0 0,-1-7-11 0,3 0-1 16,-5 6-1-16,5-6 0 0,0 0-2 0,0 0 0 16,0 0 0-16,-2 4 0 0,2-4-8 0,0 0 0 15,0 0 9-15,0 0-9 0,0 0 0 0,0 0 8 16,0 0-8-16,0 0 0 0,0 0 12 0,0 0-1 16,-3 2-1-16,3-2 0 0,-4 0 17 0,4 0 3 15,0 0 1-15,-2-2 0 0,-1-2-9 0,3 4-2 16,0-6 0-16,0 1 0 0,0-1-4 0,0-1 0 15,0 0-1-15,0 1 0 0,0-1-3 0,0 1-1 16,0 0 0-16,-2-1 0 0,-1-4 1 0,3 5 1 0,-2-1 0 16,2-4 0-16,-3 5-2 0,1-1-1 0,2 1 0 15,-3-3 0-15,1 5 0 0,-3-3 0 0,3 1 0 0,-3-5 0 16,0 5-10-16,3-1 0 0,-3 0 9 0,0 3-9 16,3-5 0-16,-3 3 9 0,3-5-9 0,-3 5 0 15,2-5 9-15,3 5-9 0,-2-1 0 0,2 0 9 16,0-4-9-16,0 5 0 0,0-1 0 0,0 5 0 15,0-4 0-15,2 0 0 0,-2-1 0 0,3 3 0 16,-3 4 0-16,0 0-9 0,0 0 9 0,0 0 0 16,0 0-11-16,0 0 11 0,0 0-10 0,0 0 10 15,0 0-8-15,0 0 8 0,0 0 0 0,5 4-9 16,-3 3 9-16,3-1-8 0,-3 0 8 0,3 3-8 16,-2-3 8-16,-3 5-12 0,2 3 12 0,0-4-12 0,3 3 12 15,-3 0-12-15,-2 0 12 0,3 2-12 0,-1-6 12 16,1 4 0-16,1-2 0 0,-1 2 0 0,2-3 0 15,-3-1 0-15,3 2 0 0,0-4 0 0,-1-1 0 16,-1 1 9-16,2-1 0 0,0-1 0 0,-1 1-9 0,1 0-11 16,3-1 3-16,-4-3 0 0,1 2 8 0,0-2 0 15,2-2 0-15,0 0 8 0,3 0 1 0,-1-2 1 16,1-2 0-16,-1 2 0 0,2-5 8 0,0-1 2 16,2 1 0-16,-2 1 0 0,4-3 9 0,1-2 3 15,1-2 0-15,1 2 0 0,-4-2-32 0,3 0-13 16,2 1 1-16,-3-2 0 0,-1-1 12 0,2 2 0 15,-2 0 0-15,-1 3 0 16,2 1-27-16,-1-2-2 0,-3-2-1 0,2 2 0 16,1 4-123-16,-1-1-25 0,1-3-5 0</inkml:trace>
  <inkml:trace contextRef="#ctx0" brushRef="#br0" timeOffset="14">21392 9293 57 0,'0'0'0'0,"0"0"0"0,0 0 0 0,0 0 0 15,0 0 245-15,0 0 44 0,0 0 9 0,0 0 2 16,0 0-213-16,0 0-43 0,-2-4-8 0,2 4-1 0,0 0 6 0,2-7 2 15,-2 7 0-15,0-2 0 0,0-3 4 0,3-1 1 16,-3 6 0-16,0-2 0 0,2-3-7 0,1-1-1 16,-1 0 0-16,0 1 0 0,3-1 4 0,0 0 0 15,0 3 0-15,-1-3 0 0,1-3-22 0,3 2-4 16,-1 1-1-16,0-1 0 0,3 1-4 0,-3-1-1 16,3 1 0-16,1 0 0 0,1 1 4 0,1-1 0 15,-2-1 0-15,4 7 0 0,2-2-16 0,-3-3 9 16,-5 5-9-16,4-2 8 0,-4-2-8 0,-1 4 0 15,1 0 0-15,-2 4-11 0,1-2 11 0,-4 3 0 16,4-3 0-16,-3 5 0 0,-1-3 0 0,-2-2 0 16,3 5 0-16,0-3 0 0,-5 2 0 0,3 1 0 0,-1 4 0 15,1-3 0-15,-6-1 0 0,1 4-8 16,2 2 8-16,-3-2 0 0,1 1 0 0,-1 6 0 0,-2-5 0 16,1 0 8-16,2 4-8 0,-3-4 0 0,-3 4 0 0,1-1 0 15,-5 1 0-15,3-4 0 0,-1 4 0 0,-2-3 0 31,0-1-24-31,-3 4-4 0,4-4 0 0,-4-1 0 0,3 0 13 0,-2 1 3 0,-1-2 0 0,1-5 0 16,-1 0 12-16,3 1-11 0,-2 4 11 0,2-9-10 16,2 4 10-16,-2-1 0 0,3-3 0 0,-1 2 0 15,1-4 0-15,-1 0 0 0,5 0 0 0,-2 0 0 16,4-4 11-16,3 4-3 0,-5 0 0 0,5 0 0 16,0 0-8-16,0 0 0 0,0-7 0 0,0 7 0 15,5-2-12-15,-2-2 12 0,4-3-10 0,0 7 10 16,1-2 0-16,1-2 0 0,-2 4 13 0,5-4-4 15,0 1 6-15,0 3 1 0,0 0 0 0,0 0 0 16,3 0-8-16,-1 3-8 0,3 1 11 0,-2 2-11 0,-1-1 15 16,0-3-4-16,1 4-1 0,-1 1 0 0,0-3 2 0,1 7 0 15,0-4 0-15,-1-1 0 0,0 3-4 0,-2-3 0 16,0 5 0-16,0-5 0 0,1 5-8 0,-4-2 8 16,3-2-8-16,-2 4 8 0,-3-5-19 0,0-2-4 15,3-2-1-15,-3 5 0 16,-3-7-100-16,1 4-20 0,3-2-4 0,-8-2-639 0</inkml:trace>
  <inkml:trace contextRef="#ctx0" brushRef="#br0" timeOffset="15">22012 9262 1753 0,'-5'-12'77'0,"5"7"17"15,-2 5-75-15,2 0-19 0,0-6 0 0,2 0 0 0,1 3 32 16,2-3 4-16,-3 1 0 0,5-1 0 0,1 1-36 0,-1-1 0 16,2-1 0-16,1 1 0 0,0-1-9 0,0 1 9 15,1 0-8-15,-1 1 8 0,2-1 0 0,0 4-8 16,-2-5 8-16,1 2 0 0,0-1 0 0,-2 6 0 16,1-5 0-16,-1 3 11 0,1 2 4 0,-3 0 1 15,3 0 0-15,-3 2 0 0,0 3-4 0,0-1-1 16,0-2 0-16,1-2 0 0,-1 7-11 0,0 0 0 15,-2-1 0-15,2 1 0 0,-2 3 0 0,-3 3 0 16,3-2 0-16,-2 2 0 0,-1 5 0 0,-2-5 0 16,0 6 0-16,-2 1 0 0,-1-3 0 0,-2 2 0 15,1-2 0-15,-1 3 0 0,-3 2 0 0,1-3 0 16,0-1-12-16,0-3 12 0,-3 2-16 0,3 3 5 16,-2-8 1-16,-1 6 0 0,0-5 10 0,-2 0-8 15,0-2 8-15,2 2-8 0,-2-7 8 0,3 5 0 0,-1-4 0 16,-1 0 0-16,0-3 11 0,0-2-3 0,1 2 0 0,3-4 0 15,-5 0-8-15,5 0 0 0,-1 0 0 0,1 0 0 16,0-4 0-16,0 4 0 0,-1-2 0 0,1-2 0 16,2-3-17-16,0 0-6 0,-1 3-1 0,1 2 0 15,2-3 6-15,-2 3 1 0,3-2 0 0,-2-3 0 16,1 7 17-16,3 0 0 0,0 0 8 0,0 0-8 16,0 0 21-16,0 0-1 0,0 0-1 0,7 0 0 15,3 7 11-15,1-7 2 0,2 0 1 0,1 4 0 16,3-2-1-16,0-2 0 0,-1 5 0 0,1-3 0 15,3 2-15-15,-1 3-3 0,-2-3-1 0,0-1 0 16,-1 3 10-16,4 0 1 0,-6 1 1 0,3-1 0 0,-3 1-9 16,1 3-3-16,2-3 0 0,-3 0 0 0,-2 4-13 0,0-5 11 15,-2 1-11-15,2 3 10 0,-3-1-10 0,1-3-9 16,-1-2 9-16,1 3-13 16,-3 0-120-16,3 0-24 0</inkml:trace>
  <inkml:trace contextRef="#ctx0" brushRef="#br0" timeOffset="16">21296 10027 1234 0,'0'0'55'0,"0"0"11"0,-2 0-53 0,2 0-13 0,0 0 0 0,0 0 0 16,0 0 25-16,0 0 3 0,0 0 0 0,-3 0 0 31,3 0-49-31,0 0-10 0,0 0-1 0,-2 0-1 0,-1 5 25 0,1-3 8 0,0 2 0 0,-1-2 0 15,1 3 0-15,-1 1 0 0,-2 1 0 0,3 0 0 16,0-1 18-16,-3 5 4 0,0-3 1 0,-2 3 0 16,0 2-7-16,2 0-2 0,-5 3 0 0,3-1 0 15,0 2 12-15,-2 2 2 0,-2-1 1 0,2 1 0 16,-1 0-2-16,1 6-1 0,-1-2 0 0,1 1 0 16,-1-4-4-16,1 6-1 0,1-3 0 0,-1-3 0 0,-1 4-4 15,1 4-1-15,-1-2 0 0,0 0 0 0,0 4-5 16,1 1-2-16,-3-1 0 0,3 1 0 0,-2 1-9 15,0-1 0-15,-2-2 0 0,-1 4 0 0,2-3 0 0,0-6 0 16,-2 7 0-16,-1-1 8 0,1-4-8 0,-1 0 0 16,3 2 0-16,1-4 0 0,-2-2 16 0,1 1 2 15,0 2 0-15,3-6 0 0,-1 4 1 0,0-3 0 16,1-7 0-16,-1 4 0 0,0-4-9 0,4 5-2 16,-2-5 0-16,1 0 0 0,2 4 7 0,-2-4 1 15,0 0 0-15,0-2 0 0,2 2-3 0,-2 0 0 16,-1 0 0-16,3 2 0 0,0-2 3 0,1 0 1 15,-3 0 0-15,2-2 0 0,0-3-17 0,0 3-12 16,0 1 1-16,3-4 1 0,-3-1-3 0,3-1-1 0,0 3 0 16,-1-3 0-16,1-4-7 0,-1 5-2 0,1-3 0 15,2-2 0 1,-3 5-31-16,3-7-6 0,0 0-2 0,-2 0 0 16,2 0-22-16,-5 4-4 0,5-4 0 0,0 0-1 15,0 0-56-15,0 7-11 0</inkml:trace>
  <inkml:trace contextRef="#ctx0" brushRef="#br0" timeOffset="17">20589 11477 518 0,'0'0'46'0,"0"0"-37"16,0 0-9-16,0 0 0 0,0 0 128 0,2-6 24 16,1 6 5-16,2-7 1 0,-5 7-97 0,0 0-19 15,3-2-4-15,-3 2-1 0,0 0 7 0,0 0 2 16,4-4 0-16,-4 4 0 0,0-7 2 0,2 3 1 15,-2-3 0-15,0 5 0 0,0-2 6 0,0-3 1 16,0 1 0-16,-2-1 0 0,2 3-10 0,-2-2-2 16,0-1 0-16,-1 1 0 0,1-8-3 0,-1 8-1 0,0-5 0 0,-1-2 0 15,2 0-4-15,-3 3 0 0,0-4-1 16,2 1 0-16,1 2-18 0,0-2-3 0,-1 1-1 0,1 1 0 16,2 2-13-16,-2-2 8 0,-1 4-8 0,1-3 0 15,-1 3 0-15,0 1 0 0,3-1 0 0,-2 5 0 16,2-2 0-16,-2-2 0 0,2 6 0 0,0-5 0 15,2 3 0-15,-2 2 0 0,0 0 0 0,0 0-10 16,0 0 10-16,0 0-12 0,0 0 12 0,0 0-12 16,0 0 4-16,0 0 0 0,5 7 0 0,-2-1 0 15,2 0 0-15,-3 1 0 0,3-1 0 0,-3 5 0 16,-2 2 8-16,2 0-10 0,-2 5 10 0,0-1-10 16,-2-2 10-16,2 7-10 0,-2-3 10 0,-1 1-10 15,1 3 10-15,0-3 0 0,-3 4 0 0,-1-5 0 0,4 3-8 16,-2-2 8-16,1-8-8 0,-2 8 8 0,3-7 0 15,-3 2 0-15,3-2 0 0,0-4 0 0,-1 1 0 16,1-3 0-16,2 0 0 0,0-1 0 0,0-6 13 0,0 0 2 16,5 7 0-16,-1-7 0 0,3 0 5 0,3-2 2 15,0-3 0-15,-1-1 0 0,3-1-2 0,2 0 0 16,1-3 0-16,0 1 0 0,-1-2-5 0,3-1-2 16,2-6 0-16,0 5 0 0,3-4 1 0,-3 2 0 15,3-3 0-15,0 1 0 0,2 4-14 0,-3 2 0 16,-2 3 0-16,-2-3 0 0,3 2-9 0,-4-2-5 15,-1 4-1-15,-1-3 0 16,0 3-35-16,-4 5-7 0,0-2-2 0,-3-3 0 16,3 7-130-16,-4-4-27 0,-6 4-4 0,0 0-2 0</inkml:trace>
  <inkml:trace contextRef="#ctx0" brushRef="#br0" timeOffset="18">20251 12229 979 0,'0'0'87'0,"0"0"-70"16,-3 0-17-16,0 0 0 0,3 0 164 0,-2 0 28 16,-1 0 7-16,-1 0 1 0,-1 0-157 0,5 0-31 15,-2 7-12-15,-1-1 8 0,1 1 12 0,-3-1 3 16,3 5 0-16,0 2 0 0,-1 0 2 0,1 4 1 0,2 3 0 16,0-3 0-16,0 7 13 0,0 2 2 0,0-2 1 0,0 6 0 15,0 0-21-15,-3 3-4 0,0 3-1 0,-4 0 0 16,0-4-16-16,-3 7 0 0,1-5 8 0,2 4-8 15,0-6 0-15,-1-1 0 0,1-8 8 0,0 1-8 16,-3-4 0-16,5-1 0 0,1-2 0 0,-1-4 0 31,0-2-34-31,2-4-4 0,3-7-1 0,0 0-858 0</inkml:trace>
  <inkml:trace contextRef="#ctx0" brushRef="#br0" timeOffset="19">20813 12357 806 0,'-10'-5'72'0,"6"5"-58"16,1-2-14-16,-2-2 0 0,0 2 118 0,0-3 21 0,3 5 4 0,-2-6 1 15,-1 6-97-15,-1-4-19 0,4 4-4 0,-2-3-1 16,1-1 28-16,-2 2 5 0,0-2 2 0,-1 4 0 16,1-2-25-16,0-3-5 0,-2 5 0 15,2-2-1-15,-3-2-6 0,1 4-1 0,3 0 0 16,-4 0 0-16,1 0 12 0,0 6 1 0,-1-6 1 0,2 5 0 15,-2-3-10-15,1 4-3 0,-5 1 0 0,4-3 0 16,-1 7-1-16,2-3-1 0,0 4 0 0,-3-6 0 16,5 7-5-16,-2 0-1 0,0 0 0 0,0 4 0 15,2-3-4-15,-2 3-1 0,1-5 0 0,2 1 0 16,2 5-8-16,-1-1 0 0,1-8 0 0,2 8 0 16,0-4 0-16,2-2 0 0,1-2 0 0,1 2-11 15,1-5 3-15,0 1 0 0,5-3 0 0,-3-2 0 16,3-2 8-16,-1 0-8 0,1 0 8 0,2-2-8 15,-3-5 8-15,3 3 0 0,0-2 0 0,1-1 0 0,-4-4 0 16,3 2 0-16,-2-4 0 0,1-2 0 16,-1 7 9-16,2-5-9 0,1-2 12 0,-4 1-12 0,1-1 19 15,-1-2-3-15,1 4-1 0,-1-4 0 0,1 4-3 0,-3 2-1 16,0-2 0-16,-1 7 0 0,0-1-11 0,-3 1 12 16,-1 1-12-16,-2 5 12 0,0 0 1 0,0 0 1 15,0 0 0-15,0 0 0 0,-5 7-14 0,3 4 8 16,-2 1-8-16,-2 1 0 0,-1-2 8 0,0 9-8 15,2-3 0-15,0 2 0 0,0 1 11 0,-1 4-11 16,3-7 12-16,-2 9-12 0,0-2 28 0,3 2 0 16,-3-2-1-16,3 2 0 0,-3 4-15 0,2-1-2 15,-1 3-1-15,-1-2 0 0,0 3-9 0,0 1 0 0,3-3 0 16,0-6 0-16,-3 2 0 0,5-3 0 16,-3-1 0-16,6-3 0 15,-1-7-40-15,1 4-1 0,-1-6 0 0,3-5-652 0,0 1-131 0</inkml:trace>
  <inkml:trace contextRef="#ctx0" brushRef="#br0" timeOffset="20">17219 7128 1447 0,'0'0'64'0,"0"0"13"0,0 0-61 0,-5 0-16 0,0 0 0 0,-2 0 0 0,7 0 27 16,-5 3 2-16,3 1 1 0,-3 0 0 0,5-4-17 0,0 0-3 15,0 3-1-15,0-3 0 0,-3 6 12 0,1-2 3 16,2-4 0-16,0 7 0 0,0-7-2 0,0 2 0 15,-2 4 0-15,4-2 0 0,0 3-2 0,1-1 0 16,-3 1 0-16,0 4 0 0,5-4-20 0,0-1 9 16,-5 7-9-16,2-7 0 0,0 7 24 0,1-2-1 15,-1 2-1-15,-2-2 0 0,2-2 6 0,3 6 2 16,1-2 0-16,-2 0 0 0,1 0-10 0,0 0-3 16,2 4 0-16,2-4 0 0,-1 5 0 0,-1-5 0 15,0 6 0-15,3-6 0 0,-3 4-7 0,0 3-2 16,0-3 0-16,1 0 0 0,-1 3-8 0,0-2 8 15,0-3-8-15,0 6 8 0,0-6-8 0,-1 9 0 16,-2-4 9-16,1 3-9 0,0-5 8 0,0 6-8 0,0-5 8 0,1 1-8 16,2-3 13-16,-1 3-1 0,0-3-1 0,1 3 0 15,1-3 0-15,-2 2 0 0,1-6 0 0,1 5 0 16,1-1 0-16,-3-4 0 0,3 4 0 0,-3-2 0 16,3-1-3-16,-3 3-8 0,0 0 12 0,0 3-4 15,0-7 0-15,-2 4 0 0,0 2 0 0,0 5 0 16,2-4-8-16,-2 1 8 0,-5 1-8 0,5 0 8 15,-1-3-8-15,-2 1 0 0,1-3 9 0,2 1-9 16,2-3 20-16,0 2-1 0,-2-4 0 0,0 0 0 16,2-2-19-16,0 2 0 0,-4 0 8 0,4-3-8 15,-2 1 0-15,0-2 0 0,0 2 0 0,-1-2 0 16,-2 2 0-16,1-5 12 0,2 5-3 0,-3-5 0 0,3 1-9 16,-2-1 0-16,-1 5 0 0,0-4 0 15,1-1 11-15,-1 1-3 0,-4-1-8 0,4 1 12 0,-2-1-12 16,0-6 9-16,0 6-9 0,0-6 8 0,0 0-8 0,0 0 8 15,0 0-8-15,0 0 8 0,0 0-8 0,0 0 10 16,0 0-10-16,0 0 10 0,0 0-10 0,0 0 0 16,0 0 0-16,0 0-11 15,0 0-40-15,0 0-8 0,8 0-1 0,-8 0-1 16,0 0-121-16,4 5-24 0,-4-5-5 0,0 0-1 0</inkml:trace>
  <inkml:trace contextRef="#ctx0" brushRef="#br0" timeOffset="21">17726 8591 633 0,'0'0'28'0,"0"0"6"0,0 0-34 0,0 0 0 0,0 0 0 0,0 0 0 16,0 0 83-16,0 0 9 0,0 0 3 0,0 0 0 15,0 0-64-15,-2-2-13 0,2 2-2 0,0 0-1 16,-3-5 21-16,3-1 5 0,0 1 1 0,0 5 0 16,0-2 7-16,0-2 2 0,3-3 0 0,-1 1 0 15,-2 0 17-15,3-1 3 0,-1 1 1 0,2-1 0 16,-1 3-1-16,0-3 0 0,-1 0 0 0,1 1 0 16,1-5-20-16,-2 5-4 0,6-3-1 0,-3-1 0 15,-1-4-17-15,3 8-3 0,1-7-1 0,-4 2 0 16,4-2 5-16,-1 2 1 0,0-2 0 0,0 0 0 0,1 2-18 15,1-2-3-15,-1 0-1 0,-4 1 0 0,3-2-9 16,-2 3 0-16,3-2 0 0,-1 3 8 0,-2 1-8 0,0-2 8 16,1 0-8-16,-1 3 8 0,0 1-8 15,-2 0 12-15,-3-3-12 0,2 5 12 0,-2 3-12 0,2-2 0 16,0 2 9-16,-2 2-9 0,0 0 0 0,0 0 9 16,0 0-9-16,0 0 0 0,0 0 0 0,0 0 0 15,0 0 0-15,0 0 0 0,3 2 0 0,0 4-9 16,-3 3 9-16,2 0 0 0,-2-3 0 0,0 1-8 15,0-1 8-15,-2-1 0 0,2 6 0 0,-3-3 0 0,0-1 0 16,3 3 0-16,-2 3 0 0,0 1 0 0,0-1 0 16,-1-3-8-16,1 8 8 0,-1-3 0 0,-2 2 0 0,1-4 0 15,-1 5 0-15,0-6 0 0,3 1 0 16,-3-2 0-16,-2 3 0 0,4-4 0 0,-2-3 0 16,3-1 0-16,-3-4 0 0,3 7 0 0,-3-3 0 0,3 1 8 15,-3 0-8-15,2-5 0 0,-1 2 0 0,1 3 0 16,-2-1 0-16,3-1 0 0,-1-3 0 0,3-2 0 15,-2 4 0-15,-2 2 8 0,-1-4-8 0,0 3 0 16,0-3 0-16,0 2 0 0,3-4 0 0,-3 7 8 16,0-7-8-16,0 4 9 0,1-2-9 0,-1-2 10 15,-3 0-1-15,4 5 0 0,-1-5 0 0,-3 0 0 16,4-5 8-16,-3 5 2 0,-3 0 0 0,3 0 0 16,-3 0 4-16,1 0 1 0,-1-2 0 0,1-2 0 15,-1 4 0-15,-2-5 1 0,-1 3 0 0,2 2 0 0,-1-4 3 16,-1-3 1-16,2 7 0 0,-4-2 0 0,5-2-11 15,1 2-2-15,-6-2-1 0,6 4 0 0,-3 0-15 0,0 0 8 16,0 0-8-16,2 0 0 0,1 0 0 0,-1 0 0 16,3 4 0-16,0-4 0 0,2 0 0 0,0 0 0 15,-2 0 0-15,4 0 0 0,3 0 0 0,-5 0 0 16,1 0-9-16,-1 0 9 0,0 0-16 0,5 0 2 16,0 0 1-16,0 0 0 15,0 0-86-15,0 0-17 0,0 0-3 0,0 0-618 16,0 0-124-16</inkml:trace>
  <inkml:trace contextRef="#ctx0" brushRef="#br0" timeOffset="22">17752 9096 1209 0,'0'0'53'0,"-4"0"12"0,-1 0-52 0,3 4-13 0,2-4 0 0,0 0 0 15,0 0 116-15,0 0 21 0,-6 2 4 0,6-2 1 16,0 0-108-16,0 0-22 16,0 0-4-16,0 0 0 0,8 5 16 0,-3-3 3 0,-1-2 1 0,4 0 0 15,1 0 16-15,-2 0 4 0,3-2 1 0,2-3 0 16,0 5-25-16,0-2-6 0,3-2-1 0,1 0 0 15,-1 2-7-15,2 2-2 0,-3-5 0 0,1 5 0 16,1 0-8-16,-3 0 0 0,1 0 0 0,0 0 0 16,-2-2 0-16,3 2 0 0,-6 2 0 0,4-2 0 15,-2 0 0-15,1 0 0 0,1 0 0 0,-4 0 0 16,1 0 0-16,-1 0 10 0,1 0-10 0,-1-2 10 16,-1 2-1-16,1-5 0 0,-2 3 0 0,3-2 0 15,-5 4-9-15,5-3 0 0,-3-1 0 0,-3 4 8 16,4 0-8-16,-3 0 0 0,-5 0 0 0,0 0 0 15,0 0 0-15,4 0 0 0,-4 0 0 0,0 0 0 16,5 7 0-16,-5-7 0 0,0 0 0 0,0 6 0 0,0 1 15 16,0-2 7-16,0 1 2 0,-2 0 0 0,-1 1-24 0,-1-3 0 15,-1 3-10-15,0 1 10 0,2-2 0 0,-1 5 16 16,-3-4-2-16,-1 0 0 0,3-1-6 16,1 5-8-16,-4 0 11 0,1-3-11 0,0 3 16 0,0-4-3 15,-2 6-1-15,1-2 0 0,-4 2 4 0,2-1 0 16,1 1 0-16,-3 1 0 0,0 1 5 0,0-2 2 15,0 0 0-15,0 4 0 0,-3-2-23 0,6-1 0 16,1 3 0-16,-1-5 0 0,-5 6 0 0,1 0 0 16,2-6 0-16,-2 6 0 0,4-4 0 0,-3-2 0 15,0 5 0-15,0-2 0 0,2 0-12 0,1-2-3 16,-1-4-1-16,3 6 0 0,-3-6 6 0,1 4 1 0,1-3 0 0,3 3 0 31,-2 1-143-31,0-3-29 0,2-1-6 0</inkml:trace>
  <inkml:trace contextRef="#ctx0" brushRef="#br0" timeOffset="23">15863 7167 460 0,'0'0'20'0,"0"0"5"15,0 0-25-15,0 0 0 0,-2 4 0 0,-3-4 0 16,2 3 143-16,1 1 23 0,-3 0 5 0,1-2 1 0,-1 5-124 0,2-7-24 16,3 0-4-16,-5 7-2 0,1-3-18 0,-1-2 10 15,2 3-10-15,-2-3 8 0,0 2-8 0,1 3 10 16,-3 3-10-16,1-1 10 0,2-3 1 0,-1 5 0 16,-5 2 0-16,4 0 0 0,-2-2 8 0,3 6 1 15,-2-2 1-15,-3 3 0 0,-1-1-7 0,-2 0-2 16,1 3 0-16,1-4 0 0,-2 5 4 0,4-2 0 15,-4 1 0-15,2 0 0 0,-1 1 0 0,-1-2 1 16,2 1 0-16,-2-2 0 0,4 1-1 0,-3-2-1 16,0 3 0-16,3-1 0 0,-1-2 7 0,-2 3 2 15,2-2 0-15,1 1 0 0,-1 5-16 0,-2-4-8 16,0 1 8-16,0-2-8 0,0 1 0 0,-1 0 0 0,2 1 0 16,1-2 0-16,-4 1 9 0,2-2-9 0,0 1 12 15,0 0-12-15,-3-1 12 0,3 1-12 0,0 5 12 16,3-4-12-16,-4 1 0 0,2-1 0 0,1-1 0 15,-2 1 0-15,2 4 10 0,1-5-10 0,-1-1 8 0,1 1-8 16,1-2 0-16,1 1 8 0,-3-5-8 0,3 6 0 16,-2-6 8-16,1 4-8 0,1-3 8 0,-3-1-8 15,3 4 8-15,0-4-8 0,0 0 0 0,0 4 8 16,-1-4-8-16,1 5 12 0,0-6-12 0,0 1 12 16,0 5-12-16,-1-5 0 0,1 0 9 0,0 4-9 15,0-4 19-15,-1-2-1 0,2 2 0 0,-2 0 0 16,3-2-18-16,-2-3-16 0,0 3 4 0,0 0 0 15,0-2 12-15,2 2 13 0,0-5-2 0,-2 5-1 16,2-3 3-16,0-1 1 0,-2 4 0 0,5-4 0 0,-1 4-14 16,-2-3 9-16,3-1-9 0,-3 1 8 15,3 1-8-15,-3-3 0 0,-3 5 0 0,4-4 0 0,-1 6 0 0,0-7 8 16,-2 5-8-16,0-4 0 0,-1 3 0 0,3-1 0 16,1-3 0-16,-1 1 0 0,0 0 0 0,0-3 0 15,1 3 0-15,-1-3 0 0,3-2 0 0,-4 4 8 16,4-1-8-16,0-3 0 0,2-2 19 0,-5 6-2 15,0-1 0-15,0-3 0 0,3 2-5 0,-3 0-2 16,1-2 0-16,1 5 0 0,-2-2-10 0,2-3 8 16,1-2-8-16,2 0 8 0,-2 4-8 0,2-4 10 15,0 0-10-15,-2 0 10 0,-3 0 2 0,5 0 1 16,-5 0 0-16,5 0 0 0,-3-4 4 0,-1 4 1 0,2-2 0 16,2 2 0-16,-5-5-2 0,2 5 0 15,-2-7 0-15,3 7 0 0,0-2-8 0,-3-2-8 0,2 4 12 0,1-4-12 16,-1 4 8-16,1-2-8 0,-1-3 0 15,1 5 0-15,0-2 0 0,0-2 0 0,2-3 0 0,-5 5 0 16,5-2 16-16,-3-2-3 0,3-1-1 0,-2 1 0 16,-1-1 10-16,3 0 2 0,0-4 0 0,0 5 0 15,0 0-13-15,3-1-3 0,-6-4 0 0,3-2 0 16,3 7 1-16,-3-5 0 0,2 2 0 0,-2-2 0 16,0 5-9-16,3-5 12 0,-3 5-12 0,0-1 12 15,0 1-12-15,2-1 0 0,-2 2 0 0,3 3 0 16,-3 2 0-16,0 0 0 0,0 0-8 0,0-4 8 15,0 4 0-15,0 0-9 0,0 0 9 0,0 0 0 16,4 0-9-16,-4 0 9 0,0 0 0 0,0 0-9 16,0 0 9-16,0 0 0 0,0 0 0 0,0 0-8 0,0 0 8 15,0 0 0-15,0 0 0 0,2 4 0 0,-2 7 0 0,0-2-10 16,0 2 10-16,0 2 0 0,0 0-9 0,0 0 9 16,0 4 0-16,-2-4-9 0,2 5 9 0,0-6 0 15,0 6 0-15,0-5 0 0,0 0 0 0,2 0 0 16,-2-2 0-16,0-1 0 0,0-1 0 0,3 2 0 15,-3-4 0-15,0-1 0 0,0 1 0 0,2-1 0 16,1 0 0-16,-3-6 0 0,0 0 0 0,0 0 0 16,2 7 0-16,-2-7 0 0,0 0 0 0,3 6 0 15,-3-6 0-15,0 0 8 0,2 5-8 0,3-3 11 16,-5-2-11-16,5 4 12 0,0 1 14 0,2-5 3 16,2-5 1-16,-1 5 0 0,1 0-2 0,1-4-1 15,4-3 0-15,-2 5 0 0,3-4-7 0,-1 1-2 0,3-1 0 16,-3-5 0-16,-4 5-18 0,2 0-17 0,0-1 3 0,3 0 1 15,-1 0 37-15,-2 1 7 0,3 0 1 0,-4-1 1 16,1-4-33-16,1 5 0 0,-4-5 0 0,1 5 0 16,-1-3-14-16,-2 2 0 0,1 1 0 0,1-1 0 31,-4-1-20-31,2 1-4 0,0 1-1 0,1-1 0 16,-4 5-41-16,4-4-9 0,-3-3-2 0,2 7-600 0,0-5-120 0</inkml:trace>
  <inkml:trace contextRef="#ctx0" brushRef="#br0" timeOffset="24">14659 9193 633 0,'0'0'28'0,"0"0"6"0,0 0-34 0,0 0 0 0,0-4 0 0,2 4 0 16,-2 0 121-16,0-7 18 0,0 7 3 0,0-2 1 15,0 2-108-15,0-4-22 0,0 0-4 0,0 4-1 16,-2-2-8-16,2 2 0 0,0 0 0 0,-3-5 0 16,-2 5 0-16,3-2-14 0,-1-2 5 0,3 4 1 15,0 0 8-15,-5 0 11 0,1-2-3 0,-1-3 0 16,3 5 13-16,2 0 3 0,0 0 0 0,-3-2 0 15,-2-3 48-15,1-1 11 0,1 6 1 0,-2-7 1 16,0 3-10-16,-1-2-3 0,1 6 0 0,-3-7 0 16,1 7-12-16,2-2-4 0,-5-2 0 0,4 4 0 0,-4-2-43 0,1 2-13 15,-2 0 0-15,0 0 8 0,1 0-8 16,-2 2 8-16,2-2-8 0,-2 4 8 0,1-2-8 0,1 3 0 16,-5-3-11-16,3 4 11 0,-2-2 0 0,-1 3 0 15,4-1 11-15,-4 1-3 0,-2 0-8 0,3-1 0 16,-3 5 0-16,3-5 0 0,-1 5 0 0,3-2 17 15,2 2-2-15,1 6-1 0,-1-4-14 0,-2 0 0 16,0 4 0-16,0-1 0 0,0 1 0 0,2 2 0 16,1-2 0-16,-1 3 0 0,-2-2 0 0,3 5 0 15,-1-3 0-15,3 4 0 0,-3 0 0 0,3-5 0 16,0 5 0-16,2-5 0 0,0 7 0 0,2-1 0 0,-1-6 0 16,2-2 0-16,2 3 0 0,0-3 0 0,2 0 0 15,0-4 0-15,3 0 0 0,0 1 0 0,0-8 8 16,2 5-8-16,0-1 0 0,3-1 0 0,2 2 0 0,0-3 0 15,0 1 0-15,0 0 0 0,2-2 8 0,3-1-8 16,2-2 12-16,3-1 0 0,2 1 0 0,0-4 0 16,0 0-12-16,-2 0 0 0,2 0 0 0,-3-4 0 15,4 1 0-15,-1-1 9 0,-1-2-9 0,1-1 12 16,1 1-4-16,-1-1-8 0,-5 0 12 0,3-4-4 16,1 3 8-16,-1-3 0 0,0 1 1 0,-3 1 0 15,0-2-2-15,0-3-1 0,-2-3 0 0,0 5 0 16,0-6 3-16,-2 5 1 0,-1-7 0 0,0 3 0 15,-1-2 1-15,-2-1 0 0,1-4 0 0,-2 7 0 16,-3-2-3-16,0-1 0 0,-2 3 0 0,0-2 0 16,-2 1 8-16,1 0 2 0,-4-1 0 0,0 2 0 0,-2 1-10 15,0-1-1-15,-1 0-1 0,-2 4 0 0,0-4-14 16,0 1 9-16,-1 3-9 0,-2-2 8 0,-1 3-8 16,-1-2 0-16,1 3-10 0,-4 5 10 0,1-3-15 0,-2-2 3 15,-1 5 1-15,1-5 0 0,0 5 11 0,-1-1 0 16,0 5 0-16,-1-3 0 0,2-1-11 0,-1 6 0 15,0 0 0-15,4 0 0 16,-4 0-33-16,1 0-8 0,2 6 0 0,-3-6-1 16,1 7-87-16,2 0-18 0,3-1-3 0,-4 1-731 0</inkml:trace>
  <inkml:trace contextRef="#ctx0" brushRef="#br0" timeOffset="25">13923 10015 759 0,'0'0'33'0,"0"0"8"0,0 0-33 0,0 0-8 15,0 0 0-15,0 0 0 0,0 0 44 0,0 0 6 16,0 0 2-16,0 0 0 0,0 0-3 0,0 0 0 16,0 0 0-16,0 0 0 0,0 0-4 0,0 0-1 15,-5 0 0-15,0 4 0 0,-2-2-10 0,2-2-2 0,1 6-1 0,-1-6 0 16,-1 7 9-16,2-3 3 15,4-4 0-15,-5 2 0 0,0 5-15 0,-2-3-2 0,5 3-1 16,-3 0 0-16,0-1-14 0,0 1-3 0,3-1-8 0,-3 0 12 16,0 5 4-16,0 0 0 0,-2-2 0 0,3 2 0 15,-1 2 2-15,-3-3 1 0,1 3 0 0,0 0 0 16,0 0 1-16,-3 5 1 0,3-1 0 0,-2-2 0 16,-2 7 3-16,0-7 0 0,1 7 0 0,1-3 0 15,-3-1 2-15,-1 1 1 0,4 0 0 0,-3 1 0 16,2-2-17-16,0 1-10 0,-1 0 12 0,-1 3-12 15,2-2 13-15,-4-1-4 0,1 5-1 0,-1-4 0 16,0 3 0-16,2-4 0 0,-3-1 0 0,1 6 0 16,4-5-8-16,-2 5 0 0,0-4 0 0,0-1 0 15,0-2 10-15,0 3 0 0,0-2 0 0,0 1 0 16,2-2 6-16,-2 1 2 0,3-3 0 0,-3 2 0 16,2 0-4-16,0-3-1 0,3-1 0 0,-2 4 0 0,1-4 0 15,1-1 0-15,-2 2 0 0,3-3 0 0,-3 2-5 16,2 0-8-16,0-3 11 0,0 3-11 0,-1 1 9 0,1-3-9 15,0 1 0-15,0 1 9 0,0-2-9 0,-1 2 0 16,1 0 0-16,-3 0 0 0,3-2 15 0,0 0-3 16,-3-3 0-16,4 3 0 0,-2-4 10 0,1 6 2 15,0-7 0-15,-1 5 0 0,-1-4-10 0,4 3-2 16,3-1 0-16,-4 2 0 0,0-4-12 0,-2-1 0 16,3 7 8-16,-1-7-8 0,-2 1 0 0,1 4 0 15,2-5 0-15,0 5 0 0,-2-4 0 0,2-1 8 16,-2 1-8-16,2-1 0 0,0 1 0 0,-2-1 0 15,2-2 8-15,0 3-8 0,-1-1 0 0,1 1 8 0,0-1-8 16,0 1 0-16,-2 0 15 0,2-1-3 0,0 1-1 0,0-3 0 16,1 2-11-16,-1 1 10 0,2-1-10 0,-2 1 10 15,3-1-10-15,-2-2 0 0,1-1-10 0,1 1 10 16,-4 3 0-16,2-3 20 0,1 3-4 0,1-5 0 16,0 2-6-16,2-4-2 0,-5 2 0 0,5-2 0 15,0 0 0-15,-3 7 0 0,1-7 0 0,2 0 0 16,-5 4 0-16,5-4 0 0,0 0 0 0,-2 2 0 15,2-2-8-15,0 0 0 0,0 0 0 0,0 0 0 16,0 0 0-16,0 0 0 0,0 0 0 0,0 0 0 16,0 0 0-16,0 0 0 0,0 0 0 0,0 0-11 15,0 0 11-15,0 0 0 0,0 0 0 0,0 0 0 16,0 0 11-16,0 0-3 0,0 0 0 0,0 0 0 0,0 0-8 16,0 0 10-16,0 0-10 0,0 9 10 15,0-9-10-15,0 0 0 0,0 0 0 0,-2 2 0 16,2-2 0-16,0 0 0 0,0 6 0 0,0-6 0 0,2 7 0 0,-2-7 0 15,0 0 0-15,-2 7 0 0,2-7 0 0,0 0 0 16,0 0 0-16,0 6 0 0,-3-1 0 0,3-5 0 16,0 0 0-16,0 6 0 0,-2-2 0 0,2-4 0 15,0 0 0-15,0 0 0 0,0 2 0 0,0-2 0 16,0 0 0-16,-3 7 0 0,3-7 0 0,0 0 0 16,0 0 0-16,0 6 0 0,0-6 0 0,0 0 0 15,0 5 0-15,-3-3 0 0,3-2 0 0,0 0 0 16,-2 4 0-16,2-4 0 0,0 0 0 0,-2 6 0 15,2-6 0-15,0 0 0 0,0 0 0 0,0 0 0 0,0 0 9 16,0 0-9-16,0 0 0 0,0 0 9 16,-5 0-9-16,5 0 0 0,0 0 12 0,0 0-4 0,0 0 0 15,0 0-8-15,-5-4 16 0,5 4-3 0,0 0-1 16,-2-2 0-16,2 2 5 0,-3-4 1 0,1 4 0 0,-2-2 0 16,1-3-18-16,-2 3 0 0,5-2 8 0,-2-3-8 15,-1 5 0-15,1-2 0 0,-1-2 0 0,1 1 0 16,2-1 9-16,-2-3-1 0,-1 2-8 0,3-4 12 15,0 1-12-15,0 1 0 0,-2-4 0 0,4-2 0 16,-2 2 0-16,3 0 0 0,-1-4 0 0,3 4 0 16,-3-1 0-16,3-3 0 0,0 4 0 0,-2 5 0 15,1-7 0-15,1 6 0 0,0-2 0 0,-3-2 0 16,3 2 0-16,-3 4 0 0,0-1 0 0,1-3 0 16,-3 5 0-16,3 1 0 0,-3 3 0 0,0-2 0 0,0 4 0 15,0 0 0-15,0 0 0 0,0 0-10 0,0 0-2 0,0 0-1 16,0 0 0-16,0 0 0 0,0 0-1 15,-3 6 0-15,3 1 0 0,-3 4 0 0,3-1 6 0,0-1 8 16,0 2-13-16,0 2 5 0,3 4 8 0,-3-4 0 16,-3 7 0-16,3-3 0 0,-2 3 0 0,2-3-8 15,-4 2 8-15,1 1 0 0,-2-3 0 0,3 1 0 16,-1-6 0-16,1 1 0 0,0 1 0 0,0-3 0 16,-1 1 0-16,3-1 0 0,-2-4 0 0,2-1 0 15,2 0 0-15,1 1 0 0,-1 0 0 0,2-3 0 16,1-2 0-16,0 3 0 0,2-3 8 0,3-2 0 15,-3 0 0-15,3 0 0 0,2 0 1 0,0 0 1 16,2-2 0-16,0-3 0 0,3 3-10 0,1-5 10 16,1 1-10-16,-2-3 10 0,-3 3-2 0,3 4 0 0,-1-5 0 15,1 3 0-15,0-3-21 0,0 7-5 0,-3-6-1 0,3 6 0 32,-3 0-65-32,1 0-12 0,-5 0-4 0,2 4 0 15,0-2-144-15,-3 3-28 0</inkml:trace>
  <inkml:trace contextRef="#ctx0" brushRef="#br0" timeOffset="26">12089 12255 1630 0,'0'0'72'0,"0"0"16"0,0 0-71 15,0 0-17-15,0 0 0 0,0 0 0 0,0 0 67 0,0 0 9 0,0 0 3 0,0 0 0 16,-3 4-19-16,3-4-4 0,0 0-1 0,0 0 0 15,0 0-34-15,0 0-6 0,0 0-2 0,5 7 0 16,2-3-13-16,0-2 0 0,1-2 0 0,1 4 0 16,1-1 12-16,-1 1-4 0,1-4-8 0,2 2 12 15,-2 3 0-15,2-3 0 0,-3 3 0 0,1-5 0 16,2 4 0-16,0-2 0 0,0-2 0 0,0 4 0 16,3-2 2-16,-4-2 0 0,1 0 0 0,1 0 0 15,-4 0-4-15,3 5-1 0,3-5 0 0,-4 2 0 16,-1-2-9-16,-1-2 0 0,4 2 0 0,-4 0 8 15,1-5-8-15,-1 5 8 0,2-2-8 0,-2-2 8 0,1-2-20 16,1 6-5-16,-1-7-1 0,2 2 0 16,-2 3-22-16,-1-5-4 0,1 3 0 15,0-2-1-15,-5-1-116 0,4 1-23 0,-2 2-5 16,1 1-1-16</inkml:trace>
  <inkml:trace contextRef="#ctx0" brushRef="#br0" timeOffset="27">12660 12112 1364 0,'0'0'60'0,"0"0"13"0,0 0-58 0,0 0-15 0,5-2 0 0,0-2 0 16,3-3 32-16,-1 1 3 0,-2 2 1 0,0-3 0 15,4 5 3-15,-2-5 1 0,-2 0 0 0,2 3 0 0,1-2-7 0,-4 1-1 16,3-1 0-16,-2 4 0 15,0-3 18-15,0 3 3 0,2-2 1 0,1 2 0 16,-4-2-17-16,-2 1-3 0,6-1-1 0,-3 0 0 0,-3 2-13 0,5 2-2 16,-2 0-1-16,2-5 0 0,0 5 3 0,1 0 1 15,-3 0 0-15,-1-2 0 0,3-3 15 16,1 5 4-16,-4 0 0 0,4-2 0 0,-3-2-1 0,1 4 0 16,-1 0 0-16,0 0 0 0,2 0-31 0,-2 0-8 15,-5 0 0-15,5 4 0 0,0-2 0 0,2-2-8 16,-5 7 8-16,3-2-12 0,-2 5 12 0,2-1 8 15,-1 2-8-15,-2-3 11 0,1 9-11 0,0-3 0 16,-1-3 0-16,-2 6 0 0,0-4 8 0,0 0 0 16,-2 4 0-16,2-1 0 0,-3 1-8 0,-2 2 0 15,1-1 0-15,-1-1 0 0,-3-2 8 0,2 2 0 16,-2 1 0-16,-2 1 0 0,-2 5 0 0,1-5 0 0,-2 6 0 16,1-2 0-16,3-3-8 0,-6 6 0 0,-2-9 0 15,3 2 8-15,0 4-8 0,-1-4 12 0,1-6-12 16,2 4 12-16,-3-4 5 0,3 0 2 0,1-2 0 0,1-2 0 15,0-3-8-15,3-6-2 0,-3 4 0 0,3-2 0 16,-3-2-1-16,4-2 0 0,-2-2 0 0,3 4 0 16,-2-6-8-16,2-1 0 0,-2 1 0 0,2-7 0 15,3 2 0-15,-3 2 0 0,2-2 0 0,1-2-11 16,-1 3 11-16,3-3 0 0,0 6 0 0,3-4 0 16,-3 4 0-16,2 1 0 0,4-1 0 0,-6 7 0 15,4-2-18-15,3-2-2 0,3 2 0 0,-1 2 0 16,4 0 20-16,-1 0 9 0,2 0-1 0,1 2 0 0,-1-2-8 15,0 6 0-15,3-1 0 0,0-3 0 0,-2 4 18 0,2-1 2 16,-3 1 0-16,2 1 0 0,-1 4-7 0,0-5-1 16,1 3 0-16,-4 2 0 0,2-5-12 0,-1 7 8 15,1-6-8-15,0 4 0 0,-1 0 10 0,-1-3-10 16,2-1 10-16,-2-1-10 0,0 5 0 0,0-5 0 16,3 1 0-16,-1-3 0 0,0 3-8 0,1-5-8 15,-1 3-2-15,3-5-806 16,-3 2-162-16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25T13:28:50.281"/>
    </inkml:context>
    <inkml:brush xml:id="br0">
      <inkml:brushProperty name="width" value="0.05292" units="cm"/>
      <inkml:brushProperty name="height" value="0.05292" units="cm"/>
      <inkml:brushProperty name="color" value="#4472C4"/>
    </inkml:brush>
  </inkml:definitions>
  <inkml:trace contextRef="#ctx0" brushRef="#br0">19666 3854 748 0,'0'0'33'0,"0"0"7"0,3-4-32 0,-3 4-8 16,4-3 0-16,-4 3 0 0,0 0 56 0,0 0 8 15,0 0 3-15,0 0 0 0,0 0-16 0,0 0-3 16,0 0-1-16,2 7 0 0,-2 0-12 0,0-1-3 16,-2 1 0-16,0 3 0 0,0 3-5 0,-1 0-2 15,-2-2 0-15,0 3 0 0,1 5 11 0,-1-2 1 16,0 3 1-16,-2 4 0 0,2 1 10 0,-5 6 1 15,1-1 1-15,-1 1 0 0,1 1-6 0,-4 5 0 16,2-7-1-16,-4 7 0 0,-2-7-24 0,3 7-5 16,2-4-1-16,0-3 0 0,-5 0-3 0,8-6-1 15,1 7 0-15,3-12 0 0,1 0 15 0,-4-1 4 16,1-1 0-16,5-4 0 0,6 0-43 0,-4-6-8 0,-4-1-1 16,2 0-1-1,2-6-108-15,0 0-22 0,0 0-4 0,0 0-1 0</inkml:trace>
  <inkml:trace contextRef="#ctx0" brushRef="#br0" timeOffset="1">19947 3935 403 0,'0'0'36'0,"0"0"-36"0,5-5 0 0,-2 3 0 16,2-2 84-16,-1-3 9 0,3 0 3 0,1 1 0 15,-4-1-35-15,1 1-6 0,3 2-2 0,-3-3 0 16,-1 1 21-16,3-1 4 0,-2 1 1 0,2-1 0 15,0 0-32-15,1 3-7 0,-1-3 0 0,3 5-1 16,-3-2-27-16,0 4-4 0,1-2-8 0,-4 2 11 16,1-4-11-16,0 4 12 0,2 4-12 0,-3-2 12 15,-4-2 7-15,5 4 1 0,3-2 1 0,-6 5 0 16,3-3 2-16,-3 3 0 0,1 0 0 0,-1-1 0 16,3 1-9-16,-5 3-2 0,3-3 0 0,-3 6 0 15,2 0 0-15,-2-2-1 0,0 6 0 0,-2-2 0 16,-1-2-2-16,1 9 0 0,2-2 0 0,-5 3 0 15,0 1-9-15,-5-2 10 0,3 1-10 0,-2 2 10 0,-1 1-10 16,-2-3 0-16,0 4-12 0,0-4 12 0,0-4 0 16,-1 6 20-16,2-6-3 0,-1 2 0 0,2-5-9 0,-2 1-8 15,2 1 9-15,1-6-9 0,-1 1 16 0,-2 0-2 16,2-1-1-16,-1 0 0 0,1-1 1 0,0-2 0 16,0-3 0-16,-1 5 0 0,1-5-14 0,0-1 11 15,1-3-11-15,-1 3 10 0,3-3-10 0,-2-2 10 16,1 0-10-16,1 0 10 0,2-2-10 0,-2-3 12 15,2 5-12-15,1-2 12 0,-1-3-20 0,2-1-4 16,3-1-1-16,0 3 0 0,0 2 13 0,3-4 0 16,-1 1-10-16,3-1 10 0,2-1 0 0,-2 1 0 15,2 0-9-15,3-1 9 0,-3 2 0 0,0 3 12 16,0-2-1-16,3 1-1 0,-3 3-2 0,1 3 0 16,1 1 0-16,1-2 0 0,-4 3 3 0,4 2 0 0,-3-1 0 15,3 0 0-15,-2 1 8 0,1-1 1 0,-2 1 1 16,3 3 0-16,0-3-13 0,-1-1-8 0,1 1 8 0,-1 4-8 15,1-4 17-15,-3 3-1 0,3-3 0 0,-1 1 0 16,-4-1-16-16,3-1 10 0,-2 5-10 0,2-4 8 16,-3 0-8-16,-1-1 0 0,1 0 0 0,0 5 0 15,0-4-22-15,-2 3 0 0,-1-3 0 0,0 2 0 16,3 2-193-16,0 2-38 0,-3-3-8 16,1 3-2-16</inkml:trace>
  <inkml:trace contextRef="#ctx0" brushRef="#br0" timeOffset="2">16466 6326 403 0,'0'0'36'0,"0"0"-36"0,0 0 0 0,0 0 0 15,0 0 111-15,0 0 15 0,-2-4 3 0,2 4 1 16,0 0-38-16,-2-2-7 0,-1-2-1 0,3 4-1 16,0 0-23-16,0 0-5 0,0 0-1 0,0 0 0 15,0 0-21-15,0 0-4 0,0 0-1 0,0 0 0 16,0 0 8-16,0 0 2 0,0 4 0 0,0 2 0 15,0 1-11-15,-2 4-3 0,-3-3 0 0,2 3 0 16,1-2 3-16,-2 8 0 0,-4-4 0 0,3-2 0 16,1 9-27-16,-1-7 0 0,-3 4 0 0,1 0 0 15,0-4 0-15,-1 7 8 0,2-7-8 0,1 4 0 16,0-4 10-16,0 0-10 0,1-2 12 0,-1 2-12 16,2-6 16-16,3-1-4 0,0 0-1 0,0-1 0 0,3 1-11 15,2 1 10-15,-5-7-10 0,4 4 10 0,3-2-1 16,1-2 0-16,-2 0 0 0,5 0 0 0,-2 0-9 15,1 0 10-15,-1-2-10 0,4 2 10 0,3-4-10 0,1-3 0 16,2 5 0-16,0-2 0 0,1-3 0 0,-4 3 0 16,1-2 0-16,0 3 0 0,0-1-11 0,-2-2-7 15,-4-1-2-15,-1 5 0 16,-1-2-140-16,-4-1-28 0</inkml:trace>
  <inkml:trace contextRef="#ctx0" brushRef="#br0" timeOffset="3">16709 6209 460 0,'0'0'41'0,"0"0"-33"0,0 0-8 0,0 0 0 16,0 0 184-16,0 0 36 0,0 0 6 0,0 0 2 16,5 7-154-16,-2 0-30 0,1 6-7 0,-2-3-1 15,-2-1 21-15,0 8 4 0,0-4 1 0,-2 11 0 16,2-4-18-16,-4 3-3 0,-1 6-1 0,0-1 0 16,0 2-9-16,0 0-3 0,-2 8 0 0,-1-4 0 15,2-1 6-15,-4 3 1 0,3 1 0 0,-3 0 0 16,1-4 1-16,-1 1 0 0,0-1 0 0,0-3 0 0,1-4-12 15,2 5-1-15,-3-8-1 0,6 3 0 0,-4-2-14 16,3-5-8-16,1-1 10 0,-1 2-10 0,5-3-9 0,-3 0-8 16,3-9-2-16,3 3-631 15,-1 3-126-15</inkml:trace>
  <inkml:trace contextRef="#ctx0" brushRef="#br0" timeOffset="4">19070 4606 57 0,'9'0'0'0,"-3"0"0"0,-6 0 0 0,4 0 0 15,1-5 0-15,-5 5 0 0,0 0 158 0,5 0 26 16,2-2 6-16,-7 2 1 0,-2-4-105 0,2 4-21 16,0 0-4-16,0 0-1 0,0-2 20 0,0 2 3 15,0 0 1-15,4-4 0 0,-4 4 0 0,0 0 0 16,0 0 0-16,0 0 0 0,5 0-46 0,-5 0-9 15,-2 0-1-15,-5 0-1 0,-1 0 8 0,6 4 1 16,2-4 1-16,-7 2 0 0,-6 2-22 0,7-2-5 16,6-2-1-16,-3 0 0 0,-7 7-9 0,6-7 10 15,4 0-10-15,-7 4 10 0,-1 3-10 0,-1 0 0 16,-4-1 0-16,9 1 8 0,2-1 0 0,-8-2-8 0,-5 7 12 16,4-2-4-16,1-3 8 0,-5 5 0 0,-1-2 1 15,-1 2 0-15,2 0-4 0,-2 1-1 0,1-1 0 16,-4 2 0-16,-1 1-12 0,1-2 0 0,-1 1 0 0,1-2 0 15,-4 2 14-15,1 0-3 0,1 0-1 0,0-2 0 16,-2 6-10-16,0-2 0 0,-5 1 0 0,3-1 0 16,2-2 0-16,2 2-11 0,-4-2 3 0,1 0 0 15,4 0 8-15,-1-2 0 0,1 2 0 0,-1 0 0 16,1 0 0-16,-1-2 11 0,3-2-3 0,-3 1 0 16,5 3-8-16,-2-2 0 0,-3 0 0 0,3-2 0 15,5 2 0-15,-3-3 0 0,0 3 0 0,2 0 0 16,-1-3 0-16,2 5-11 0,-1-2 11 0,-4-4-8 15,2 6 8-15,2-2 0 0,-1-1 8 0,-1-1-8 16,3 2 0-16,-1-2 0 0,0 2-10 0,1-5 10 16,2 5 0-16,0-3 8 0,3 3 0 0,1-5 1 0,-2 6-9 15,1-6 0-15,-3 1 0 0,0-1 0 0,3 1 0 0,-4 3-11 16,1-3 11-16,2-1-12 0,-1 1 12 0,1-1 8 16,0 1-8-16,1 0 11 0,-1-1-11 15,0 1-11-15,1-3 3 0,-1 2 0 0,1 1 8 16,-1-1 0-16,3 1-9 0,-3-1 9 0,3-2 0 0,-3 3 15 15,1 0-3-15,-1-3 0 0,1 3-12 0,1-1-16 16,-1 0 3-16,2-3 1 0,-5 3 12 0,2 5 0 16,0-5 0-16,1-2-9 0,-3 5 18 0,2-2 4 15,1-3 1-15,-1 3 0 0,0-1-14 0,0 1 0 16,5-1 0-16,1 1 0 0,-6-1-14 0,3 3-6 16,-2-3 0-16,1 1-1 0,1 0 21 0,0-1-9 15,-3-4 9-15,1 5 0 0,1-3-8 0,1 2 8 16,-3 1 0-16,4-3 0 0,-2 3-8 0,1-5 8 0,-3 4 0 15,3-2 0-15,0 3 0 0,0 0 0 0,-3-3 0 0,3-1 0 16,-1 3 0-16,-1 0 0 0,2-1 0 16,0-3 0-16,-3 6 0 0,2-6 0 0,2 5 0 0,-2-3 0 15,1-2 0-15,0 5 0 0,0-7 0 0,2 4 0 16,0-1 0-16,0 1 0 0,0 0 0 0,1-1 0 16,-1 1 0-16,3-2 0 0,-6 2 0 0,6-1 0 15,-5-3 0-15,2 4 0 0,0-2 0 0,-2-2 0 16,0 6 0-16,2-6 0 0,0 5 0 0,1-5 0 15,-4 6 0-15,5-6-10 0,1 4 10 0,-3-1-12 16,3-3 12-16,-3 0 16 0,-2 4-4 0,7-4-1 0,0 0-11 16,-3 0 10-16,-3 0-10 0,6 0 10 0,0 0 5 15,0 0 1-15,-6 0 0 0,6 0 0 0,0 0-16 0,0 0 0 16,0 0 0-16,0 0-10 0,0 0 10 0,0 0 0 16,-5 0 8-16,5 0-8 0,0 0 0 0,-4 2 0 15,-1-2 0-15,5 0 0 0,-5 0 0 0,5 0 0 16,-5 0 0-16,5 0 0 0,0 0 0 0,-4 0 0 15,-3-6 0-15,4 3 0 0,1-1 17 0,-1-2 3 16,3 1 0-16,0-3 0 0,0 1-1 0,0-3 0 16,3-1 0-16,-1 4 0 0,1-2-19 0,-3-2 0 15,5-1 8-15,-3 1-8 0,0 5 0 0,3-8-9 16,0 7 1-16,0-3 0 0,-3 1 8 0,0-2 14 16,-4-1-3-16,2 7-1 0,2-3-10 0,3-4 0 15,-3 6 0-15,4-5-11 0,-4 9 11 0,2-4 0 16,-1-1 0-16,-1 3 0 0,-2 4 0 0,3-7 0 15,-1 1 0-15,-2 6 8 0,0 0-8 0,0 0-13 0,0 0 3 16,0 0 1-16,0 0-3 0,0 0 0 0,0 6 0 0,-2 1 0 16,-3-1 0-16,2 1 0 0,-1 3 0 0,-1 1 0 15,5 3 3-15,-3-6 0 0,1 7 0 0,2-2 0 16,-3-4 9-16,1 8 0 0,0-3 0 0,0-2 0 16,-3 3 0-16,0-2 0 0,0 0 0 0,1 1 0 15,-1 3 0-15,2-4 0 0,-2 0 0 0,3 0 0 16,-3-7 8-16,3 5 0 0,-3-4 0 0,2 3 0 15,3-7-8-15,0-3 0 0,-2 6 0 0,2-6 0 16,0 0 0-16,0 4 0 0,0-4 10 0,2 2-10 16,-2-2 28-16,8 5 0 0,-1-5 0 0,0 2 0 15,3 2-15-15,-3-4-3 0,3 0-1 0,-1 0 0 0,3 0 5 16,0 0 1-16,2 0 0 0,1 0 0 0,-3 0-7 0,2 0 0 16,-2 0-8-16,1 0 12 0,-4 0-4 15,1 0-8-15,2 0 11 0,-2 0-11 0,-4 0 12 0,4 0-12 16,-3-4 12-16,0 2-12 0,-1 2 0 0,1-5 0 15,-3 5 0-15,1 0 0 16,0-2-104-16,2-2-25 0,-2 4-5 0</inkml:trace>
  <inkml:trace contextRef="#ctx0" brushRef="#br0" timeOffset="5">20702 4717 1072 0,'0'0'48'0,"0"0"9"0,0 0-45 0,0 0-12 0,0 0 0 0,0 0 0 16,0 0 16-16,0 2 2 0,0-2 0 0,5 6 0 16,0-2 26-16,0-4 4 0,2 7 2 0,0-7 0 15,-2 0-14-15,2 4-4 0,-2-2 0 0,2-2 0 16,2 5-20-16,-1-5-12 0,-1 2 12 0,0 2-12 15,-2-2 30-15,3 5-1 0,1-2 0 0,-1 1 0 16,-2 0-29-16,2 1 0 0,-1-1 0 0,2 1 0 16,-1-1 12-16,-1-2-4 0,3-1-8 0,-1 5 12 15,3-1-12-15,0 0 0 0,2 1 0 0,1-3-10 16,0 1 10-16,-1 1 9 0,0-1-1 0,-1 5-8 16,1-5 17-16,0 1-3 0,1-1-1 0,-3 1 0 0,2 0 0 15,0 3 0-15,1-3 0 0,-1-1 0 0,1 1-13 16,1-1 8-16,1 0-8 0,1 1 0 0,-4 0 9 0,2 4-9 15,1-5 8-15,0 5-8 0,0-3 12 0,0-1-2 16,-3 4-1-16,3 0 0 0,0-3 11 16,-1 3 1-16,-1 2 1 0,2-2 0 0,0-2-7 0,0 1-2 15,-1 4 0-15,1-3 0 0,2 1-5 0,-2 1 0 16,2-2-8-16,-2-2 12 0,0 2-12 0,3 0 8 16,-1-3-8-16,0 5 0 0,-2-2 16 0,2 2-4 15,-5-2 0-15,3 2 0 0,2 0-2 0,-4 0-1 16,0-2 0-16,-1 1 0 0,0 2-9 0,0-3 10 0,-1 2-10 15,1-1 10-15,-2 1-2 0,0-2 0 0,2 3 0 16,1-4 0-16,-3 3 0 0,2 0-8 0,1-2 12 16,-1 2-4-16,1 0-8 0,-3-2 0 0,4-2 0 0,1 1 0 15,-2 3 0-15,-1-2 0 0,-2-2 0 0,3 2 0 16,-1 0 0-16,0-3 0 0,1-1 0 0,-3 3 0 16,2 1 8-16,-2-2-8 0,1 2 0 0,-2-4 8 15,-1 5-8-15,2-1 10 0,-2-4-10 0,-1 1 10 16,1 1-10-16,-1 0 0 0,3-2 0 0,-2-1 8 15,0 0-8-15,-3-1 10 0,3 1-10 0,-1 0 10 16,1 1-1-16,-1-1 0 0,-1-1 0 0,1-3 0 16,1 5-1-16,-3-3-8 0,3 3 12 0,-3-7-4 15,0 6-8-15,1-2 0 0,1-1 9 0,-2 1-9 16,-4-2 20-16,1 4-1 0,1-6 0 0,3 5 0 16,-1 1-19-16,0 1 0 0,0-7 0 0,0 6 0 0,0-2 0 15,1-1 0-15,-1 3 8 0,3-1-8 0,-3-3 0 0,2 2 0 16,-4 3 0-16,2-3 0 0,1-2-9 0,-3 5-6 15,-1-3-1-15,3-2 0 0,-4 2 16 0,2-2 0 16,-1 3 0-16,-4-5 0 0,5 0 0 0,-5 0 13 16,5 6-4-16,0-2-1 0,-5-4 1 0,7 3 0 15,-2-3 0-15,0 6 0 0,-5-6-9 0,7 0 10 16,-7 0-10-16,7 5 10 0,-2-3-10 0,-5-2 0 16,7 0 0-16,-2 0 8 0,-5 0-8 0,7 5 0 15,-7-5 0-15,0 0 0 0,0 0 0 0,0 0 8 16,5 2-8-16,-5-2 0 0,0 0 8 0,0 0-8 0,0 0 8 15,0 0-8-15,0 0 24 0,0 0 0 0,0 0 0 16,0 0 0-16,0 0-11 0,0 0-2 0,0 0-1 0,0 0 0 16,4 0-10-16,-4 0 0 0,0 0 0 15,0 0 8-15,0 0 3 0,0 0 0 0,5 0 0 0,-5 0 0 16,0 0-11-16,0 0 12 0,0 0-12 0,0 0 12 16,0 0-12-16,0 0 0 0,3-7 9 0,-3 7-9 15,0 0 10-15,0 0-2 0,0 0-8 0,0 0 12 16,0 0-12-16,0 0 0 0,0 0 0 0,0 0 0 15,0 0 0-15,0 0 0 0,0 0 0 0,0 0 0 16,0 0 0-16,0 0 0 0,0 0 0 0,0 0 0 16,0 0 0-16,0 0 0 0,0 0 0 0,0 0 0 15,0 0 0-15,0 0 0 0,0 0 0 0,0 0 0 16,0 0 0-16,0 0 0 0,0 0 0 0,0 0 0 16,0 0 0-16,0 0 0 0,0 0 0 0,0 0 0 15,0 0 0-15,0 0 0 0,0 0 0 0,0 0 0 0,0 0 0 16,0 0 0-16,0 0 0 0,0 0 0 0,0-2 13 15,0 2 0-15,-3-5 0 0,3 5 0 0,0-6 7 0,0 3 0 16,-2-5 1-16,2 6 0 0,0-5-5 0,0 3 0 16,-3-2-1-16,3-1 0 0,0 1-15 0,-2-1 11 15,2 1-11-15,0-1 10 0,0 0-10 0,-2-3 0 16,0 3 9-16,2-4-9 0,0 5 0 0,-3-3 0 16,3 3 0-16,-2-5 8 0,-1 0-8 0,1 4 0 15,2-1 0-15,0-3 0 0,-3 5 0 0,3-5 0 16,-2 5 0-16,2-1 0 0,-2 0 0 0,2 0 0 15,-2 1 0-15,2 2 0 0,-3 2 0 0,3 2 0 0,-2-5 0 16,2 5 0-16,0 0 0 0,0 0-12 0,0 0 12 0,0 0-12 16,0 0 0-16,0 0-1 0,0 0 0 0,0 0 0 15,0 7 2-15,0 3 1 0,0-3 0 0,0 0 0 16,0 4 10-16,0-5-8 0,2 1 8 0,1 3-8 16,-1-3 8-16,0-1 0 0,-2 3 0 0,2-5-8 15,1 3 8-15,-3 0 0 0,2-1 0 0,1 1 0 16,-3-1 0-16,2 0 0 0,-2 1 0 0,3 1 0 15,-1-1 0-15,0-1 0 0,-2 1 0 0,0-5 0 16,2 5 0-16,-2 2 0 0,3-3 0 0,-1-4 0 16,1 5 0-16,-1-1-8 0,-2-6 8 0,5 6-8 15,-2-1-5-15,-1 1-1 0,-2-6 0 0,2 4 0 16,-2-4 3-16,0 0 1 0,0 0 0 0,3 7 0 16,-3-7 10-16,0 2 0 0,0-2 0 0,0 7 0 15,0-7 0-15,0 0 0 0,-3 7 0 0,1-3 0 0,2-4 0 0,-5 2 0 16,0 2 0-16,0-4 0 0,0 7 0 0,3-7 0 15,-5 4 0-15,2-2 8 0,0-2-8 16,1 7 0-16,-3-3 0 0,1-2 0 0,2 2 0 16,-3-2 0-16,-1 3 0 0,1-5 0 0,-2 7 0 0,1-7 8 15,-1 6-8-15,-3 1 8 0,0-3 3 0,0 3 1 16,-3-1 0-16,1 0 0 0,2-1 2 0,-2 1 1 16,-1 1 0-16,3-1 0 0,0-4-7 0,0 5-8 15,0 0 11-15,0-3-11 0,0 3 9 0,2-1-9 16,1-6 0-16,-1 6 9 0,3-1-9 0,2-3-12 15,0-2 2-15,1 0 1 16,4 0-115-16,0 0-22 0,0 0-5 0,0 0-541 16,0 0-108-16</inkml:trace>
  <inkml:trace contextRef="#ctx0" brushRef="#br0" timeOffset="6">22852 6236 57 0,'0'0'0'0,"0"0"0"0,0 0 0 0,0 0 0 15,0 0 137-15,0-7 23 0,-3 1 4 0,3 6 0 16,0-7-2-16,0 2-1 0,0 5 0 0,3-2 0 15,-3-4-25-15,0 6-4 0,2-5-2 0,-2 5 0 16,0 0-26-16,0 0-6 0,0 0-1 0,0 0 0 16,0 0-49-16,0 0-11 0,0 0-1 0,0 0-1 15,0 0-15-15,0 0-4 0,-2 7 0 0,-1-1 0 16,1 6-3-16,-3-1-1 0,-2-3 0 0,4 3 0 16,-4 2 1-16,2-3 0 0,1-1 0 0,-4 2 0 15,1 2-2-15,2-2-1 0,0-5 0 0,0 7 0 16,1-6-10-16,-1 4 0 0,3-2 9 0,-1-3-9 0,1 3 0 15,2-1 8-15,-3-3-8 0,1 1 0 0,2-6 0 16,0 2 0-16,0-2 0 0,2 7 8 0,-2-7-8 0,3 4 0 16,-3-4 0-16,0 0 8 0,5 6-8 0,-5-6 8 15,2 0-8-15,5 5 8 0,-2-3-8 0,0-2 11 16,2 0-11-16,0 0 12 0,1-2-12 0,-4 2 8 16,3-5-8-16,3 5 8 0,-3-4-8 0,3 2 0 15,-1 2 0-15,1-4 0 0,-1 4 0 0,4-3-12 16,-4-1 4-16,4 4 8 15,-4-2-36-15,1 2 0 0,-1-4 0 0,1 2 0 16,-6 2-128-16,1 0-24 0,0 0-6 0</inkml:trace>
  <inkml:trace contextRef="#ctx0" brushRef="#br0" timeOffset="7">23046 6179 1209 0,'0'0'53'0,"0"0"12"16,0 0-52-16,-2 7-13 0,-3-7 0 0,2 6 0 15,-1-2 120-15,2 5 22 0,-3-3 4 0,2 6 1 0,-4 1-79 0,2 0-15 16,0 4-3-16,-2-5-1 0,-2 6-9 15,1 2-1-15,1 3-1 0,-3-3 0 0,3 4-12 0,-2-1-2 16,-1 2-1-16,0 1 0 0,1-3 3 0,-1 4 1 16,-2-2 0-16,2 3 0 0,1-1-3 0,2-4-1 15,-1 1 0-15,4-4 0 0,-3 3-11 0,4-8-3 16,-2 3 0-16,1 0 0 0,-1-1-17 16,2-5-4-16,1-3-1 0,-1 2 0 15,1-4-153-15,2 0-30 0,-5 3-7 0,5-10-1 16</inkml:trace>
  <inkml:trace contextRef="#ctx0" brushRef="#br0" timeOffset="8">23231 6314 1566 0,'0'0'34'0,"0"0"7"0,5-5 2 0,3-1 1 0,-4 4-35 0,3-3-9 0,1-1 0 0,1 1 0 16,-1 3 57-16,-3-3 10 0,9-1 1 0,-5 0 1 15,1-1-22-15,-3 1-5 0,8 2-1 0,-6-3 0 16,1 5-13-16,-3-4-2 0,5 1-1 0,-3-1 0 15,1 6 5-15,-3 0 1 0,-5-3 0 0,6 3 0 0,-8 0-4 0,5 3-1 16,-3-3 0-16,-2 0 0 0,5 6-13 0,-5-1-2 16,2 3-1-16,1-4 0 0,-3 5-2 0,0 2 0 15,5-1 0-15,-3 4 0 0,-2-1-8 0,3 4 0 16,-3-4 0-16,0 6 0 0,0-1 0 0,0 1 0 16,-3-2 0-16,1 3 0 0,4-2 16 0,-4 1 2 15,-1-2 0-15,-4 3 0 0,2 0-8 0,-2-3-2 16,-1 2 0-16,-1-1 0 0,-3 1 10 0,3-6 2 15,-1 4 0-15,-2-4 0 0,0 5-20 0,2-5 0 16,3 0-11-16,-3-3 11 0,1 3 0 0,2-6 0 16,-7 4 0-16,9-4 0 0,-5-1 0 0,0 0 0 15,3-6 0-15,-2 5 0 0,-2-3 0 0,5-2 8 16,-4-7-8-16,3 7 0 0,0-6 0 0,-1 2 0 0,1-5 0 16,0-2 0-1,2 2-23-15,0-2-10 0,3 1-3 0,2-3 0 0,-2 6 24 0,-3 1 12 0,5-5-12 0,0 9 12 16,0-5-9-16,0 7 9 0,0 0 0 0,0 0-9 15,9-4 9-15,-4 4 0 0,0 0 0 16,2 4 0-16,0-4 0 0,1 2 0 0,1 3 0 0,1-3 0 16,1 2 12-16,0 3 5 0,3-1 1 0,-2 1 0 15,0-3 14-15,0-2 4 0,2 5 0 0,1-1 0 16,2 0-7-16,-3 5-1 0,-2-4 0 0,7 0 0 16,-2 4-5-16,-5-5-2 0,0 5 0 0,-2-3 0 15,1 3-2-15,0-5-1 0,-2 8 0 0,1-7 0 16,-4-1-18-16,-1 5 0 0,8-5 0 0,-9 0 0 0,4 1 0 15,-3-1 0-15,-1 1 0 0,1-1 0 16,-3-1-89-16,6-3-22 0,-1 3-4 16,-5-5-633-16,6 4-128 0</inkml:trace>
  <inkml:trace contextRef="#ctx0" brushRef="#br0" timeOffset="9">23996 7321 0 0,'0'0'0'0,"0"0"0"15,0 0 0-15,0 0 0 0,0 4 151 0,0-4-31 16,0 0 25-16,-5 0 5 0,0 0-54 0,5 0-12 16,0 0-1-16,0 0-1 0,0 0 13 0,0 0 2 15,0 0 1-15,0 0 0 0,0 0-22 0,0 0-4 16,0 0 0-16,0 0-1 0,0-4-17 0,0 4-3 15,0 0-1-15,0 0 0 0,0 0-22 0,0 0-5 16,0 0-1-16,0 0 0 0,0 0 0 0,0 0 0 16,0 0 0-16,0 0 0 0,0 0 3 0,-2 6 1 15,2-6 0-15,-5 5 0 0,5-5-3 0,0 6-1 0,0 1 0 16,0-7 0-16,0 0 3 0,7 7 1 0,-5-1 0 0,1 1 0 16,2-1-2-16,-5 2-1 0,9-5 0 0,-4 3 0 15,-3 0-8-15,6 1-2 0,1 4 0 0,-1-4 0 16,-3-1 7-16,-1 5 0 0,3-2 1 0,1-3 0 15,-4 2-21-15,4 1-12 0,-3 2 2 0,2-2 0 16,0-2 10-16,0 3 12 0,0 1-2 0,1-2-1 16,1 6-1-16,1-6 0 0,-1 4 0 0,4-2 0 15,-2 1-8-15,-1-1 12 0,5-2-12 0,-6 6 12 16,3-6-1-16,0 4 0 0,1 0 0 0,-4-3 0 16,3 3-3-16,-5-1-8 0,3-1 12 0,-3-3-4 15,5 5 4-15,-3-2 0 0,-6-5 0 0,7 7 0 16,-3-2 3-16,3 2 1 0,-4-6 0 0,2 3 0 15,1-1-16-15,-1 2 9 0,1 2-9 0,-2-6 8 0,1 6-8 16,1-3 0-16,4 1 0 0,-4-2 8 0,1 1-8 0,-1-1 0 16,3 2 0-16,0 0 0 0,-2-2 0 0,2 6 0 15,0-7 9-15,-5 5-9 0,7-1 11 0,-4-2-3 16,-3-1 0-16,3 4 0 0,-1-3-8 0,-1-3 0 16,-1 6 0-16,3-6-11 0,-3 4 11 0,2-1 11 15,-1-1-3-15,-1-3 0 0,-3 5-8 0,4 0 12 16,-3-2-12-16,7 2 12 0,-7-5-12 0,1 5 0 15,4-2 0-15,-2 1 8 0,1-1 0 0,-1 2 0 16,-2-4 0-16,4 4 0 0,-3-3-8 0,3-2 8 0,-3 5-8 16,-2-4 8-16,2 4-8 0,-2-5 0 0,2 1 9 15,-2-1-9-15,0 1 0 0,0 4 0 0,2-5 0 16,-5-4 8-16,6 4-8 0,-6-1 0 0,5 1 8 0,-2 1-8 16,-2 0 0-16,1-3 8 0,1-2-8 0,2 5 0 15,-2-3 9-15,0 2-9 0,-5-6 12 0,7 7-12 16,1-3 15-16,-4-2-4 0,-2 3-1 0,1-3 0 15,4 2-10-15,-2-2 0 0,-1 2-10 0,4 3 10 16,-1-3 0-16,-2-1 0 0,0 3 0 0,0-1 10 16,2-3-10-16,-3 4 0 0,-4-1 0 0,0-5 0 15,5 2 0-15,-2 2 0 0,4-2 0 0,-5 3 0 16,3 1 0-16,-2-6 13 0,-3 0-3 0,5 6-1 16,-3-1-9-16,-2-5 0 0,0 0 0 0,0 2 8 15,7 4-8-15,-5-1 0 0,-2-5 0 0,0 2 0 16,0-2 0-16,8 4 0 0,-8 3 0 0,0-7 0 0,0 0 0 15,0 0 0-15,7 0 0 0,-5 7 0 0,0-3 0 16,-2-4 0-16,0 0 0 0,0 0 0 0,6 2 0 16,-6-2 0-16,0 0 11 0,0 0-11 0,7 4 0 0,-7-2 8 15,0-2-8-15,0 0 0 0,0 0 0 0,0 0 0 16,0 0 0-16,0 0 0 0,0 0 0 0,0 0 0 16,0 0 0-16,4 5 0 0,-4-5 0 0,0 0 0 15,0 0 0-15,0 0 0 0,0 0 8 0,0 0-8 16,0 0 11-16,0 0-11 0,3 2 15 0,-3-2-4 15,0 0-1-15,0 0 0 0,0 0-2 0,0 0 0 16,0 0 0-16,0 0 0 0,0 0-8 0,0 0 0 16,2 0 0-16,-2 0-11 0,0 0 35 0,0 0 6 0,0 0 2 15,8-7 0-15,-8 1-32 0,4 0 0 16,-2-1 0-16,-2 0 0 0,5 1 16 0,-5-1-4 0,0-4 0 0,3 5 0 16,0-7-12-16,-3 7 0 0,0-7 0 15,0 2 0-15,4 0 8 0,-4-2-8 0,2 4 0 0,-2-6 9 16,0 2-9-16,0 4 8 0,0-4-8 0,0-2 8 15,0 7-8-15,-2-3 0 0,2-2 0 0,0 2 0 16,-4 4 0-16,4 1 0 0,0-3 0 0,0 0 0 16,0 3 0-16,0 0 0 0,-3 4 0 0,0-3 0 15,6-1 0-15,-3-1 0 0,-3 3 0 0,3 4 0 16,0 0 0-16,0 0 0 0,0 0-11 0,0-3 11 16,-2-1 0-16,2 4-8 0,0 0 8 0,0 0 0 15,0 0 0-15,0 0-8 0,0 0 8 0,0 0 0 16,0 0-8-16,0 0 8 0,0 0-8 0,0 0 8 0,0 0-10 15,0 0 10-15,0 4-12 0,-3 3 12 0,1 0-11 16,2-7 11-16,0 6-10 0,0 1 10 0,-4-1-10 16,4 0 10-16,4-1-10 0,-4 1 10 0,2 1-8 0,-2-1 8 15,3 1 0-15,-1-1-9 0,1 1 17 0,0 2 3 16,-3-3 1-16,0 1 0 0,6 1-12 0,-6-4 0 16,5 3 0-16,-2 4 0 0,-1-5-11 0,3 1-4 15,-2 2-1-15,1-5 0 0,-2 2 16 0,1 1 0 16,2-1 0-16,-3-1 0 0,-2 1 0 0,0 0 0 15,0 1 0-15,5-3 0 0,-5 3 10 0,2 0 5 16,-2-1 1-16,0 1 0 0,5-5-26 0,-5 2-5 16,0 3-1-16,0-3 0 0,0-4 26 0,0 6 5 15,0 1 1-15,0-5 0 0,3 4-16 0,-3-6-18 16,2 5 4-16,-2 1 1 0,0-1 21 0,0-5 4 0,0 2 0 16,0-2 1-16,0 7-13 0,0-3 0 0,0 2 0 0,0-4 0 15,0 5-11-15,-2-3-1 0,2-4-1 0,0 7 0 16,-3-1 21-16,3 0 5 0,-5 1 1 0,5 0 0 15,-2-3-23-15,-3 3-5 0,5-3-1 0,-2-2 0 16,-3 5 24-16,5-3 5 0,-3-2 1 0,-3 4 0 16,3-6-15-16,-4 7-18 0,-1-7 4 0,2 4 1 15,0 3 13-15,1-7 0 0,-4 6 0 0,2-1 0 16,0-3 15-16,-3 2-4 0,-4-1-1 0,4 1 0 16,3-2-10-16,-3 2 0 0,1-1 0 0,-4 1 0 15,4 0 0-15,2-2 0 0,-3 3 0 0,3-3 0 16,-3-2 0-16,3 4 0 0,0-2 0 0,0-2 0 15,2 6 0-15,0-6 0 0,-2 5 0 0,5-3 0 16,-6-2 0-16,8 0 0 0,-7 0 0 0,7 0 0 0,0 4-26 0,0-4 2 16,0 0 1-16,0 0 0 15,0 0-70-15,0 0-15 0,0 0-2 0,0 0-669 16,0 0-133-16</inkml:trace>
  <inkml:trace contextRef="#ctx0" brushRef="#br0" timeOffset="10">25123 9005 403 0,'0'0'17'16,"0"0"5"-16,0 0-22 0,0 0 0 0,0 0 0 0,0 0 0 0,0 0 198 0,0-7 35 15,-7 5 7-15,7 2 2 0,0 0-178 0,0 0-36 16,-2 2-8-16,-3-2 0 0,-5 4-8 0,8-1-2 16,-3-3 0-16,-2 6 0 0,-3-1 27 0,3 1 6 15,2 1 1-15,0 3 0 0,-2-3 16 0,-3-1 4 16,1 7 1-16,-1-2 0 0,3 3-33 0,-3-2-6 15,-1 1-2-15,1 4 0 0,1 1-16 0,-2-3-8 16,0 2 8-16,-2 3-8 0,2-3 20 0,-1 7 0 16,-1-5-1-16,2 1 0 0,-2 4 1 0,4-5 0 15,-1 3 0-15,3-7 0 0,0 7-8 0,2-3-2 16,1-1 0-16,1 2 0 0,-2-5-10 0,2 2-14 0,6 0 3 16,-3 3 1-16,0-3 10 0,0 0 0 15,5-2 0-15,0 3 0 0,-1-1 0 0,-1-4 0 16,4 0 0-16,2 0 0 0,-1 0 0 0,-1-2 0 0,0 2 0 0,1-2 0 15,-6-5 0-15,5 0 0 0,-5 1 0 0,6 0 0 16,4 0 0-16,-2-7 0 0,-1 4 0 0,-2-2 0 16,3-2 0-16,0-2 9 0,6 2-9 0,-2-4 0 15,-3 1 0-15,5-1 0 0,-2-3 0 0,1 0 0 16,-3 1 0-16,5 0 0 0,-5-1-10 0,0-3 10 16,2 3-12-16,-4-4 12 0,5 5-12 0,-6-3 12 15,1-2 0-15,-3 4 12 0,0-3 0 0,3 3 0 16,-6 1-4-16,-1 0 0 0,-3-8 0 0,0 8 0 15,0-5 13-15,0 2 3 0,0-2 0 0,0 1 0 16,-3 1 6-16,-1-2 2 0,-1 5 0 0,0-6 0 0,-2 10-20 16,0-4-4-16,-3 2-8 0,1 2 12 0,-2-3-12 0,0 3 11 15,1 2-11-15,-7 0 10 0,10 0-10 16,-10 0 0-16,8 2 0 0,-6-2 0 0,-1 7 9 16,3-3-9-16,-1-2 10 0,0 4-10 0,-3-1 0 0,7 2 8 15,-4-1-8-15,6 1 0 0,-3-1 0 0,-2 1 0 16,4-1 0-16,-1 5 0 0,3-5 0 0,0 1 0 15,2-1 0-15,0-1 0 0,-2-3-20 0,7 2 2 16,0 3 1-16,-3-3 0 16,3-4-40-16,0 0-8 0,0 0-2 0,3 3-561 15,-3-3-112-15</inkml:trace>
  <inkml:trace contextRef="#ctx0" brushRef="#br0" timeOffset="11">25539 9096 1908 0,'0'0'84'0,"0"0"18"16,0 0-82-16,0 0-20 0,0 0 0 0,0 0 0 0,0 0-13 0,0 0-7 15,-4 0-2-15,4 0 0 0,0 0 10 0,0 0 3 16,-5 0 0-16,-1 4 0 0,6-4 9 16,0 0 0-16,0 0 0 0,0 2 0 0,0-2 0 0,-6 7 0 15,6-7 0-15,-3 6 0 0,-4-1 27 0,7-3 7 16,-3 4 2-16,-1-2 0 0,-3 7 9 0,4-2 3 15,-4-2 0-15,0-1 0 0,4 5-27 0,-4 2-5 16,0-2 0-16,5-3-1 0,-3 3-15 0,0 0 11 16,0-2-11-16,3-3 10 0,-3 1-10 0,5 3 0 15,0-3 0-15,-3-1 0 0,3 1 0 0,0-7 8 16,0 0-8-16,0 0 0 0,3 4 0 0,-3-4 8 16,0 0-8-16,0 3 0 0,0-3 8 0,0 0-8 15,0 0 0-15,5 4 8 0,-3 3-8 0,-2-7 0 0,0 0 0 16,5 4 0-16,-5-4 0 0,0 0 0 0,0 0 0 15,5 6 0-15,-5-6 15 0,0 3-3 0,0-3 0 16,7 4 0-16,0-4-12 0,0 2 11 0,-4-2-11 0,4 0 10 16,3 0 0-16,-3 0 0 0,0 0 0 0,0 0 0 15,2-2-10-15,-1 2 0 0,2 2 0 0,-3-2 0 16,3 0 0-16,1 4 0 0,1-4 0 0,-4 2 0 16,1 3 0-16,3-3 0 0,-7 6 0 0,2-1 0 15,1-1 0-15,-1 1 0 0,-5 0 0 0,3-1 0 16,-3 5 0-16,-2-2 0 0,5-3 0 0,-5 5 0 15,-5 0 0-15,5-2 0 0,5-3 0 0,-2 5 0 16,-1-5 0-16,-2 5 8 0,0-2-8 0,0 1 0 16,5-3 8-16,-5 0-8 0,-5-1 8 0,3 1-8 15,-1 4 12-15,-2-5-4 0,3 0 0 0,-5 5 0 0,0-4 1 16,-1-1 0-16,-1 1 0 0,-1-1 0 0,-4 1-9 16,4 0 8-16,-5-1-8 0,6 0 8 0,-5-1-8 0,-4-3 0 15,9 4 0-15,-5-2 0 0,2-1-10 0,-3 1-4 16,1-4-1-16,-3 0 0 15,2-4-17-15,6 1-4 0,-8 3-1 0,5-6 0 16,0 0-115-16,2-5-22 0,-4 5-5 0</inkml:trace>
  <inkml:trace contextRef="#ctx0" brushRef="#br0" timeOffset="12">25482 9143 2106 0,'0'0'93'0,"0"0"19"0,0 0-89 0,0 0-23 0,0 0 0 0,0 0 0 15,2 0 25-15,8-4 1 0,-3 4 0 0,0 0 0 16,9 0 10-16,-5-5 1 0,5 3 1 0,3-2 0 15,1 2-14-15,1-2-2 0,1-3-1 0,2 5 0 16,0-2-1-16,0 2-1 0,0-3 0 0,-7-1 0 16,0 6-35-16,4-4-8 0,-4 2 0 0,-5-3-1 15,3 5-24-15,-1 0-5 16,-4-2-1-16,4 2-620 0,-4-5-124 0</inkml:trace>
  <inkml:trace contextRef="#ctx0" brushRef="#br0" timeOffset="13">22608 7302 633 0,'0'0'28'0,"0"0"6"0,0 0-34 16,0 0 0-16,0 0 0 0,5 0 0 0,-2-3 124 0,2-1 17 15,-3 4 4-15,3-4 1 0,-3 2-94 0,3 2-20 16,0-5-3-16,-5 5-1 0,0 0 1 0,0 0 0 15,5 0 0-15,-5 0 0 0,0 0-6 0,2-2-2 16,3-2 0-16,-5 4 0 0,0 0 17 0,0 0 3 16,0 0 1-16,0 0 0 0,-5 6-19 0,1-1-4 15,-4 1-1-15,3 1 0 0,-2-1-6 0,2 7 0 16,-2-2-1-16,0 0 0 0,0-2-3 0,-3 4-8 16,3-3 12-16,-3 3-4 0,1-2 7 0,-1 2 1 15,0 0 0-15,0 4 0 0,1-4-2 0,-3 7 0 16,0-2 0-16,-2 1 0 0,-1 0-14 0,0 3 8 15,1-2-8-15,-2-1 0 0,-1 5 8 0,2 0-8 0,-2-1 0 16,0-1 0-16,3 2 0 0,0 0 0 16,-3 6 0-16,2-4 0 0,-2 4 0 0,3-3 0 0,0 0 0 0,-1 0 0 15,-2 3 0-15,6 0 0 0,-4-4 0 0,3 4 0 16,-2 1 8-16,2-5-8 0,-1 4 0 0,2-6 0 16,-1 2 0-16,-1 3 0 0,2-8 0 0,1 3 0 15,-2 0 0-15,0 0 8 0,2-5-8 0,1 5 0 16,-1-5 8-16,0 5-8 0,-2 0 11 0,5-2-11 15,-2-5 11-15,1 2-11 0,4 3 10 0,-1-2-10 16,-5-1 8-16,1 1-8 0,4 2 0 0,-3-8 9 16,4 4-9-16,-6 2 0 0,3-7 0 0,2 4 0 15,0-5 0-15,0 1 0 0,1 5 0 0,-1-7 8 16,0 2-8-16,3-2 0 0,-1-3 0 0,-1 3 0 16,-1-4 0-16,2 6 0 0,1-7 0 0,-1 1 0 15,-2-1 0-15,3-1 0 0,0 1 0 0,0 0 8 0,-1 1 2 16,1-1 0-16,-1 1 0 0,1 0 0 0,-1-3 10 0,1-4 3 15,2 0 0-15,-2 7 0 0,-1-7-11 0,3 0-1 16,-5 6-1-16,5-6 0 0,0 0-2 0,0 0 0 16,0 0 0-16,-2 4 0 0,2-4-8 0,0 0 0 15,0 0 9-15,0 0-9 0,0 0 0 0,0 0 8 16,0 0-8-16,0 0 0 0,0 0 12 0,0 0-1 16,-3 2-1-16,3-2 0 0,-4 0 17 0,4 0 3 15,0 0 1-15,-2-2 0 0,-1-2-9 0,3 4-2 16,0-6 0-16,0 1 0 0,0-1-4 0,0-1 0 15,0 0-1-15,0 1 0 0,0-1-3 0,0 1-1 16,0 0 0-16,-2-1 0 0,-1-4 1 0,3 5 1 0,-2-1 0 16,2-4 0-16,-3 5-2 0,1-1-1 0,2 1 0 15,-3-3 0-15,1 5 0 0,-3-3 0 0,3 1 0 0,-3-5 0 16,0 5-10-16,3-1 0 0,-3 0 9 0,0 3-9 16,3-5 0-16,-3 3 9 0,3-5-9 0,-3 5 0 15,2-5 9-15,3 5-9 0,-2-1 0 0,2 0 9 16,0-4-9-16,0 5 0 0,0-1 0 0,0 5 0 15,0-4 0-15,2 0 0 0,-2-1 0 0,3 3 0 16,-3 4 0-16,0 0-9 0,0 0 9 0,0 0 0 16,0 0-11-16,0 0 11 0,0 0-10 0,0 0 10 15,0 0-8-15,0 0 8 0,0 0 0 0,5 4-9 16,-3 3 9-16,3-1-8 0,-3 0 8 0,3 3-8 16,-2-3 8-16,-3 5-12 0,2 3 12 0,0-4-12 0,3 3 12 15,-3 0-12-15,-2 0 12 0,3 2-12 0,-1-6 12 16,1 4 0-16,1-2 0 0,-1 2 0 0,2-3 0 15,-3-1 0-15,3 2 0 0,0-4 0 0,-1-1 0 16,-1 1 9-16,2-1 0 0,0-1 0 0,-1 1-9 0,1 0-11 16,3-1 3-16,-4-3 0 0,1 2 8 0,0-2 0 15,2-2 0-15,0 0 8 0,3 0 1 0,-1-2 1 16,1-2 0-16,-1 2 0 0,2-5 8 0,0-1 2 16,2 1 0-16,-2 1 0 0,4-3 9 0,1-2 3 15,1-2 0-15,1 2 0 0,-4-2-32 0,3 0-13 16,2 1 1-16,-3-2 0 0,-1-1 12 0,2 2 0 15,-2 0 0-15,-1 3 0 16,2 1-27-16,-1-2-2 0,-3-2-1 0,2 2 0 16,1 4-123-16,-1-1-25 0,1-3-5 0</inkml:trace>
  <inkml:trace contextRef="#ctx0" brushRef="#br0" timeOffset="14">21392 9293 57 0,'0'0'0'0,"0"0"0"0,0 0 0 0,0 0 0 15,0 0 245-15,0 0 44 0,0 0 9 0,0 0 2 16,0 0-213-16,0 0-43 0,-2-4-8 0,2 4-1 0,0 0 6 0,2-7 2 15,-2 7 0-15,0-2 0 0,0-3 4 0,3-1 1 16,-3 6 0-16,0-2 0 0,2-3-7 0,1-1-1 16,-1 0 0-16,0 1 0 0,3-1 4 0,0 0 0 15,0 3 0-15,-1-3 0 0,1-3-22 0,3 2-4 16,-1 1-1-16,0-1 0 0,3 1-4 0,-3-1-1 16,3 1 0-16,1 0 0 0,1 1 4 0,1-1 0 15,-2-1 0-15,4 7 0 0,2-2-16 0,-3-3 9 16,-5 5-9-16,4-2 8 0,-4-2-8 0,-1 4 0 15,1 0 0-15,-2 4-11 0,1-2 11 0,-4 3 0 16,4-3 0-16,-3 5 0 0,-1-3 0 0,-2-2 0 16,3 5 0-16,0-3 0 0,-5 2 0 0,3 1 0 0,-1 4 0 15,1-3 0-15,-6-1 0 0,1 4-8 16,2 2 8-16,-3-2 0 0,1 1 0 0,-1 6 0 0,-2-5 0 16,1 0 8-16,2 4-8 0,-3-4 0 0,-3 4 0 0,1-1 0 15,-5 1 0-15,3-4 0 0,-1 4 0 0,-2-3 0 31,0-1-24-31,-3 4-4 0,4-4 0 0,-4-1 0 0,3 0 13 0,-2 1 3 0,-1-2 0 0,1-5 0 16,-1 0 12-16,3 1-11 0,-2 4 11 0,2-9-10 16,2 4 10-16,-2-1 0 0,3-3 0 0,-1 2 0 15,1-4 0-15,-1 0 0 0,5 0 0 0,-2 0 0 16,4-4 11-16,3 4-3 0,-5 0 0 0,5 0 0 16,0 0-8-16,0 0 0 0,0-7 0 0,0 7 0 15,5-2-12-15,-2-2 12 0,4-3-10 0,0 7 10 16,1-2 0-16,1-2 0 0,-2 4 13 0,5-4-4 15,0 1 6-15,0 3 1 0,0 0 0 0,0 0 0 16,3 0-8-16,-1 3-8 0,3 1 11 0,-2 2-11 0,-1-1 15 16,0-3-4-16,1 4-1 0,-1 1 0 0,0-3 2 0,1 7 0 15,0-4 0-15,-1-1 0 0,0 3-4 0,-2-3 0 16,0 5 0-16,0-5 0 0,1 5-8 0,-4-2 8 16,3-2-8-16,-2 4 8 0,-3-5-19 0,0-2-4 15,3-2-1-15,-3 5 0 16,-3-7-100-16,1 4-20 0,3-2-4 0,-8-2-639 0</inkml:trace>
  <inkml:trace contextRef="#ctx0" brushRef="#br0" timeOffset="15">22012 9262 1753 0,'-5'-12'77'0,"5"7"17"15,-2 5-75-15,2 0-19 0,0-6 0 0,2 0 0 0,1 3 32 16,2-3 4-16,-3 1 0 0,5-1 0 0,1 1-36 0,-1-1 0 16,2-1 0-16,1 1 0 0,0-1-9 0,0 1 9 15,1 0-8-15,-1 1 8 0,2-1 0 0,0 4-8 16,-2-5 8-16,1 2 0 0,0-1 0 0,-2 6 0 16,1-5 0-16,-1 3 11 0,1 2 4 0,-3 0 1 15,3 0 0-15,-3 2 0 0,0 3-4 0,0-1-1 16,0-2 0-16,1-2 0 0,-1 7-11 0,0 0 0 15,-2-1 0-15,2 1 0 0,-2 3 0 0,-3 3 0 16,3-2 0-16,-2 2 0 0,-1 5 0 0,-2-5 0 16,0 6 0-16,-2 1 0 0,-1-3 0 0,-2 2 0 15,1-2 0-15,-1 3 0 0,-3 2 0 0,1-3 0 16,0-1-12-16,0-3 12 0,-3 2-16 0,3 3 5 16,-2-8 1-16,-1 6 0 0,0-5 10 0,-2 0-8 15,0-2 8-15,2 2-8 0,-2-7 8 0,3 5 0 0,-1-4 0 16,-1 0 0-16,0-3 11 0,0-2-3 0,1 2 0 0,3-4 0 15,-5 0-8-15,5 0 0 0,-1 0 0 0,1 0 0 16,0-4 0-16,0 4 0 0,-1-2 0 0,1-2 0 16,2-3-17-16,0 0-6 0,-1 3-1 0,1 2 0 15,2-3 6-15,-2 3 1 0,3-2 0 0,-2-3 0 16,1 7 17-16,3 0 0 0,0 0 8 0,0 0-8 16,0 0 21-16,0 0-1 0,0 0-1 0,7 0 0 15,3 7 11-15,1-7 2 0,2 0 1 0,1 4 0 16,3-2-1-16,0-2 0 0,-1 5 0 0,1-3 0 15,3 2-15-15,-1 3-3 0,-2-3-1 0,0-1 0 16,-1 3 10-16,4 0 1 0,-6 1 1 0,3-1 0 0,-3 1-9 16,1 3-3-16,2-3 0 0,-3 0 0 0,-2 4-13 0,0-5 11 15,-2 1-11-15,2 3 10 0,-3-1-10 0,1-3-9 16,-1-2 9-16,1 3-13 16,-3 0-120-16,3 0-24 0</inkml:trace>
  <inkml:trace contextRef="#ctx0" brushRef="#br0" timeOffset="16">21296 10027 1234 0,'0'0'55'0,"0"0"11"0,-2 0-53 0,2 0-13 0,0 0 0 0,0 0 0 16,0 0 25-16,0 0 3 0,0 0 0 0,-3 0 0 31,3 0-49-31,0 0-10 0,0 0-1 0,-2 0-1 0,-1 5 25 0,1-3 8 0,0 2 0 0,-1-2 0 15,1 3 0-15,-1 1 0 0,-2 1 0 0,3 0 0 16,0-1 18-16,-3 5 4 0,0-3 1 0,-2 3 0 16,0 2-7-16,2 0-2 0,-5 3 0 0,3-1 0 15,0 2 12-15,-2 2 2 0,-2-1 1 0,2 1 0 16,-1 0-2-16,1 6-1 0,-1-2 0 0,1 1 0 16,-1-4-4-16,1 6-1 0,1-3 0 0,-1-3 0 0,-1 4-4 15,1 4-1-15,-1-2 0 0,0 0 0 0,0 4-5 16,1 1-2-16,-3-1 0 0,3 1 0 0,-2 1-9 15,0-1 0-15,-2-2 0 0,-1 4 0 0,2-3 0 0,0-6 0 16,-2 7 0-16,-1-1 8 0,1-4-8 0,-1 0 0 16,3 2 0-16,1-4 0 0,-2-2 16 0,1 1 2 15,0 2 0-15,3-6 0 0,-1 4 1 0,0-3 0 16,1-7 0-16,-1 4 0 0,0-4-9 0,4 5-2 16,-2-5 0-16,1 0 0 0,2 4 7 0,-2-4 1 15,0 0 0-15,0-2 0 0,2 2-3 0,-2 0 0 16,-1 0 0-16,3 2 0 0,0-2 3 0,1 0 1 15,-3 0 0-15,2-2 0 0,0-3-17 0,0 3-12 16,0 1 1-16,3-4 1 0,-3-1-3 0,3-1-1 0,0 3 0 16,-1-3 0-16,1-4-7 0,-1 5-2 0,1-3 0 15,2-2 0 1,-3 5-31-16,3-7-6 0,0 0-2 0,-2 0 0 16,2 0-22-16,-5 4-4 0,5-4 0 0,0 0-1 15,0 0-56-15,0 7-11 0</inkml:trace>
  <inkml:trace contextRef="#ctx0" brushRef="#br0" timeOffset="17">20589 11477 518 0,'0'0'46'0,"0"0"-37"16,0 0-9-16,0 0 0 0,0 0 128 0,2-6 24 16,1 6 5-16,2-7 1 0,-5 7-97 0,0 0-19 15,3-2-4-15,-3 2-1 0,0 0 7 0,0 0 2 16,4-4 0-16,-4 4 0 0,0-7 2 0,2 3 1 15,-2-3 0-15,0 5 0 0,0-2 6 0,0-3 1 16,0 1 0-16,-2-1 0 0,2 3-10 0,-2-2-2 16,0-1 0-16,-1 1 0 0,1-8-3 0,-1 8-1 0,0-5 0 0,-1-2 0 15,2 0-4-15,-3 3 0 0,0-4-1 16,2 1 0-16,1 2-18 0,0-2-3 0,-1 1-1 0,1 1 0 16,2 2-13-16,-2-2 8 0,-1 4-8 0,1-3 0 15,-1 3 0-15,0 1 0 0,3-1 0 0,-2 5 0 16,2-2 0-16,-2-2 0 0,2 6 0 0,0-5 0 15,2 3 0-15,-2 2 0 0,0 0 0 0,0 0-10 16,0 0 10-16,0 0-12 0,0 0 12 0,0 0-12 16,0 0 4-16,0 0 0 0,5 7 0 0,-2-1 0 15,2 0 0-15,-3 1 0 0,3-1 0 0,-3 5 0 16,-2 2 8-16,2 0-10 0,-2 5 10 0,0-1-10 16,-2-2 10-16,2 7-10 0,-2-3 10 0,-1 1-10 15,1 3 10-15,0-3 0 0,-3 4 0 0,-1-5 0 0,4 3-8 16,-2-2 8-16,1-8-8 0,-2 8 8 0,3-7 0 15,-3 2 0-15,3-2 0 0,0-4 0 0,-1 1 0 16,1-3 0-16,2 0 0 0,0-1 0 0,0-6 13 0,0 0 2 16,5 7 0-16,-1-7 0 0,3 0 5 0,3-2 2 15,0-3 0-15,-1-1 0 0,3-1-2 0,2 0 0 16,1-3 0-16,0 1 0 0,-1-2-5 0,3-1-2 16,2-6 0-16,0 5 0 0,3-4 1 0,-3 2 0 15,3-3 0-15,0 1 0 0,2 4-14 0,-3 2 0 16,-2 3 0-16,-2-3 0 0,3 2-9 0,-4-2-5 15,-1 4-1-15,-1-3 0 16,0 3-35-16,-4 5-7 0,0-2-2 0,-3-3 0 16,3 7-130-16,-4-4-27 0,-6 4-4 0,0 0-2 0</inkml:trace>
  <inkml:trace contextRef="#ctx0" brushRef="#br0" timeOffset="18">20251 12229 979 0,'0'0'87'0,"0"0"-70"16,-3 0-17-16,0 0 0 0,3 0 164 0,-2 0 28 16,-1 0 7-16,-1 0 1 0,-1 0-157 0,5 0-31 15,-2 7-12-15,-1-1 8 0,1 1 12 0,-3-1 3 16,3 5 0-16,0 2 0 0,-1 0 2 0,1 4 1 0,2 3 0 16,0-3 0-16,0 7 13 0,0 2 2 0,0-2 1 0,0 6 0 15,0 0-21-15,-3 3-4 0,0 3-1 0,-4 0 0 16,0-4-16-16,-3 7 0 0,1-5 8 0,2 4-8 15,0-6 0-15,-1-1 0 0,1-8 8 0,0 1-8 16,-3-4 0-16,5-1 0 0,1-2 0 0,-1-4 0 31,0-2-34-31,2-4-4 0,3-7-1 0,0 0-858 0</inkml:trace>
  <inkml:trace contextRef="#ctx0" brushRef="#br0" timeOffset="19">20813 12357 806 0,'-10'-5'72'0,"6"5"-58"16,1-2-14-16,-2-2 0 0,0 2 118 0,0-3 21 0,3 5 4 0,-2-6 1 15,-1 6-97-15,-1-4-19 0,4 4-4 0,-2-3-1 16,1-1 28-16,-2 2 5 0,0-2 2 0,-1 4 0 16,1-2-25-16,0-3-5 0,-2 5 0 15,2-2-1-15,-3-2-6 0,1 4-1 0,3 0 0 16,-4 0 0-16,1 0 12 0,0 6 1 0,-1-6 1 0,2 5 0 15,-2-3-10-15,1 4-3 0,-5 1 0 0,4-3 0 16,-1 7-1-16,2-3-1 0,0 4 0 0,-3-6 0 16,5 7-5-16,-2 0-1 0,0 0 0 0,0 4 0 15,2-3-4-15,-2 3-1 0,1-5 0 0,2 1 0 16,2 5-8-16,-1-1 0 0,1-8 0 0,2 8 0 16,0-4 0-16,2-2 0 0,1-2 0 0,1 2-11 15,1-5 3-15,0 1 0 0,5-3 0 0,-3-2 0 16,3-2 8-16,-1 0-8 0,1 0 8 0,2-2-8 15,-3-5 8-15,3 3 0 0,0-2 0 0,1-1 0 0,-4-4 0 16,3 2 0-16,-2-4 0 0,1-2 0 16,-1 7 9-16,2-5-9 0,1-2 12 0,-4 1-12 0,1-1 19 15,-1-2-3-15,1 4-1 0,-1-4 0 0,1 4-3 0,-3 2-1 16,0-2 0-16,-1 7 0 0,0-1-11 0,-3 1 12 16,-1 1-12-16,-2 5 12 0,0 0 1 0,0 0 1 15,0 0 0-15,0 0 0 0,-5 7-14 0,3 4 8 16,-2 1-8-16,-2 1 0 0,-1-2 8 0,0 9-8 15,2-3 0-15,0 2 0 0,0 1 11 0,-1 4-11 16,3-7 12-16,-2 9-12 0,0-2 28 0,3 2 0 16,-3-2-1-16,3 2 0 0,-3 4-15 0,2-1-2 15,-1 3-1-15,-1-2 0 0,0 3-9 0,0 1 0 0,3-3 0 16,0-6 0-16,-3 2 0 0,5-3 0 16,-3-1 0-16,6-3 0 15,-1-7-40-15,1 4-1 0,-1-6 0 0,3-5-652 0,0 1-131 0</inkml:trace>
  <inkml:trace contextRef="#ctx0" brushRef="#br0" timeOffset="20">17219 7128 1447 0,'0'0'64'0,"0"0"13"0,0 0-61 0,-5 0-16 0,0 0 0 0,-2 0 0 0,7 0 27 16,-5 3 2-16,3 1 1 0,-3 0 0 0,5-4-17 0,0 0-3 15,0 3-1-15,0-3 0 0,-3 6 12 0,1-2 3 16,2-4 0-16,0 7 0 0,0-7-2 0,0 2 0 15,-2 4 0-15,4-2 0 0,0 3-2 0,1-1 0 16,-3 1 0-16,0 4 0 0,5-4-20 0,0-1 9 16,-5 7-9-16,2-7 0 0,0 7 24 0,1-2-1 15,-1 2-1-15,-2-2 0 0,2-2 6 0,3 6 2 16,1-2 0-16,-2 0 0 0,1 0-10 0,0 0-3 16,2 4 0-16,2-4 0 0,-1 5 0 0,-1-5 0 15,0 6 0-15,3-6 0 0,-3 4-7 0,0 3-2 16,0-3 0-16,1 0 0 0,-1 3-8 0,0-2 8 15,0-3-8-15,0 6 8 0,0-6-8 0,-1 9 0 16,-2-4 9-16,1 3-9 0,0-5 8 0,0 6-8 0,0-5 8 0,1 1-8 16,2-3 13-16,-1 3-1 0,0-3-1 0,1 3 0 15,1-3 0-15,-2 2 0 0,1-6 0 0,1 5 0 16,1-1 0-16,-3-4 0 0,3 4 0 0,-3-2 0 16,3-1-3-16,-3 3-8 0,0 0 12 0,0 3-4 15,0-7 0-15,-2 4 0 0,0 2 0 0,0 5 0 16,2-4-8-16,-2 1 8 0,-5 1-8 0,5 0 8 15,-1-3-8-15,-2 1 0 0,1-3 9 0,2 1-9 16,2-3 20-16,0 2-1 0,-2-4 0 0,0 0 0 16,2-2-19-16,0 2 0 0,-4 0 8 0,4-3-8 15,-2 1 0-15,0-2 0 0,0 2 0 0,-1-2 0 16,-2 2 0-16,1-5 12 0,2 5-3 0,-3-5 0 0,3 1-9 16,-2-1 0-16,-1 5 0 0,0-4 0 15,1-1 11-15,-1 1-3 0,-4-1-8 0,4 1 12 0,-2-1-12 16,0-6 9-16,0 6-9 0,0-6 8 0,0 0-8 0,0 0 8 15,0 0-8-15,0 0 8 0,0 0-8 0,0 0 10 16,0 0-10-16,0 0 10 0,0 0-10 0,0 0 0 16,0 0 0-16,0 0-11 15,0 0-40-15,0 0-8 0,8 0-1 0,-8 0-1 16,0 0-121-16,4 5-24 0,-4-5-5 0,0 0-1 0</inkml:trace>
  <inkml:trace contextRef="#ctx0" brushRef="#br0" timeOffset="21">17726 8591 633 0,'0'0'28'0,"0"0"6"0,0 0-34 0,0 0 0 0,0 0 0 0,0 0 0 16,0 0 83-16,0 0 9 0,0 0 3 0,0 0 0 15,0 0-64-15,-2-2-13 0,2 2-2 0,0 0-1 16,-3-5 21-16,3-1 5 0,0 1 1 0,0 5 0 16,0-2 7-16,0-2 2 0,3-3 0 0,-1 1 0 15,-2 0 17-15,3-1 3 0,-1 1 1 0,2-1 0 16,-1 3-1-16,0-3 0 0,-1 0 0 0,1 1 0 16,1-5-20-16,-2 5-4 0,6-3-1 0,-3-1 0 15,-1-4-17-15,3 8-3 0,1-7-1 0,-4 2 0 16,4-2 5-16,-1 2 1 0,0-2 0 0,0 0 0 0,1 2-18 15,1-2-3-15,-1 0-1 0,-4 1 0 0,3-2-9 16,-2 3 0-16,3-2 0 0,-1 3 8 0,-2 1-8 0,0-2 8 16,1 0-8-16,-1 3 8 0,0 1-8 15,-2 0 12-15,-3-3-12 0,2 5 12 0,-2 3-12 0,2-2 0 16,0 2 9-16,-2 2-9 0,0 0 0 0,0 0 9 16,0 0-9-16,0 0 0 0,0 0 0 0,0 0 0 15,0 0 0-15,0 0 0 0,3 2 0 0,0 4-9 16,-3 3 9-16,2 0 0 0,-2-3 0 0,0 1-8 15,0-1 8-15,-2-1 0 0,2 6 0 0,-3-3 0 0,0-1 0 16,3 3 0-16,-2 3 0 0,0 1 0 0,0-1 0 16,-1-3-8-16,1 8 8 0,-1-3 0 0,-2 2 0 0,1-4 0 15,-1 5 0-15,0-6 0 0,3 1 0 16,-3-2 0-16,-2 3 0 0,4-4 0 0,-2-3 0 16,3-1 0-16,-3-4 0 0,3 7 0 0,-3-3 0 0,3 1 8 15,-3 0-8-15,2-5 0 0,-1 2 0 0,1 3 0 16,-2-1 0-16,3-1 0 0,-1-3 0 0,3-2 0 15,-2 4 0-15,-2 2 8 0,-1-4-8 0,0 3 0 16,0-3 0-16,0 2 0 0,3-4 0 0,-3 7 8 16,0-7-8-16,0 4 9 0,1-2-9 0,-1-2 10 15,-3 0-1-15,4 5 0 0,-1-5 0 0,-3 0 0 16,4-5 8-16,-3 5 2 0,-3 0 0 0,3 0 0 16,-3 0 4-16,1 0 1 0,-1-2 0 0,1-2 0 15,-1 4 0-15,-2-5 1 0,-1 3 0 0,2 2 0 0,-1-4 3 16,-1-3 1-16,2 7 0 0,-4-2 0 0,5-2-11 15,1 2-2-15,-6-2-1 0,6 4 0 0,-3 0-15 0,0 0 8 16,0 0-8-16,2 0 0 0,1 0 0 0,-1 0 0 16,3 4 0-16,0-4 0 0,2 0 0 0,0 0 0 15,-2 0 0-15,4 0 0 0,3 0 0 0,-5 0 0 16,1 0-9-16,-1 0 9 0,0 0-16 0,5 0 2 16,0 0 1-16,0 0 0 15,0 0-86-15,0 0-17 0,0 0-3 0,0 0-618 16,0 0-124-16</inkml:trace>
  <inkml:trace contextRef="#ctx0" brushRef="#br0" timeOffset="22">17752 9096 1209 0,'0'0'53'0,"-4"0"12"0,-1 0-52 0,3 4-13 0,2-4 0 0,0 0 0 15,0 0 116-15,0 0 21 0,-6 2 4 0,6-2 1 16,0 0-108-16,0 0-22 16,0 0-4-16,0 0 0 0,8 5 16 0,-3-3 3 0,-1-2 1 0,4 0 0 15,1 0 16-15,-2 0 4 0,3-2 1 0,2-3 0 16,0 5-25-16,0-2-6 0,3-2-1 0,1 0 0 15,-1 2-7-15,2 2-2 0,-3-5 0 0,1 5 0 16,1 0-8-16,-3 0 0 0,1 0 0 0,0 0 0 16,-2-2 0-16,3 2 0 0,-6 2 0 0,4-2 0 15,-2 0 0-15,1 0 0 0,1 0 0 0,-4 0 0 16,1 0 0-16,-1 0 10 0,1 0-10 0,-1-2 10 16,-1 2-1-16,1-5 0 0,-2 3 0 0,3-2 0 15,-5 4-9-15,5-3 0 0,-3-1 0 0,-3 4 8 16,4 0-8-16,-3 0 0 0,-5 0 0 0,0 0 0 15,0 0 0-15,4 0 0 0,-4 0 0 0,0 0 0 16,5 7 0-16,-5-7 0 0,0 0 0 0,0 6 0 0,0 1 15 16,0-2 7-16,0 1 2 0,-2 0 0 0,-1 1-24 0,-1-3 0 15,-1 3-10-15,0 1 10 0,2-2 0 0,-1 5 16 16,-3-4-2-16,-1 0 0 0,3-1-6 16,1 5-8-16,-4 0 11 0,1-3-11 0,0 3 16 0,0-4-3 15,-2 6-1-15,1-2 0 0,-4 2 4 0,2-1 0 16,1 1 0-16,-3 1 0 0,0 1 5 0,0-2 2 15,0 0 0-15,0 4 0 0,-3-2-23 0,6-1 0 16,1 3 0-16,-1-5 0 0,-5 6 0 0,1 0 0 16,2-6 0-16,-2 6 0 0,4-4 0 0,-3-2 0 15,0 5 0-15,0-2 0 0,2 0-12 0,1-2-3 16,-1-4-1-16,3 6 0 0,-3-6 6 0,1 4 1 0,1-3 0 0,3 3 0 31,-2 1-143-31,0-3-29 0,2-1-6 0</inkml:trace>
  <inkml:trace contextRef="#ctx0" brushRef="#br0" timeOffset="23">15863 7167 460 0,'0'0'20'0,"0"0"5"15,0 0-25-15,0 0 0 0,-2 4 0 0,-3-4 0 16,2 3 143-16,1 1 23 0,-3 0 5 0,1-2 1 0,-1 5-124 0,2-7-24 16,3 0-4-16,-5 7-2 0,1-3-18 0,-1-2 10 15,2 3-10-15,-2-3 8 0,0 2-8 0,1 3 10 16,-3 3-10-16,1-1 10 0,2-3 1 0,-1 5 0 16,-5 2 0-16,4 0 0 0,-2-2 8 0,3 6 1 15,-2-2 1-15,-3 3 0 0,-1-1-7 0,-2 0-2 16,1 3 0-16,1-4 0 0,-2 5 4 0,4-2 0 15,-4 1 0-15,2 0 0 0,-1 1 0 0,-1-2 1 16,2 1 0-16,-2-2 0 0,4 1-1 0,-3-2-1 16,0 3 0-16,3-1 0 0,-1-2 7 0,-2 3 2 15,2-2 0-15,1 1 0 0,-1 5-16 0,-2-4-8 16,0 1 8-16,0-2-8 0,0 1 0 0,-1 0 0 0,2 1 0 16,1-2 0-16,-4 1 9 0,2-2-9 0,0 1 12 15,0 0-12-15,-3-1 12 0,3 1-12 0,0 5 12 16,3-4-12-16,-4 1 0 0,2-1 0 0,1-1 0 15,-2 1 0-15,2 4 10 0,1-5-10 0,-1-1 8 0,1 1-8 16,1-2 0-16,1 1 8 0,-3-5-8 0,3 6 0 16,-2-6 8-16,1 4-8 0,1-3 8 0,-3-1-8 15,3 4 8-15,0-4-8 0,0 0 0 0,0 4 8 16,-1-4-8-16,1 5 12 0,0-6-12 0,0 1 12 16,0 5-12-16,-1-5 0 0,1 0 9 0,0 4-9 15,0-4 19-15,-1-2-1 0,2 2 0 0,-2 0 0 16,3-2-18-16,-2-3-16 0,0 3 4 0,0 0 0 15,0-2 12-15,2 2 13 0,0-5-2 0,-2 5-1 16,2-3 3-16,0-1 1 0,-2 4 0 0,5-4 0 0,-1 4-14 16,-2-3 9-16,3-1-9 0,-3 1 8 15,3 1-8-15,-3-3 0 0,-3 5 0 0,4-4 0 0,-1 6 0 0,0-7 8 16,-2 5-8-16,0-4 0 0,-1 3 0 0,3-1 0 16,1-3 0-16,-1 1 0 0,0 0 0 0,0-3 0 15,1 3 0-15,-1-3 0 0,3-2 0 0,-4 4 8 16,4-1-8-16,0-3 0 0,2-2 19 0,-5 6-2 15,0-1 0-15,0-3 0 0,3 2-5 0,-3 0-2 16,1-2 0-16,1 5 0 0,-2-2-10 0,2-3 8 16,1-2-8-16,2 0 8 0,-2 4-8 0,2-4 10 15,0 0-10-15,-2 0 10 0,-3 0 2 0,5 0 1 16,-5 0 0-16,5 0 0 0,-3-4 4 0,-1 4 1 0,2-2 0 16,2 2 0-16,-5-5-2 0,2 5 0 15,-2-7 0-15,3 7 0 0,0-2-8 0,-3-2-8 0,2 4 12 0,1-4-12 16,-1 4 8-16,1-2-8 0,-1-3 0 15,1 5 0-15,0-2 0 0,0-2 0 0,2-3 0 0,-5 5 0 16,5-2 16-16,-3-2-3 0,3-1-1 0,-2 1 0 16,-1-1 10-16,3 0 2 0,0-4 0 0,0 5 0 15,0 0-13-15,3-1-3 0,-6-4 0 0,3-2 0 16,3 7 1-16,-3-5 0 0,2 2 0 0,-2-2 0 16,0 5-9-16,3-5 12 0,-3 5-12 0,0-1 12 15,0 1-12-15,2-1 0 0,-2 2 0 0,3 3 0 16,-3 2 0-16,0 0 0 0,0 0-8 0,0-4 8 15,0 4 0-15,0 0-9 0,0 0 9 0,0 0 0 16,4 0-9-16,-4 0 9 0,0 0 0 0,0 0-9 16,0 0 9-16,0 0 0 0,0 0 0 0,0 0-8 0,0 0 8 15,0 0 0-15,0 0 0 0,2 4 0 0,-2 7 0 0,0-2-10 16,0 2 10-16,0 2 0 0,0 0-9 0,0 0 9 16,0 4 0-16,-2-4-9 0,2 5 9 0,0-6 0 15,0 6 0-15,0-5 0 0,0 0 0 0,2 0 0 16,-2-2 0-16,0-1 0 0,0-1 0 0,3 2 0 15,-3-4 0-15,0-1 0 0,0 1 0 0,2-1 0 16,1 0 0-16,-3-6 0 0,0 0 0 0,0 0 0 16,2 7 0-16,-2-7 0 0,0 0 0 0,3 6 0 15,-3-6 0-15,0 0 8 0,2 5-8 0,3-3 11 16,-5-2-11-16,5 4 12 0,0 1 14 0,2-5 3 16,2-5 1-16,-1 5 0 0,1 0-2 0,1-4-1 15,4-3 0-15,-2 5 0 0,3-4-7 0,-1 1-2 0,3-1 0 16,-3-5 0-16,-4 5-18 0,2 0-17 0,0-1 3 0,3 0 1 15,-1 0 37-15,-2 1 7 0,3 0 1 0,-4-1 1 16,1-4-33-16,1 5 0 0,-4-5 0 0,1 5 0 16,-1-3-14-16,-2 2 0 0,1 1 0 0,1-1 0 31,-4-1-20-31,2 1-4 0,0 1-1 0,1-1 0 16,-4 5-41-16,4-4-9 0,-3-3-2 0,2 7-600 0,0-5-120 0</inkml:trace>
  <inkml:trace contextRef="#ctx0" brushRef="#br0" timeOffset="24">14659 9193 633 0,'0'0'28'0,"0"0"6"0,0 0-34 0,0 0 0 0,0-4 0 0,2 4 0 16,-2 0 121-16,0-7 18 0,0 7 3 0,0-2 1 15,0 2-108-15,0-4-22 0,0 0-4 0,0 4-1 16,-2-2-8-16,2 2 0 0,0 0 0 0,-3-5 0 16,-2 5 0-16,3-2-14 0,-1-2 5 0,3 4 1 15,0 0 8-15,-5 0 11 0,1-2-3 0,-1-3 0 16,3 5 13-16,2 0 3 0,0 0 0 0,-3-2 0 15,-2-3 48-15,1-1 11 0,1 6 1 0,-2-7 1 16,0 3-10-16,-1-2-3 0,1 6 0 0,-3-7 0 16,1 7-12-16,2-2-4 0,-5-2 0 0,4 4 0 0,-4-2-43 0,1 2-13 15,-2 0 0-15,0 0 8 0,1 0-8 16,-2 2 8-16,2-2-8 0,-2 4 8 0,1-2-8 0,1 3 0 16,-5-3-11-16,3 4 11 0,-2-2 0 0,-1 3 0 15,4-1 11-15,-4 1-3 0,-2 0-8 0,3-1 0 16,-3 5 0-16,3-5 0 0,-1 5 0 0,3-2 17 15,2 2-2-15,1 6-1 0,-1-4-14 0,-2 0 0 16,0 4 0-16,0-1 0 0,0 1 0 0,2 2 0 16,1-2 0-16,-1 3 0 0,-2-2 0 0,3 5 0 15,-1-3 0-15,3 4 0 0,-3 0 0 0,3-5 0 16,0 5 0-16,2-5 0 0,0 7 0 0,2-1 0 0,-1-6 0 16,2-2 0-16,2 3 0 0,0-3 0 0,2 0 0 15,0-4 0-15,3 0 0 0,0 1 0 0,0-8 8 16,2 5-8-16,0-1 0 0,3-1 0 0,2 2 0 0,0-3 0 15,0 1 0-15,0 0 0 0,2-2 8 0,3-1-8 16,2-2 12-16,3-1 0 0,2 1 0 0,0-4 0 16,0 0-12-16,-2 0 0 0,2 0 0 0,-3-4 0 15,4 1 0-15,-1-1 9 0,-1-2-9 0,1-1 12 16,1 1-4-16,-1-1-8 0,-5 0 12 0,3-4-4 16,1 3 8-16,-1-3 0 0,0 1 1 0,-3 1 0 15,0-2-2-15,0-3-1 0,-2-3 0 0,0 5 0 16,0-6 3-16,-2 5 1 0,-1-7 0 0,0 3 0 15,-1-2 1-15,-2-1 0 0,1-4 0 0,-2 7 0 16,-3-2-3-16,0-1 0 0,-2 3 0 0,0-2 0 16,-2 1 8-16,1 0 2 0,-4-1 0 0,0 2 0 0,-2 1-10 15,0-1-1-15,-1 0-1 0,-2 4 0 0,0-4-14 16,0 1 9-16,-1 3-9 0,-2-2 8 0,-1 3-8 16,-1-2 0-16,1 3-10 0,-4 5 10 0,1-3-15 0,-2-2 3 15,-1 5 1-15,1-5 0 0,0 5 11 0,-1-1 0 16,0 5 0-16,-1-3 0 0,2-1-11 0,-1 6 0 15,0 0 0-15,4 0 0 16,-4 0-33-16,1 0-8 0,2 6 0 0,-3-6-1 16,1 7-87-16,2 0-18 0,3-1-3 0,-4 1-731 0</inkml:trace>
  <inkml:trace contextRef="#ctx0" brushRef="#br0" timeOffset="25">13923 10015 759 0,'0'0'33'0,"0"0"8"0,0 0-33 0,0 0-8 15,0 0 0-15,0 0 0 0,0 0 44 0,0 0 6 16,0 0 2-16,0 0 0 0,0 0-3 0,0 0 0 16,0 0 0-16,0 0 0 0,0 0-4 0,0 0-1 15,-5 0 0-15,0 4 0 0,-2-2-10 0,2-2-2 0,1 6-1 0,-1-6 0 16,-1 7 9-16,2-3 3 15,4-4 0-15,-5 2 0 0,0 5-15 0,-2-3-2 0,5 3-1 16,-3 0 0-16,0-1-14 0,0 1-3 0,3-1-8 0,-3 0 12 16,0 5 4-16,0 0 0 0,-2-2 0 0,3 2 0 15,-1 2 2-15,-3-3 1 0,1 3 0 0,0 0 0 16,0 0 1-16,-3 5 1 0,3-1 0 0,-2-2 0 16,-2 7 3-16,0-7 0 0,1 7 0 0,1-3 0 15,-3-1 2-15,-1 1 1 0,4 0 0 0,-3 1 0 16,2-2-17-16,0 1-10 0,-1 0 12 0,-1 3-12 15,2-2 13-15,-4-1-4 0,1 5-1 0,-1-4 0 16,0 3 0-16,2-4 0 0,-3-1 0 0,1 6 0 16,4-5-8-16,-2 5 0 0,0-4 0 0,0-1 0 15,0-2 10-15,0 3 0 0,0-2 0 0,0 1 0 16,2-2 6-16,-2 1 2 0,3-3 0 0,-3 2 0 16,2 0-4-16,0-3-1 0,3-1 0 0,-2 4 0 0,1-4 0 15,1-1 0-15,-2 2 0 0,3-3 0 0,-3 2-5 16,2 0-8-16,0-3 11 0,0 3-11 0,-1 1 9 0,1-3-9 15,0 1 0-15,0 1 9 0,0-2-9 0,-1 2 0 16,1 0 0-16,-3 0 0 0,3-2 15 0,0 0-3 16,-3-3 0-16,4 3 0 0,-2-4 10 0,1 6 2 15,0-7 0-15,-1 5 0 0,-1-4-10 0,4 3-2 16,3-1 0-16,-4 2 0 0,0-4-12 0,-2-1 0 16,3 7 8-16,-1-7-8 0,-2 1 0 0,1 4 0 15,2-5 0-15,0 5 0 0,-2-4 0 0,2-1 8 16,-2 1-8-16,2-1 0 0,0 1 0 0,-2-1 0 15,2-2 8-15,0 3-8 0,-1-1 0 0,1 1 8 0,0-1-8 16,0 1 0-16,-2 0 15 0,2-1-3 0,0 1-1 0,0-3 0 16,1 2-11-16,-1 1 10 0,2-1-10 0,-2 1 10 15,3-1-10-15,-2-2 0 0,1-1-10 0,1 1 10 16,-4 3 0-16,2-3 20 0,1 3-4 0,1-5 0 16,0 2-6-16,2-4-2 0,-5 2 0 0,5-2 0 15,0 0 0-15,-3 7 0 0,1-7 0 0,2 0 0 16,-5 4 0-16,5-4 0 0,0 0 0 0,-2 2 0 15,2-2-8-15,0 0 0 0,0 0 0 0,0 0 0 16,0 0 0-16,0 0 0 0,0 0 0 0,0 0 0 16,0 0 0-16,0 0 0 0,0 0 0 0,0 0-11 15,0 0 11-15,0 0 0 0,0 0 0 0,0 0 0 16,0 0 11-16,0 0-3 0,0 0 0 0,0 0 0 0,0 0-8 16,0 0 10-16,0 0-10 0,0 9 10 15,0-9-10-15,0 0 0 0,0 0 0 0,-2 2 0 16,2-2 0-16,0 0 0 0,0 6 0 0,0-6 0 0,2 7 0 0,-2-7 0 15,0 0 0-15,-2 7 0 0,2-7 0 0,0 0 0 16,0 0 0-16,0 6 0 0,-3-1 0 0,3-5 0 16,0 0 0-16,0 6 0 0,-2-2 0 0,2-4 0 15,0 0 0-15,0 0 0 0,0 2 0 0,0-2 0 16,0 0 0-16,-3 7 0 0,3-7 0 0,0 0 0 16,0 0 0-16,0 6 0 0,0-6 0 0,0 0 0 15,0 5 0-15,-3-3 0 0,3-2 0 0,0 0 0 16,-2 4 0-16,2-4 0 0,0 0 0 0,-2 6 0 15,2-6 0-15,0 0 0 0,0 0 0 0,0 0 0 0,0 0 9 16,0 0-9-16,0 0 0 0,0 0 9 16,-5 0-9-16,5 0 0 0,0 0 12 0,0 0-4 0,0 0 0 15,0 0-8-15,-5-4 16 0,5 4-3 0,0 0-1 16,-2-2 0-16,2 2 5 0,-3-4 1 0,1 4 0 0,-2-2 0 16,1-3-18-16,-2 3 0 0,5-2 8 0,-2-3-8 15,-1 5 0-15,1-2 0 0,-1-2 0 0,1 1 0 16,2-1 9-16,-2-3-1 0,-1 2-8 0,3-4 12 15,0 1-12-15,0 1 0 0,-2-4 0 0,4-2 0 16,-2 2 0-16,3 0 0 0,-1-4 0 0,3 4 0 16,-3-1 0-16,3-3 0 0,0 4 0 0,-2 5 0 15,1-7 0-15,1 6 0 0,0-2 0 0,-3-2 0 16,3 2 0-16,-3 4 0 0,0-1 0 0,1-3 0 16,-3 5 0-16,3 1 0 0,-3 3 0 0,0-2 0 0,0 4 0 15,0 0 0-15,0 0 0 0,0 0-10 0,0 0-2 0,0 0-1 16,0 0 0-16,0 0 0 0,0 0-1 15,-3 6 0-15,3 1 0 0,-3 4 0 0,3-1 6 0,0-1 8 16,0 2-13-16,0 2 5 0,3 4 8 0,-3-4 0 16,-3 7 0-16,3-3 0 0,-2 3 0 0,2-3-8 15,-4 2 8-15,1 1 0 0,-2-3 0 0,3 1 0 16,-1-6 0-16,1 1 0 0,0 1 0 0,0-3 0 16,-1 1 0-16,3-1 0 0,-2-4 0 0,2-1 0 15,2 0 0-15,1 1 0 0,-1 0 0 0,2-3 0 16,1-2 0-16,0 3 0 0,2-3 8 0,3-2 0 15,-3 0 0-15,3 0 0 0,2 0 1 0,0 0 1 16,2-2 0-16,0-3 0 0,3 3-10 0,1-5 10 16,1 1-10-16,-2-3 10 0,-3 3-2 0,3 4 0 0,-1-5 0 15,1 3 0-15,0-3-21 0,0 7-5 0,-3-6-1 0,3 6 0 32,-3 0-65-32,1 0-12 0,-5 0-4 0,2 4 0 15,0-2-144-15,-3 3-28 0</inkml:trace>
  <inkml:trace contextRef="#ctx0" brushRef="#br0" timeOffset="26">12089 12255 1630 0,'0'0'72'0,"0"0"16"0,0 0-71 15,0 0-17-15,0 0 0 0,0 0 0 0,0 0 67 0,0 0 9 0,0 0 3 0,0 0 0 16,-3 4-19-16,3-4-4 0,0 0-1 0,0 0 0 15,0 0-34-15,0 0-6 0,0 0-2 0,5 7 0 16,2-3-13-16,0-2 0 0,1-2 0 0,1 4 0 16,1-1 12-16,-1 1-4 0,1-4-8 0,2 2 12 15,-2 3 0-15,2-3 0 0,-3 3 0 0,1-5 0 16,2 4 0-16,0-2 0 0,0-2 0 0,0 4 0 16,3-2 2-16,-4-2 0 0,1 0 0 0,1 0 0 15,-4 0-4-15,3 5-1 0,3-5 0 0,-4 2 0 16,-1-2-9-16,-1-2 0 0,4 2 0 0,-4 0 8 15,1-5-8-15,-1 5 8 0,2-2-8 0,-2-2 8 0,1-2-20 16,1 6-5-16,-1-7-1 0,2 2 0 16,-2 3-22-16,-1-5-4 0,1 3 0 15,0-2-1-15,-5-1-116 0,4 1-23 0,-2 2-5 16,1 1-1-16</inkml:trace>
  <inkml:trace contextRef="#ctx0" brushRef="#br0" timeOffset="27">12660 12112 1364 0,'0'0'60'0,"0"0"13"0,0 0-58 0,0 0-15 0,5-2 0 0,0-2 0 16,3-3 32-16,-1 1 3 0,-2 2 1 0,0-3 0 15,4 5 3-15,-2-5 1 0,-2 0 0 0,2 3 0 0,1-2-7 0,-4 1-1 16,3-1 0-16,-2 4 0 15,0-3 18-15,0 3 3 0,2-2 1 0,1 2 0 16,-4-2-17-16,-2 1-3 0,6-1-1 0,-3 0 0 0,-3 2-13 0,5 2-2 16,-2 0-1-16,2-5 0 0,0 5 3 0,1 0 1 15,-3 0 0-15,-1-2 0 0,3-3 15 16,1 5 4-16,-4 0 0 0,4-2 0 0,-3-2-1 0,1 4 0 16,-1 0 0-16,0 0 0 0,2 0-31 0,-2 0-8 15,-5 0 0-15,5 4 0 0,0-2 0 0,2-2-8 16,-5 7 8-16,3-2-12 0,-2 5 12 0,2-1 8 15,-1 2-8-15,-2-3 11 0,1 9-11 0,0-3 0 16,-1-3 0-16,-2 6 0 0,0-4 8 0,0 0 0 16,-2 4 0-16,2-1 0 0,-3 1-8 0,-2 2 0 15,1-1 0-15,-1-1 0 0,-3-2 8 0,2 2 0 16,-2 1 0-16,-2 1 0 0,-2 5 0 0,1-5 0 0,-2 6 0 16,1-2 0-16,3-3-8 0,-6 6 0 0,-2-9 0 15,3 2 8-15,0 4-8 0,-1-4 12 0,1-6-12 16,2 4 12-16,-3-4 5 0,3 0 2 0,1-2 0 0,1-2 0 15,0-3-8-15,3-6-2 0,-3 4 0 0,3-2 0 16,-3-2-1-16,4-2 0 0,-2-2 0 0,3 4 0 16,-2-6-8-16,2-1 0 0,-2 1 0 0,2-7 0 15,3 2 0-15,-3 2 0 0,2-2 0 0,1-2-11 16,-1 3 11-16,3-3 0 0,0 6 0 0,3-4 0 16,-3 4 0-16,2 1 0 0,4-1 0 0,-6 7 0 15,4-2-18-15,3-2-2 0,3 2 0 0,-1 2 0 16,4 0 20-16,-1 0 9 0,2 0-1 0,1 2 0 0,-1-2-8 15,0 6 0-15,3-1 0 0,0-3 0 0,-2 4 18 0,2-1 2 16,-3 1 0-16,2 1 0 0,-1 4-7 0,0-5-1 16,1 3 0-16,-4 2 0 0,2-5-12 0,-1 7 8 15,1-6-8-15,0 4 0 0,-1 0 10 0,-1-3-10 16,2-1 10-16,-2-1-10 0,0 5 0 0,0-5 0 16,3 1 0-16,-1-3 0 0,0 3-8 0,1-5-8 15,-1 3-2-15,3-5-806 16,-3 2-162-16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25T13:28:54.990"/>
    </inkml:context>
    <inkml:brush xml:id="br0">
      <inkml:brushProperty name="width" value="0.05292" units="cm"/>
      <inkml:brushProperty name="height" value="0.05292" units="cm"/>
      <inkml:brushProperty name="color" value="#4472C4"/>
    </inkml:brush>
  </inkml:definitions>
  <inkml:trace contextRef="#ctx0" brushRef="#br0">19666 3854 748 0,'0'0'33'0,"0"0"7"0,3-4-32 0,-3 4-8 16,4-3 0-16,-4 3 0 0,0 0 56 0,0 0 8 15,0 0 3-15,0 0 0 0,0 0-16 0,0 0-3 16,0 0-1-16,2 7 0 0,-2 0-12 0,0-1-3 16,-2 1 0-16,0 3 0 0,0 3-5 0,-1 0-2 15,-2-2 0-15,0 3 0 0,1 5 11 0,-1-2 1 16,0 3 1-16,-2 4 0 0,2 1 10 0,-5 6 1 15,1-1 1-15,-1 1 0 0,1 1-6 0,-4 5 0 16,2-7-1-16,-4 7 0 0,-2-7-24 0,3 7-5 16,2-4-1-16,0-3 0 0,-5 0-3 0,8-6-1 15,1 7 0-15,3-12 0 0,1 0 15 0,-4-1 4 16,1-1 0-16,5-4 0 0,6 0-43 0,-4-6-8 0,-4-1-1 16,2 0-1-1,2-6-108-15,0 0-22 0,0 0-4 0,0 0-1 0</inkml:trace>
  <inkml:trace contextRef="#ctx0" brushRef="#br0" timeOffset="1">19947 3935 403 0,'0'0'36'0,"0"0"-36"0,5-5 0 0,-2 3 0 16,2-2 84-16,-1-3 9 0,3 0 3 0,1 1 0 15,-4-1-35-15,1 1-6 0,3 2-2 0,-3-3 0 16,-1 1 21-16,3-1 4 0,-2 1 1 0,2-1 0 15,0 0-32-15,1 3-7 0,-1-3 0 0,3 5-1 16,-3-2-27-16,0 4-4 0,1-2-8 0,-4 2 11 16,1-4-11-16,0 4 12 0,2 4-12 0,-3-2 12 15,-4-2 7-15,5 4 1 0,3-2 1 0,-6 5 0 16,3-3 2-16,-3 3 0 0,1 0 0 0,-1-1 0 16,3 1-9-16,-5 3-2 0,3-3 0 0,-3 6 0 15,2 0 0-15,-2-2-1 0,0 6 0 0,-2-2 0 16,-1-2-2-16,1 9 0 0,2-2 0 0,-5 3 0 15,0 1-9-15,-5-2 10 0,3 1-10 0,-2 2 10 0,-1 1-10 16,-2-3 0-16,0 4-12 0,0-4 12 0,0-4 0 16,-1 6 20-16,2-6-3 0,-1 2 0 0,2-5-9 0,-2 1-8 15,2 1 9-15,1-6-9 0,-1 1 16 0,-2 0-2 16,2-1-1-16,-1 0 0 0,1-1 1 0,0-2 0 16,0-3 0-16,-1 5 0 0,1-5-14 0,0-1 11 15,1-3-11-15,-1 3 10 0,3-3-10 0,-2-2 10 16,1 0-10-16,1 0 10 0,2-2-10 0,-2-3 12 15,2 5-12-15,1-2 12 0,-1-3-20 0,2-1-4 16,3-1-1-16,0 3 0 0,0 2 13 0,3-4 0 16,-1 1-10-16,3-1 10 0,2-1 0 0,-2 1 0 15,2 0-9-15,3-1 9 0,-3 2 0 0,0 3 12 16,0-2-1-16,3 1-1 0,-3 3-2 0,1 3 0 16,1 1 0-16,1-2 0 0,-4 3 3 0,4 2 0 0,-3-1 0 15,3 0 0-15,-2 1 8 0,1-1 1 0,-2 1 1 16,3 3 0-16,0-3-13 0,-1-1-8 0,1 1 8 0,-1 4-8 15,1-4 17-15,-3 3-1 0,3-3 0 0,-1 1 0 16,-4-1-16-16,3-1 10 0,-2 5-10 0,2-4 8 16,-3 0-8-16,-1-1 0 0,1 0 0 0,0 5 0 15,0-4-22-15,-2 3 0 0,-1-3 0 0,0 2 0 16,3 2-193-16,0 2-38 0,-3-3-8 16,1 3-2-16</inkml:trace>
  <inkml:trace contextRef="#ctx0" brushRef="#br0" timeOffset="2">16466 6326 403 0,'0'0'36'0,"0"0"-36"0,0 0 0 0,0 0 0 15,0 0 111-15,0 0 15 0,-2-4 3 0,2 4 1 16,0 0-38-16,-2-2-7 0,-1-2-1 0,3 4-1 16,0 0-23-16,0 0-5 0,0 0-1 0,0 0 0 15,0 0-21-15,0 0-4 0,0 0-1 0,0 0 0 16,0 0 8-16,0 0 2 0,0 4 0 0,0 2 0 15,0 1-11-15,-2 4-3 0,-3-3 0 0,2 3 0 16,1-2 3-16,-2 8 0 0,-4-4 0 0,3-2 0 16,1 9-27-16,-1-7 0 0,-3 4 0 0,1 0 0 15,0-4 0-15,-1 7 8 0,2-7-8 0,1 4 0 16,0-4 10-16,0 0-10 0,1-2 12 0,-1 2-12 16,2-6 16-16,3-1-4 0,0 0-1 0,0-1 0 0,3 1-11 15,2 1 10-15,-5-7-10 0,4 4 10 0,3-2-1 16,1-2 0-16,-2 0 0 0,5 0 0 0,-2 0-9 15,1 0 10-15,-1-2-10 0,4 2 10 0,3-4-10 0,1-3 0 16,2 5 0-16,0-2 0 0,1-3 0 0,-4 3 0 16,1-2 0-16,0 3 0 0,0-1-11 0,-2-2-7 15,-4-1-2-15,-1 5 0 16,-1-2-140-16,-4-1-28 0</inkml:trace>
  <inkml:trace contextRef="#ctx0" brushRef="#br0" timeOffset="3">16709 6209 460 0,'0'0'41'0,"0"0"-33"0,0 0-8 0,0 0 0 16,0 0 184-16,0 0 36 0,0 0 6 0,0 0 2 16,5 7-154-16,-2 0-30 0,1 6-7 0,-2-3-1 15,-2-1 21-15,0 8 4 0,0-4 1 0,-2 11 0 16,2-4-18-16,-4 3-3 0,-1 6-1 0,0-1 0 16,0 2-9-16,0 0-3 0,-2 8 0 0,-1-4 0 15,2-1 6-15,-4 3 1 0,3 1 0 0,-3 0 0 16,1-4 1-16,-1 1 0 0,0-1 0 0,0-3 0 0,1-4-12 15,2 5-1-15,-3-8-1 0,6 3 0 0,-4-2-14 16,3-5-8-16,1-1 10 0,-1 2-10 0,5-3-9 0,-3 0-8 16,3-9-2-16,3 3-631 15,-1 3-126-15</inkml:trace>
  <inkml:trace contextRef="#ctx0" brushRef="#br0" timeOffset="4">19070 4606 57 0,'9'0'0'0,"-3"0"0"0,-6 0 0 0,4 0 0 15,1-5 0-15,-5 5 0 0,0 0 158 0,5 0 26 16,2-2 6-16,-7 2 1 0,-2-4-105 0,2 4-21 16,0 0-4-16,0 0-1 0,0-2 20 0,0 2 3 15,0 0 1-15,4-4 0 0,-4 4 0 0,0 0 0 16,0 0 0-16,0 0 0 0,5 0-46 0,-5 0-9 15,-2 0-1-15,-5 0-1 0,-1 0 8 0,6 4 1 16,2-4 1-16,-7 2 0 0,-6 2-22 0,7-2-5 16,6-2-1-16,-3 0 0 0,-7 7-9 0,6-7 10 15,4 0-10-15,-7 4 10 0,-1 3-10 0,-1 0 0 16,-4-1 0-16,9 1 8 0,2-1 0 0,-8-2-8 0,-5 7 12 16,4-2-4-16,1-3 8 0,-5 5 0 0,-1-2 1 15,-1 2 0-15,2 0-4 0,-2 1-1 0,1-1 0 16,-4 2 0-16,-1 1-12 0,1-2 0 0,-1 1 0 0,1-2 0 15,-4 2 14-15,1 0-3 0,1 0-1 0,0-2 0 16,-2 6-10-16,0-2 0 0,-5 1 0 0,3-1 0 16,2-2 0-16,2 2-11 0,-4-2 3 0,1 0 0 15,4 0 8-15,-1-2 0 0,1 2 0 0,-1 0 0 16,1 0 0-16,-1-2 11 0,3-2-3 0,-3 1 0 16,5 3-8-16,-2-2 0 0,-3 0 0 0,3-2 0 15,5 2 0-15,-3-3 0 0,0 3 0 0,2 0 0 16,-1-3 0-16,2 5-11 0,-1-2 11 0,-4-4-8 15,2 6 8-15,2-2 0 0,-1-1 8 0,-1-1-8 16,3 2 0-16,-1-2 0 0,0 2-10 0,1-5 10 16,2 5 0-16,0-3 8 0,3 3 0 0,1-5 1 0,-2 6-9 15,1-6 0-15,-3 1 0 0,0-1 0 0,3 1 0 0,-4 3-11 16,1-3 11-16,2-1-12 0,-1 1 12 0,1-1 8 16,0 1-8-16,1 0 11 0,-1-1-11 15,0 1-11-15,1-3 3 0,-1 2 0 0,1 1 8 16,-1-1 0-16,3 1-9 0,-3-1 9 0,3-2 0 0,-3 3 15 15,1 0-3-15,-1-3 0 0,1 3-12 0,1-1-16 16,-1 0 3-16,2-3 1 0,-5 3 12 0,2 5 0 16,0-5 0-16,1-2-9 0,-3 5 18 0,2-2 4 15,1-3 1-15,-1 3 0 0,0-1-14 0,0 1 0 16,5-1 0-16,1 1 0 0,-6-1-14 0,3 3-6 16,-2-3 0-16,1 1-1 0,1 0 21 0,0-1-9 15,-3-4 9-15,1 5 0 0,1-3-8 0,1 2 8 16,-3 1 0-16,4-3 0 0,-2 3-8 0,1-5 8 0,-3 4 0 15,3-2 0-15,0 3 0 0,0 0 0 0,-3-3 0 0,3-1 0 16,-1 3 0-16,-1 0 0 0,2-1 0 16,0-3 0-16,-3 6 0 0,2-6 0 0,2 5 0 0,-2-3 0 15,1-2 0-15,0 5 0 0,0-7 0 0,2 4 0 16,0-1 0-16,0 1 0 0,0 0 0 0,1-1 0 16,-1 1 0-16,3-2 0 0,-6 2 0 0,6-1 0 15,-5-3 0-15,2 4 0 0,0-2 0 0,-2-2 0 16,0 6 0-16,2-6 0 0,0 5 0 0,1-5 0 15,-4 6 0-15,5-6-10 0,1 4 10 0,-3-1-12 16,3-3 12-16,-3 0 16 0,-2 4-4 0,7-4-1 0,0 0-11 16,-3 0 10-16,-3 0-10 0,6 0 10 0,0 0 5 15,0 0 1-15,-6 0 0 0,6 0 0 0,0 0-16 0,0 0 0 16,0 0 0-16,0 0-10 0,0 0 10 0,0 0 0 16,-5 0 8-16,5 0-8 0,0 0 0 0,-4 2 0 15,-1-2 0-15,5 0 0 0,-5 0 0 0,5 0 0 16,-5 0 0-16,5 0 0 0,0 0 0 0,-4 0 0 15,-3-6 0-15,4 3 0 0,1-1 17 0,-1-2 3 16,3 1 0-16,0-3 0 0,0 1-1 0,0-3 0 16,3-1 0-16,-1 4 0 0,1-2-19 0,-3-2 0 15,5-1 8-15,-3 1-8 0,0 5 0 0,3-8-9 16,0 7 1-16,0-3 0 0,-3 1 8 0,0-2 14 16,-4-1-3-16,2 7-1 0,2-3-10 0,3-4 0 15,-3 6 0-15,4-5-11 0,-4 9 11 0,2-4 0 16,-1-1 0-16,-1 3 0 0,-2 4 0 0,3-7 0 15,-1 1 0-15,-2 6 8 0,0 0-8 0,0 0-13 0,0 0 3 16,0 0 1-16,0 0-3 0,0 0 0 0,0 6 0 0,-2 1 0 16,-3-1 0-16,2 1 0 0,-1 3 0 0,-1 1 0 15,5 3 3-15,-3-6 0 0,1 7 0 0,2-2 0 16,-3-4 9-16,1 8 0 0,0-3 0 0,0-2 0 16,-3 3 0-16,0-2 0 0,0 0 0 0,1 1 0 15,-1 3 0-15,2-4 0 0,-2 0 0 0,3 0 0 16,-3-7 8-16,3 5 0 0,-3-4 0 0,2 3 0 15,3-7-8-15,0-3 0 0,-2 6 0 0,2-6 0 16,0 0 0-16,0 4 0 0,0-4 10 0,2 2-10 16,-2-2 28-16,8 5 0 0,-1-5 0 0,0 2 0 15,3 2-15-15,-3-4-3 0,3 0-1 0,-1 0 0 0,3 0 5 16,0 0 1-16,2 0 0 0,1 0 0 0,-3 0-7 0,2 0 0 16,-2 0-8-16,1 0 12 0,-4 0-4 15,1 0-8-15,2 0 11 0,-2 0-11 0,-4 0 12 0,4 0-12 16,-3-4 12-16,0 2-12 0,-1 2 0 0,1-5 0 15,-3 5 0-15,1 0 0 16,0-2-104-16,2-2-25 0,-2 4-5 0</inkml:trace>
  <inkml:trace contextRef="#ctx0" brushRef="#br0" timeOffset="5">20702 4717 1072 0,'0'0'48'0,"0"0"9"0,0 0-45 0,0 0-12 0,0 0 0 0,0 0 0 16,0 0 16-16,0 2 2 0,0-2 0 0,5 6 0 16,0-2 26-16,0-4 4 0,2 7 2 0,0-7 0 15,-2 0-14-15,2 4-4 0,-2-2 0 0,2-2 0 16,2 5-20-16,-1-5-12 0,-1 2 12 0,0 2-12 15,-2-2 30-15,3 5-1 0,1-2 0 0,-1 1 0 16,-2 0-29-16,2 1 0 0,-1-1 0 0,2 1 0 16,-1-1 12-16,-1-2-4 0,3-1-8 0,-1 5 12 15,3-1-12-15,0 0 0 0,2 1 0 0,1-3-10 16,0 1 10-16,-1 1 9 0,0-1-1 0,-1 5-8 16,1-5 17-16,0 1-3 0,1-1-1 0,-3 1 0 0,2 0 0 15,0 3 0-15,1-3 0 0,-1-1 0 0,1 1-13 16,1-1 8-16,1 0-8 0,1 1 0 0,-4 0 9 0,2 4-9 15,1-5 8-15,0 5-8 0,0-3 12 0,0-1-2 16,-3 4-1-16,3 0 0 0,0-3 11 16,-1 3 1-16,-1 2 1 0,2-2 0 0,0-2-7 0,0 1-2 15,-1 4 0-15,1-3 0 0,2 1-5 0,-2 1 0 16,2-2-8-16,-2-2 12 0,0 2-12 0,3 0 8 16,-1-3-8-16,0 5 0 0,-2-2 16 0,2 2-4 15,-5-2 0-15,3 2 0 0,2 0-2 0,-4 0-1 16,0-2 0-16,-1 1 0 0,0 2-9 0,0-3 10 0,-1 2-10 15,1-1 10-15,-2 1-2 0,0-2 0 0,2 3 0 16,1-4 0-16,-3 3 0 0,2 0-8 0,1-2 12 16,-1 2-4-16,1 0-8 0,-3-2 0 0,4-2 0 0,1 1 0 15,-2 3 0-15,-1-2 0 0,-2-2 0 0,3 2 0 16,-1 0 0-16,0-3 0 0,1-1 0 0,-3 3 0 16,2 1 8-16,-2-2-8 0,1 2 0 0,-2-4 8 15,-1 5-8-15,2-1 10 0,-2-4-10 0,-1 1 10 16,1 1-10-16,-1 0 0 0,3-2 0 0,-2-1 8 15,0 0-8-15,-3-1 10 0,3 1-10 0,-1 0 10 16,1 1-1-16,-1-1 0 0,-1-1 0 0,1-3 0 16,1 5-1-16,-3-3-8 0,3 3 12 0,-3-7-4 15,0 6-8-15,1-2 0 0,1-1 9 0,-2 1-9 16,-4-2 20-16,1 4-1 0,1-6 0 0,3 5 0 16,-1 1-19-16,0 1 0 0,0-7 0 0,0 6 0 0,0-2 0 15,1-1 0-15,-1 3 8 0,3-1-8 0,-3-3 0 0,2 2 0 16,-4 3 0-16,2-3 0 0,1-2-9 0,-3 5-6 15,-1-3-1-15,3-2 0 0,-4 2 16 0,2-2 0 16,-1 3 0-16,-4-5 0 0,5 0 0 0,-5 0 13 16,5 6-4-16,0-2-1 0,-5-4 1 0,7 3 0 15,-2-3 0-15,0 6 0 0,-5-6-9 0,7 0 10 16,-7 0-10-16,7 5 10 0,-2-3-10 0,-5-2 0 16,7 0 0-16,-2 0 8 0,-5 0-8 0,7 5 0 15,-7-5 0-15,0 0 0 0,0 0 0 0,0 0 8 16,5 2-8-16,-5-2 0 0,0 0 8 0,0 0-8 0,0 0 8 15,0 0-8-15,0 0 24 0,0 0 0 0,0 0 0 16,0 0 0-16,0 0-11 0,0 0-2 0,0 0-1 0,0 0 0 16,4 0-10-16,-4 0 0 0,0 0 0 15,0 0 8-15,0 0 3 0,0 0 0 0,5 0 0 0,-5 0 0 16,0 0-11-16,0 0 12 0,0 0-12 0,0 0 12 16,0 0-12-16,0 0 0 0,3-7 9 0,-3 7-9 15,0 0 10-15,0 0-2 0,0 0-8 0,0 0 12 16,0 0-12-16,0 0 0 0,0 0 0 0,0 0 0 15,0 0 0-15,0 0 0 0,0 0 0 0,0 0 0 16,0 0 0-16,0 0 0 0,0 0 0 0,0 0 0 16,0 0 0-16,0 0 0 0,0 0 0 0,0 0 0 15,0 0 0-15,0 0 0 0,0 0 0 0,0 0 0 16,0 0 0-16,0 0 0 0,0 0 0 0,0 0 0 16,0 0 0-16,0 0 0 0,0 0 0 0,0 0 0 15,0 0 0-15,0 0 0 0,0 0 0 0,0 0 0 0,0 0 0 16,0 0 0-16,0 0 0 0,0 0 0 0,0-2 13 15,0 2 0-15,-3-5 0 0,3 5 0 0,0-6 7 0,0 3 0 16,-2-5 1-16,2 6 0 0,0-5-5 0,0 3 0 16,-3-2-1-16,3-1 0 0,0 1-15 0,-2-1 11 15,2 1-11-15,0-1 10 0,0 0-10 0,-2-3 0 16,0 3 9-16,2-4-9 0,0 5 0 0,-3-3 0 16,3 3 0-16,-2-5 8 0,-1 0-8 0,1 4 0 15,2-1 0-15,0-3 0 0,-3 5 0 0,3-5 0 16,-2 5 0-16,2-1 0 0,-2 0 0 0,2 0 0 15,-2 1 0-15,2 2 0 0,-3 2 0 0,3 2 0 0,-2-5 0 16,2 5 0-16,0 0 0 0,0 0-12 0,0 0 12 0,0 0-12 16,0 0 0-16,0 0-1 0,0 0 0 0,0 0 0 15,0 7 2-15,0 3 1 0,0-3 0 0,0 0 0 16,0 4 10-16,0-5-8 0,2 1 8 0,1 3-8 16,-1-3 8-16,0-1 0 0,-2 3 0 0,2-5-8 15,1 3 8-15,-3 0 0 0,2-1 0 0,1 1 0 16,-3-1 0-16,2 0 0 0,-2 1 0 0,3 1 0 15,-1-1 0-15,0-1 0 0,-2 1 0 0,0-5 0 16,2 5 0-16,-2 2 0 0,3-3 0 0,-1-4 0 16,1 5 0-16,-1-1-8 0,-2-6 8 0,5 6-8 15,-2-1-5-15,-1 1-1 0,-2-6 0 0,2 4 0 16,-2-4 3-16,0 0 1 0,0 0 0 0,3 7 0 16,-3-7 10-16,0 2 0 0,0-2 0 0,0 7 0 15,0-7 0-15,0 0 0 0,-3 7 0 0,1-3 0 0,2-4 0 0,-5 2 0 16,0 2 0-16,0-4 0 0,0 7 0 0,3-7 0 15,-5 4 0-15,2-2 8 0,0-2-8 16,1 7 0-16,-3-3 0 0,1-2 0 0,2 2 0 16,-3-2 0-16,-1 3 0 0,1-5 0 0,-2 7 0 0,1-7 8 15,-1 6-8-15,-3 1 8 0,0-3 3 0,0 3 1 16,-3-1 0-16,1 0 0 0,2-1 2 0,-2 1 1 16,-1 1 0-16,3-1 0 0,0-4-7 0,0 5-8 15,0 0 11-15,0-3-11 0,0 3 9 0,2-1-9 16,1-6 0-16,-1 6 9 0,3-1-9 0,2-3-12 15,0-2 2-15,1 0 1 16,4 0-115-16,0 0-22 0,0 0-5 0,0 0-541 16,0 0-108-16</inkml:trace>
  <inkml:trace contextRef="#ctx0" brushRef="#br0" timeOffset="6">22852 6236 57 0,'0'0'0'0,"0"0"0"0,0 0 0 0,0 0 0 15,0 0 137-15,0-7 23 0,-3 1 4 0,3 6 0 16,0-7-2-16,0 2-1 0,0 5 0 0,3-2 0 15,-3-4-25-15,0 6-4 0,2-5-2 0,-2 5 0 16,0 0-26-16,0 0-6 0,0 0-1 0,0 0 0 16,0 0-49-16,0 0-11 0,0 0-1 0,0 0-1 15,0 0-15-15,0 0-4 0,-2 7 0 0,-1-1 0 16,1 6-3-16,-3-1-1 0,-2-3 0 0,4 3 0 16,-4 2 1-16,2-3 0 0,1-1 0 0,-4 2 0 15,1 2-2-15,2-2-1 0,0-5 0 0,0 7 0 16,1-6-10-16,-1 4 0 0,3-2 9 0,-1-3-9 0,1 3 0 15,2-1 8-15,-3-3-8 0,1 1 0 0,2-6 0 16,0 2 0-16,0-2 0 0,2 7 8 0,-2-7-8 0,3 4 0 16,-3-4 0-16,0 0 8 0,5 6-8 0,-5-6 8 15,2 0-8-15,5 5 8 0,-2-3-8 0,0-2 11 16,2 0-11-16,0 0 12 0,1-2-12 0,-4 2 8 16,3-5-8-16,3 5 8 0,-3-4-8 0,3 2 0 15,-1 2 0-15,1-4 0 0,-1 4 0 0,4-3-12 16,-4-1 4-16,4 4 8 15,-4-2-36-15,1 2 0 0,-1-4 0 0,1 2 0 16,-6 2-128-16,1 0-24 0,0 0-6 0</inkml:trace>
  <inkml:trace contextRef="#ctx0" brushRef="#br0" timeOffset="7">23046 6179 1209 0,'0'0'53'0,"0"0"12"16,0 0-52-16,-2 7-13 0,-3-7 0 0,2 6 0 15,-1-2 120-15,2 5 22 0,-3-3 4 0,2 6 1 0,-4 1-79 0,2 0-15 16,0 4-3-16,-2-5-1 0,-2 6-9 15,1 2-1-15,1 3-1 0,-3-3 0 0,3 4-12 0,-2-1-2 16,-1 2-1-16,0 1 0 0,1-3 3 0,-1 4 1 16,-2-2 0-16,2 3 0 0,1-1-3 0,2-4-1 15,-1 1 0-15,4-4 0 0,-3 3-11 0,4-8-3 16,-2 3 0-16,1 0 0 0,-1-1-17 16,2-5-4-16,1-3-1 0,-1 2 0 15,1-4-153-15,2 0-30 0,-5 3-7 0,5-10-1 16</inkml:trace>
  <inkml:trace contextRef="#ctx0" brushRef="#br0" timeOffset="8">23231 6314 1566 0,'0'0'34'0,"0"0"7"0,5-5 2 0,3-1 1 0,-4 4-35 0,3-3-9 0,1-1 0 0,1 1 0 16,-1 3 57-16,-3-3 10 0,9-1 1 0,-5 0 1 15,1-1-22-15,-3 1-5 0,8 2-1 0,-6-3 0 16,1 5-13-16,-3-4-2 0,5 1-1 0,-3-1 0 15,1 6 5-15,-3 0 1 0,-5-3 0 0,6 3 0 0,-8 0-4 0,5 3-1 16,-3-3 0-16,-2 0 0 0,5 6-13 0,-5-1-2 16,2 3-1-16,1-4 0 0,-3 5-2 0,0 2 0 15,5-1 0-15,-3 4 0 0,-2-1-8 0,3 4 0 16,-3-4 0-16,0 6 0 0,0-1 0 0,0 1 0 16,-3-2 0-16,1 3 0 0,4-2 16 0,-4 1 2 15,-1-2 0-15,-4 3 0 0,2 0-8 0,-2-3-2 16,-1 2 0-16,-1-1 0 0,-3 1 10 0,3-6 2 15,-1 4 0-15,-2-4 0 0,0 5-20 0,2-5 0 16,3 0-11-16,-3-3 11 0,1 3 0 0,2-6 0 16,-7 4 0-16,9-4 0 0,-5-1 0 0,0 0 0 15,3-6 0-15,-2 5 0 0,-2-3 0 0,5-2 8 16,-4-7-8-16,3 7 0 0,0-6 0 0,-1 2 0 0,1-5 0 16,0-2 0-1,2 2-23-15,0-2-10 0,3 1-3 0,2-3 0 0,-2 6 24 0,-3 1 12 0,5-5-12 0,0 9 12 16,0-5-9-16,0 7 9 0,0 0 0 0,0 0-9 15,9-4 9-15,-4 4 0 0,0 0 0 16,2 4 0-16,0-4 0 0,1 2 0 0,1 3 0 0,1-3 0 16,1 2 12-16,0 3 5 0,3-1 1 0,-2 1 0 15,0-3 14-15,0-2 4 0,2 5 0 0,1-1 0 16,2 0-7-16,-3 5-1 0,-2-4 0 0,7 0 0 16,-2 4-5-16,-5-5-2 0,0 5 0 0,-2-3 0 15,1 3-2-15,0-5-1 0,-2 8 0 0,1-7 0 16,-4-1-18-16,-1 5 0 0,8-5 0 0,-9 0 0 0,4 1 0 15,-3-1 0-15,-1 1 0 0,1-1 0 16,-3-1-89-16,6-3-22 0,-1 3-4 16,-5-5-633-16,6 4-128 0</inkml:trace>
  <inkml:trace contextRef="#ctx0" brushRef="#br0" timeOffset="9">23996 7321 0 0,'0'0'0'0,"0"0"0"15,0 0 0-15,0 0 0 0,0 4 151 0,0-4-31 16,0 0 25-16,-5 0 5 0,0 0-54 0,5 0-12 16,0 0-1-16,0 0-1 0,0 0 13 0,0 0 2 15,0 0 1-15,0 0 0 0,0 0-22 0,0 0-4 16,0 0 0-16,0 0-1 0,0-4-17 0,0 4-3 15,0 0-1-15,0 0 0 0,0 0-22 0,0 0-5 16,0 0-1-16,0 0 0 0,0 0 0 0,0 0 0 16,0 0 0-16,0 0 0 0,0 0 3 0,-2 6 1 15,2-6 0-15,-5 5 0 0,5-5-3 0,0 6-1 0,0 1 0 16,0-7 0-16,0 0 3 0,7 7 1 0,-5-1 0 0,1 1 0 16,2-1-2-16,-5 2-1 0,9-5 0 0,-4 3 0 15,-3 0-8-15,6 1-2 0,1 4 0 0,-1-4 0 16,-3-1 7-16,-1 5 0 0,3-2 1 0,1-3 0 15,-4 2-21-15,4 1-12 0,-3 2 2 0,2-2 0 16,0-2 10-16,0 3 12 0,0 1-2 0,1-2-1 16,1 6-1-16,1-6 0 0,-1 4 0 0,4-2 0 15,-2 1-8-15,-1-1 12 0,5-2-12 0,-6 6 12 16,3-6-1-16,0 4 0 0,1 0 0 0,-4-3 0 16,3 3-3-16,-5-1-8 0,3-1 12 0,-3-3-4 15,5 5 4-15,-3-2 0 0,-6-5 0 0,7 7 0 16,-3-2 3-16,3 2 1 0,-4-6 0 0,2 3 0 15,1-1-16-15,-1 2 9 0,1 2-9 0,-2-6 8 0,1 6-8 16,1-3 0-16,4 1 0 0,-4-2 8 0,1 1-8 0,-1-1 0 16,3 2 0-16,0 0 0 0,-2-2 0 0,2 6 0 15,0-7 9-15,-5 5-9 0,7-1 11 0,-4-2-3 16,-3-1 0-16,3 4 0 0,-1-3-8 0,-1-3 0 16,-1 6 0-16,3-6-11 0,-3 4 11 0,2-1 11 15,-1-1-3-15,-1-3 0 0,-3 5-8 0,4 0 12 16,-3-2-12-16,7 2 12 0,-7-5-12 0,1 5 0 15,4-2 0-15,-2 1 8 0,1-1 0 0,-1 2 0 16,-2-4 0-16,4 4 0 0,-3-3-8 0,3-2 8 0,-3 5-8 16,-2-4 8-16,2 4-8 0,-2-5 0 0,2 1 9 15,-2-1-9-15,0 1 0 0,0 4 0 0,2-5 0 16,-5-4 8-16,6 4-8 0,-6-1 0 0,5 1 8 0,-2 1-8 16,-2 0 0-16,1-3 8 0,1-2-8 0,2 5 0 15,-2-3 9-15,0 2-9 0,-5-6 12 0,7 7-12 16,1-3 15-16,-4-2-4 0,-2 3-1 0,1-3 0 15,4 2-10-15,-2-2 0 0,-1 2-10 0,4 3 10 16,-1-3 0-16,-2-1 0 0,0 3 0 0,0-1 10 16,2-3-10-16,-3 4 0 0,-4-1 0 0,0-5 0 15,5 2 0-15,-2 2 0 0,4-2 0 0,-5 3 0 16,3 1 0-16,-2-6 13 0,-3 0-3 0,5 6-1 16,-3-1-9-16,-2-5 0 0,0 0 0 0,0 2 8 15,7 4-8-15,-5-1 0 0,-2-5 0 0,0 2 0 16,0-2 0-16,8 4 0 0,-8 3 0 0,0-7 0 0,0 0 0 15,0 0 0-15,7 0 0 0,-5 7 0 0,0-3 0 16,-2-4 0-16,0 0 0 0,0 0 0 0,6 2 0 16,-6-2 0-16,0 0 11 0,0 0-11 0,7 4 0 0,-7-2 8 15,0-2-8-15,0 0 0 0,0 0 0 0,0 0 0 16,0 0 0-16,0 0 0 0,0 0 0 0,0 0 0 16,0 0 0-16,4 5 0 0,-4-5 0 0,0 0 0 15,0 0 0-15,0 0 0 0,0 0 8 0,0 0-8 16,0 0 11-16,0 0-11 0,3 2 15 0,-3-2-4 15,0 0-1-15,0 0 0 0,0 0-2 0,0 0 0 16,0 0 0-16,0 0 0 0,0 0-8 0,0 0 0 16,2 0 0-16,-2 0-11 0,0 0 35 0,0 0 6 0,0 0 2 15,8-7 0-15,-8 1-32 0,4 0 0 16,-2-1 0-16,-2 0 0 0,5 1 16 0,-5-1-4 0,0-4 0 0,3 5 0 16,0-7-12-16,-3 7 0 0,0-7 0 15,0 2 0-15,4 0 8 0,-4-2-8 0,2 4 0 0,-2-6 9 16,0 2-9-16,0 4 8 0,0-4-8 0,0-2 8 15,0 7-8-15,-2-3 0 0,2-2 0 0,0 2 0 16,-4 4 0-16,4 1 0 0,0-3 0 0,0 0 0 16,0 3 0-16,0 0 0 0,-3 4 0 0,0-3 0 15,6-1 0-15,-3-1 0 0,-3 3 0 0,3 4 0 16,0 0 0-16,0 0 0 0,0 0-11 0,0-3 11 16,-2-1 0-16,2 4-8 0,0 0 8 0,0 0 0 15,0 0 0-15,0 0-8 0,0 0 8 0,0 0 0 16,0 0-8-16,0 0 8 0,0 0-8 0,0 0 8 0,0 0-10 15,0 0 10-15,0 4-12 0,-3 3 12 0,1 0-11 16,2-7 11-16,0 6-10 0,0 1 10 0,-4-1-10 16,4 0 10-16,4-1-10 0,-4 1 10 0,2 1-8 0,-2-1 8 15,3 1 0-15,-1-1-9 0,1 1 17 0,0 2 3 16,-3-3 1-16,0 1 0 0,6 1-12 0,-6-4 0 16,5 3 0-16,-2 4 0 0,-1-5-11 0,3 1-4 15,-2 2-1-15,1-5 0 0,-2 2 16 0,1 1 0 16,2-1 0-16,-3-1 0 0,-2 1 0 0,0 0 0 15,0 1 0-15,5-3 0 0,-5 3 10 0,2 0 5 16,-2-1 1-16,0 1 0 0,5-5-26 0,-5 2-5 16,0 3-1-16,0-3 0 0,0-4 26 0,0 6 5 15,0 1 1-15,0-5 0 0,3 4-16 0,-3-6-18 16,2 5 4-16,-2 1 1 0,0-1 21 0,0-5 4 0,0 2 0 16,0-2 1-16,0 7-13 0,0-3 0 0,0 2 0 0,0-4 0 15,0 5-11-15,-2-3-1 0,2-4-1 0,0 7 0 16,-3-1 21-16,3 0 5 0,-5 1 1 0,5 0 0 15,-2-3-23-15,-3 3-5 0,5-3-1 0,-2-2 0 16,-3 5 24-16,5-3 5 0,-3-2 1 0,-3 4 0 16,3-6-15-16,-4 7-18 0,-1-7 4 0,2 4 1 15,0 3 13-15,1-7 0 0,-4 6 0 0,2-1 0 16,0-3 15-16,-3 2-4 0,-4-1-1 0,4 1 0 16,3-2-10-16,-3 2 0 0,1-1 0 0,-4 1 0 15,4 0 0-15,2-2 0 0,-3 3 0 0,3-3 0 16,-3-2 0-16,3 4 0 0,0-2 0 0,0-2 0 15,2 6 0-15,0-6 0 0,-2 5 0 0,5-3 0 16,-6-2 0-16,8 0 0 0,-7 0 0 0,7 0 0 0,0 4-26 0,0-4 2 16,0 0 1-16,0 0 0 15,0 0-70-15,0 0-15 0,0 0-2 0,0 0-669 16,0 0-133-16</inkml:trace>
  <inkml:trace contextRef="#ctx0" brushRef="#br0" timeOffset="10">25123 9005 403 0,'0'0'17'16,"0"0"5"-16,0 0-22 0,0 0 0 0,0 0 0 0,0 0 0 0,0 0 198 0,0-7 35 15,-7 5 7-15,7 2 2 0,0 0-178 0,0 0-36 16,-2 2-8-16,-3-2 0 0,-5 4-8 0,8-1-2 16,-3-3 0-16,-2 6 0 0,-3-1 27 0,3 1 6 15,2 1 1-15,0 3 0 0,-2-3 16 0,-3-1 4 16,1 7 1-16,-1-2 0 0,3 3-33 0,-3-2-6 15,-1 1-2-15,1 4 0 0,1 1-16 0,-2-3-8 16,0 2 8-16,-2 3-8 0,2-3 20 0,-1 7 0 16,-1-5-1-16,2 1 0 0,-2 4 1 0,4-5 0 15,-1 3 0-15,3-7 0 0,0 7-8 0,2-3-2 16,1-1 0-16,1 2 0 0,-2-5-10 0,2 2-14 0,6 0 3 16,-3 3 1-16,0-3 10 0,0 0 0 15,5-2 0-15,0 3 0 0,-1-1 0 0,-1-4 0 16,4 0 0-16,2 0 0 0,-1 0 0 0,-1-2 0 0,0 2 0 0,1-2 0 15,-6-5 0-15,5 0 0 0,-5 1 0 0,6 0 0 16,4 0 0-16,-2-7 0 0,-1 4 0 0,-2-2 0 16,3-2 0-16,0-2 9 0,6 2-9 0,-2-4 0 15,-3 1 0-15,5-1 0 0,-2-3 0 0,1 0 0 16,-3 1 0-16,5 0 0 0,-5-1-10 0,0-3 10 16,2 3-12-16,-4-4 12 0,5 5-12 0,-6-3 12 15,1-2 0-15,-3 4 12 0,0-3 0 0,3 3 0 16,-6 1-4-16,-1 0 0 0,-3-8 0 0,0 8 0 15,0-5 13-15,0 2 3 0,0-2 0 0,0 1 0 16,-3 1 6-16,-1-2 2 0,-1 5 0 0,0-6 0 0,-2 10-20 16,0-4-4-16,-3 2-8 0,1 2 12 0,-2-3-12 0,0 3 11 15,1 2-11-15,-7 0 10 0,10 0-10 16,-10 0 0-16,8 2 0 0,-6-2 0 0,-1 7 9 16,3-3-9-16,-1-2 10 0,0 4-10 0,-3-1 0 0,7 2 8 15,-4-1-8-15,6 1 0 0,-3-1 0 0,-2 1 0 16,4-1 0-16,-1 5 0 0,3-5 0 0,0 1 0 15,2-1 0-15,0-1 0 0,-2-3-20 0,7 2 2 16,0 3 1-16,-3-3 0 16,3-4-40-16,0 0-8 0,0 0-2 0,3 3-561 15,-3-3-112-15</inkml:trace>
  <inkml:trace contextRef="#ctx0" brushRef="#br0" timeOffset="11">25539 9096 1908 0,'0'0'84'0,"0"0"18"16,0 0-82-16,0 0-20 0,0 0 0 0,0 0 0 0,0 0-13 0,0 0-7 15,-4 0-2-15,4 0 0 0,0 0 10 0,0 0 3 16,-5 0 0-16,-1 4 0 0,6-4 9 16,0 0 0-16,0 0 0 0,0 2 0 0,0-2 0 0,-6 7 0 15,6-7 0-15,-3 6 0 0,-4-1 27 0,7-3 7 16,-3 4 2-16,-1-2 0 0,-3 7 9 0,4-2 3 15,-4-2 0-15,0-1 0 0,4 5-27 0,-4 2-5 16,0-2 0-16,5-3-1 0,-3 3-15 0,0 0 11 16,0-2-11-16,3-3 10 0,-3 1-10 0,5 3 0 15,0-3 0-15,-3-1 0 0,3 1 0 0,0-7 8 16,0 0-8-16,0 0 0 0,3 4 0 0,-3-4 8 16,0 0-8-16,0 3 0 0,0-3 8 0,0 0-8 15,0 0 0-15,5 4 8 0,-3 3-8 0,-2-7 0 0,0 0 0 16,5 4 0-16,-5-4 0 0,0 0 0 0,0 0 0 15,5 6 0-15,-5-6 15 0,0 3-3 0,0-3 0 16,7 4 0-16,0-4-12 0,0 2 11 0,-4-2-11 0,4 0 10 16,3 0 0-16,-3 0 0 0,0 0 0 0,0 0 0 15,2-2-10-15,-1 2 0 0,2 2 0 0,-3-2 0 16,3 0 0-16,1 4 0 0,1-4 0 0,-4 2 0 16,1 3 0-16,3-3 0 0,-7 6 0 0,2-1 0 15,1-1 0-15,-1 1 0 0,-5 0 0 0,3-1 0 16,-3 5 0-16,-2-2 0 0,5-3 0 0,-5 5 0 15,-5 0 0-15,5-2 0 0,5-3 0 0,-2 5 0 16,-1-5 0-16,-2 5 8 0,0-2-8 0,0 1 0 16,5-3 8-16,-5 0-8 0,-5-1 8 0,3 1-8 15,-1 4 12-15,-2-5-4 0,3 0 0 0,-5 5 0 0,0-4 1 16,-1-1 0-16,-1 1 0 0,-1-1 0 0,-4 1-9 16,4 0 8-16,-5-1-8 0,6 0 8 0,-5-1-8 0,-4-3 0 15,9 4 0-15,-5-2 0 0,2-1-10 0,-3 1-4 16,1-4-1-16,-3 0 0 15,2-4-17-15,6 1-4 0,-8 3-1 0,5-6 0 16,0 0-115-16,2-5-22 0,-4 5-5 0</inkml:trace>
  <inkml:trace contextRef="#ctx0" brushRef="#br0" timeOffset="12">25482 9143 2106 0,'0'0'93'0,"0"0"19"0,0 0-89 0,0 0-23 0,0 0 0 0,0 0 0 15,2 0 25-15,8-4 1 0,-3 4 0 0,0 0 0 16,9 0 10-16,-5-5 1 0,5 3 1 0,3-2 0 15,1 2-14-15,1-2-2 0,1-3-1 0,2 5 0 16,0-2-1-16,0 2-1 0,0-3 0 0,-7-1 0 16,0 6-35-16,4-4-8 0,-4 2 0 0,-5-3-1 15,3 5-24-15,-1 0-5 16,-4-2-1-16,4 2-620 0,-4-5-124 0</inkml:trace>
  <inkml:trace contextRef="#ctx0" brushRef="#br0" timeOffset="13">22608 7302 633 0,'0'0'28'0,"0"0"6"0,0 0-34 16,0 0 0-16,0 0 0 0,5 0 0 0,-2-3 124 0,2-1 17 15,-3 4 4-15,3-4 1 0,-3 2-94 0,3 2-20 16,0-5-3-16,-5 5-1 0,0 0 1 0,0 0 0 15,5 0 0-15,-5 0 0 0,0 0-6 0,2-2-2 16,3-2 0-16,-5 4 0 0,0 0 17 0,0 0 3 16,0 0 1-16,0 0 0 0,-5 6-19 0,1-1-4 15,-4 1-1-15,3 1 0 0,-2-1-6 0,2 7 0 16,-2-2-1-16,0 0 0 0,0-2-3 0,-3 4-8 16,3-3 12-16,-3 3-4 0,1-2 7 0,-1 2 1 15,0 0 0-15,0 4 0 0,1-4-2 0,-3 7 0 16,0-2 0-16,-2 1 0 0,-1 0-14 0,0 3 8 15,1-2-8-15,-2-1 0 0,-1 5 8 0,2 0-8 0,-2-1 0 16,0-1 0-16,3 2 0 0,0 0 0 16,-3 6 0-16,2-4 0 0,-2 4 0 0,3-3 0 0,0 0 0 0,-1 0 0 15,-2 3 0-15,6 0 0 0,-4-4 0 0,3 4 0 16,-2 1 8-16,2-5-8 0,-1 4 0 0,2-6 0 16,-1 2 0-16,-1 3 0 0,2-8 0 0,1 3 0 15,-2 0 0-15,0 0 8 0,2-5-8 0,1 5 0 16,-1-5 8-16,0 5-8 0,-2 0 11 0,5-2-11 15,-2-5 11-15,1 2-11 0,4 3 10 0,-1-2-10 16,-5-1 8-16,1 1-8 0,4 2 0 0,-3-8 9 16,4 4-9-16,-6 2 0 0,3-7 0 0,2 4 0 15,0-5 0-15,0 1 0 0,1 5 0 0,-1-7 8 16,0 2-8-16,3-2 0 0,-1-3 0 0,-1 3 0 16,-1-4 0-16,2 6 0 0,1-7 0 0,-1 1 0 15,-2-1 0-15,3-1 0 0,0 1 0 0,0 0 8 0,-1 1 2 16,1-1 0-16,-1 1 0 0,1 0 0 0,-1-3 10 0,1-4 3 15,2 0 0-15,-2 7 0 0,-1-7-11 0,3 0-1 16,-5 6-1-16,5-6 0 0,0 0-2 0,0 0 0 16,0 0 0-16,-2 4 0 0,2-4-8 0,0 0 0 15,0 0 9-15,0 0-9 0,0 0 0 0,0 0 8 16,0 0-8-16,0 0 0 0,0 0 12 0,0 0-1 16,-3 2-1-16,3-2 0 0,-4 0 17 0,4 0 3 15,0 0 1-15,-2-2 0 0,-1-2-9 0,3 4-2 16,0-6 0-16,0 1 0 0,0-1-4 0,0-1 0 15,0 0-1-15,0 1 0 0,0-1-3 0,0 1-1 16,0 0 0-16,-2-1 0 0,-1-4 1 0,3 5 1 0,-2-1 0 16,2-4 0-16,-3 5-2 0,1-1-1 0,2 1 0 15,-3-3 0-15,1 5 0 0,-3-3 0 0,3 1 0 0,-3-5 0 16,0 5-10-16,3-1 0 0,-3 0 9 0,0 3-9 16,3-5 0-16,-3 3 9 0,3-5-9 0,-3 5 0 15,2-5 9-15,3 5-9 0,-2-1 0 0,2 0 9 16,0-4-9-16,0 5 0 0,0-1 0 0,0 5 0 15,0-4 0-15,2 0 0 0,-2-1 0 0,3 3 0 16,-3 4 0-16,0 0-9 0,0 0 9 0,0 0 0 16,0 0-11-16,0 0 11 0,0 0-10 0,0 0 10 15,0 0-8-15,0 0 8 0,0 0 0 0,5 4-9 16,-3 3 9-16,3-1-8 0,-3 0 8 0,3 3-8 16,-2-3 8-16,-3 5-12 0,2 3 12 0,0-4-12 0,3 3 12 15,-3 0-12-15,-2 0 12 0,3 2-12 0,-1-6 12 16,1 4 0-16,1-2 0 0,-1 2 0 0,2-3 0 15,-3-1 0-15,3 2 0 0,0-4 0 0,-1-1 0 16,-1 1 9-16,2-1 0 0,0-1 0 0,-1 1-9 0,1 0-11 16,3-1 3-16,-4-3 0 0,1 2 8 0,0-2 0 15,2-2 0-15,0 0 8 0,3 0 1 0,-1-2 1 16,1-2 0-16,-1 2 0 0,2-5 8 0,0-1 2 16,2 1 0-16,-2 1 0 0,4-3 9 0,1-2 3 15,1-2 0-15,1 2 0 0,-4-2-32 0,3 0-13 16,2 1 1-16,-3-2 0 0,-1-1 12 0,2 2 0 15,-2 0 0-15,-1 3 0 16,2 1-27-16,-1-2-2 0,-3-2-1 0,2 2 0 16,1 4-123-16,-1-1-25 0,1-3-5 0</inkml:trace>
  <inkml:trace contextRef="#ctx0" brushRef="#br0" timeOffset="14">21392 9293 57 0,'0'0'0'0,"0"0"0"0,0 0 0 0,0 0 0 15,0 0 245-15,0 0 44 0,0 0 9 0,0 0 2 16,0 0-213-16,0 0-43 0,-2-4-8 0,2 4-1 0,0 0 6 0,2-7 2 15,-2 7 0-15,0-2 0 0,0-3 4 0,3-1 1 16,-3 6 0-16,0-2 0 0,2-3-7 0,1-1-1 16,-1 0 0-16,0 1 0 0,3-1 4 0,0 0 0 15,0 3 0-15,-1-3 0 0,1-3-22 0,3 2-4 16,-1 1-1-16,0-1 0 0,3 1-4 0,-3-1-1 16,3 1 0-16,1 0 0 0,1 1 4 0,1-1 0 15,-2-1 0-15,4 7 0 0,2-2-16 0,-3-3 9 16,-5 5-9-16,4-2 8 0,-4-2-8 0,-1 4 0 15,1 0 0-15,-2 4-11 0,1-2 11 0,-4 3 0 16,4-3 0-16,-3 5 0 0,-1-3 0 0,-2-2 0 16,3 5 0-16,0-3 0 0,-5 2 0 0,3 1 0 0,-1 4 0 15,1-3 0-15,-6-1 0 0,1 4-8 16,2 2 8-16,-3-2 0 0,1 1 0 0,-1 6 0 0,-2-5 0 16,1 0 8-16,2 4-8 0,-3-4 0 0,-3 4 0 0,1-1 0 15,-5 1 0-15,3-4 0 0,-1 4 0 0,-2-3 0 31,0-1-24-31,-3 4-4 0,4-4 0 0,-4-1 0 0,3 0 13 0,-2 1 3 0,-1-2 0 0,1-5 0 16,-1 0 12-16,3 1-11 0,-2 4 11 0,2-9-10 16,2 4 10-16,-2-1 0 0,3-3 0 0,-1 2 0 15,1-4 0-15,-1 0 0 0,5 0 0 0,-2 0 0 16,4-4 11-16,3 4-3 0,-5 0 0 0,5 0 0 16,0 0-8-16,0 0 0 0,0-7 0 0,0 7 0 15,5-2-12-15,-2-2 12 0,4-3-10 0,0 7 10 16,1-2 0-16,1-2 0 0,-2 4 13 0,5-4-4 15,0 1 6-15,0 3 1 0,0 0 0 0,0 0 0 16,3 0-8-16,-1 3-8 0,3 1 11 0,-2 2-11 0,-1-1 15 16,0-3-4-16,1 4-1 0,-1 1 0 0,0-3 2 0,1 7 0 15,0-4 0-15,-1-1 0 0,0 3-4 0,-2-3 0 16,0 5 0-16,0-5 0 0,1 5-8 0,-4-2 8 16,3-2-8-16,-2 4 8 0,-3-5-19 0,0-2-4 15,3-2-1-15,-3 5 0 16,-3-7-100-16,1 4-20 0,3-2-4 0,-8-2-639 0</inkml:trace>
  <inkml:trace contextRef="#ctx0" brushRef="#br0" timeOffset="15">22012 9262 1753 0,'-5'-12'77'0,"5"7"17"15,-2 5-75-15,2 0-19 0,0-6 0 0,2 0 0 0,1 3 32 16,2-3 4-16,-3 1 0 0,5-1 0 0,1 1-36 0,-1-1 0 16,2-1 0-16,1 1 0 0,0-1-9 0,0 1 9 15,1 0-8-15,-1 1 8 0,2-1 0 0,0 4-8 16,-2-5 8-16,1 2 0 0,0-1 0 0,-2 6 0 16,1-5 0-16,-1 3 11 0,1 2 4 0,-3 0 1 15,3 0 0-15,-3 2 0 0,0 3-4 0,0-1-1 16,0-2 0-16,1-2 0 0,-1 7-11 0,0 0 0 15,-2-1 0-15,2 1 0 0,-2 3 0 0,-3 3 0 16,3-2 0-16,-2 2 0 0,-1 5 0 0,-2-5 0 16,0 6 0-16,-2 1 0 0,-1-3 0 0,-2 2 0 15,1-2 0-15,-1 3 0 0,-3 2 0 0,1-3 0 16,0-1-12-16,0-3 12 0,-3 2-16 0,3 3 5 16,-2-8 1-16,-1 6 0 0,0-5 10 0,-2 0-8 15,0-2 8-15,2 2-8 0,-2-7 8 0,3 5 0 0,-1-4 0 16,-1 0 0-16,0-3 11 0,0-2-3 0,1 2 0 0,3-4 0 15,-5 0-8-15,5 0 0 0,-1 0 0 0,1 0 0 16,0-4 0-16,0 4 0 0,-1-2 0 0,1-2 0 16,2-3-17-16,0 0-6 0,-1 3-1 0,1 2 0 15,2-3 6-15,-2 3 1 0,3-2 0 0,-2-3 0 16,1 7 17-16,3 0 0 0,0 0 8 0,0 0-8 16,0 0 21-16,0 0-1 0,0 0-1 0,7 0 0 15,3 7 11-15,1-7 2 0,2 0 1 0,1 4 0 16,3-2-1-16,0-2 0 0,-1 5 0 0,1-3 0 15,3 2-15-15,-1 3-3 0,-2-3-1 0,0-1 0 16,-1 3 10-16,4 0 1 0,-6 1 1 0,3-1 0 0,-3 1-9 16,1 3-3-16,2-3 0 0,-3 0 0 0,-2 4-13 0,0-5 11 15,-2 1-11-15,2 3 10 0,-3-1-10 0,1-3-9 16,-1-2 9-16,1 3-13 16,-3 0-120-16,3 0-24 0</inkml:trace>
  <inkml:trace contextRef="#ctx0" brushRef="#br0" timeOffset="16">21296 10027 1234 0,'0'0'55'0,"0"0"11"0,-2 0-53 0,2 0-13 0,0 0 0 0,0 0 0 16,0 0 25-16,0 0 3 0,0 0 0 0,-3 0 0 31,3 0-49-31,0 0-10 0,0 0-1 0,-2 0-1 0,-1 5 25 0,1-3 8 0,0 2 0 0,-1-2 0 15,1 3 0-15,-1 1 0 0,-2 1 0 0,3 0 0 16,0-1 18-16,-3 5 4 0,0-3 1 0,-2 3 0 16,0 2-7-16,2 0-2 0,-5 3 0 0,3-1 0 15,0 2 12-15,-2 2 2 0,-2-1 1 0,2 1 0 16,-1 0-2-16,1 6-1 0,-1-2 0 0,1 1 0 16,-1-4-4-16,1 6-1 0,1-3 0 0,-1-3 0 0,-1 4-4 15,1 4-1-15,-1-2 0 0,0 0 0 0,0 4-5 16,1 1-2-16,-3-1 0 0,3 1 0 0,-2 1-9 15,0-1 0-15,-2-2 0 0,-1 4 0 0,2-3 0 0,0-6 0 16,-2 7 0-16,-1-1 8 0,1-4-8 0,-1 0 0 16,3 2 0-16,1-4 0 0,-2-2 16 0,1 1 2 15,0 2 0-15,3-6 0 0,-1 4 1 0,0-3 0 16,1-7 0-16,-1 4 0 0,0-4-9 0,4 5-2 16,-2-5 0-16,1 0 0 0,2 4 7 0,-2-4 1 15,0 0 0-15,0-2 0 0,2 2-3 0,-2 0 0 16,-1 0 0-16,3 2 0 0,0-2 3 0,1 0 1 15,-3 0 0-15,2-2 0 0,0-3-17 0,0 3-12 16,0 1 1-16,3-4 1 0,-3-1-3 0,3-1-1 0,0 3 0 16,-1-3 0-16,1-4-7 0,-1 5-2 0,1-3 0 15,2-2 0 1,-3 5-31-16,3-7-6 0,0 0-2 0,-2 0 0 16,2 0-22-16,-5 4-4 0,5-4 0 0,0 0-1 15,0 0-56-15,0 7-11 0</inkml:trace>
  <inkml:trace contextRef="#ctx0" brushRef="#br0" timeOffset="17">20589 11477 518 0,'0'0'46'0,"0"0"-37"16,0 0-9-16,0 0 0 0,0 0 128 0,2-6 24 16,1 6 5-16,2-7 1 0,-5 7-97 0,0 0-19 15,3-2-4-15,-3 2-1 0,0 0 7 0,0 0 2 16,4-4 0-16,-4 4 0 0,0-7 2 0,2 3 1 15,-2-3 0-15,0 5 0 0,0-2 6 0,0-3 1 16,0 1 0-16,-2-1 0 0,2 3-10 0,-2-2-2 16,0-1 0-16,-1 1 0 0,1-8-3 0,-1 8-1 0,0-5 0 0,-1-2 0 15,2 0-4-15,-3 3 0 0,0-4-1 16,2 1 0-16,1 2-18 0,0-2-3 0,-1 1-1 0,1 1 0 16,2 2-13-16,-2-2 8 0,-1 4-8 0,1-3 0 15,-1 3 0-15,0 1 0 0,3-1 0 0,-2 5 0 16,2-2 0-16,-2-2 0 0,2 6 0 0,0-5 0 15,2 3 0-15,-2 2 0 0,0 0 0 0,0 0-10 16,0 0 10-16,0 0-12 0,0 0 12 0,0 0-12 16,0 0 4-16,0 0 0 0,5 7 0 0,-2-1 0 15,2 0 0-15,-3 1 0 0,3-1 0 0,-3 5 0 16,-2 2 8-16,2 0-10 0,-2 5 10 0,0-1-10 16,-2-2 10-16,2 7-10 0,-2-3 10 0,-1 1-10 15,1 3 10-15,0-3 0 0,-3 4 0 0,-1-5 0 0,4 3-8 16,-2-2 8-16,1-8-8 0,-2 8 8 0,3-7 0 15,-3 2 0-15,3-2 0 0,0-4 0 0,-1 1 0 16,1-3 0-16,2 0 0 0,0-1 0 0,0-6 13 0,0 0 2 16,5 7 0-16,-1-7 0 0,3 0 5 0,3-2 2 15,0-3 0-15,-1-1 0 0,3-1-2 0,2 0 0 16,1-3 0-16,0 1 0 0,-1-2-5 0,3-1-2 16,2-6 0-16,0 5 0 0,3-4 1 0,-3 2 0 15,3-3 0-15,0 1 0 0,2 4-14 0,-3 2 0 16,-2 3 0-16,-2-3 0 0,3 2-9 0,-4-2-5 15,-1 4-1-15,-1-3 0 16,0 3-35-16,-4 5-7 0,0-2-2 0,-3-3 0 16,3 7-130-16,-4-4-27 0,-6 4-4 0,0 0-2 0</inkml:trace>
  <inkml:trace contextRef="#ctx0" brushRef="#br0" timeOffset="18">20251 12229 979 0,'0'0'87'0,"0"0"-70"16,-3 0-17-16,0 0 0 0,3 0 164 0,-2 0 28 16,-1 0 7-16,-1 0 1 0,-1 0-157 0,5 0-31 15,-2 7-12-15,-1-1 8 0,1 1 12 0,-3-1 3 16,3 5 0-16,0 2 0 0,-1 0 2 0,1 4 1 0,2 3 0 16,0-3 0-16,0 7 13 0,0 2 2 0,0-2 1 0,0 6 0 15,0 0-21-15,-3 3-4 0,0 3-1 0,-4 0 0 16,0-4-16-16,-3 7 0 0,1-5 8 0,2 4-8 15,0-6 0-15,-1-1 0 0,1-8 8 0,0 1-8 16,-3-4 0-16,5-1 0 0,1-2 0 0,-1-4 0 31,0-2-34-31,2-4-4 0,3-7-1 0,0 0-858 0</inkml:trace>
  <inkml:trace contextRef="#ctx0" brushRef="#br0" timeOffset="19">20813 12357 806 0,'-10'-5'72'0,"6"5"-58"16,1-2-14-16,-2-2 0 0,0 2 118 0,0-3 21 0,3 5 4 0,-2-6 1 15,-1 6-97-15,-1-4-19 0,4 4-4 0,-2-3-1 16,1-1 28-16,-2 2 5 0,0-2 2 0,-1 4 0 16,1-2-25-16,0-3-5 0,-2 5 0 15,2-2-1-15,-3-2-6 0,1 4-1 0,3 0 0 16,-4 0 0-16,1 0 12 0,0 6 1 0,-1-6 1 0,2 5 0 15,-2-3-10-15,1 4-3 0,-5 1 0 0,4-3 0 16,-1 7-1-16,2-3-1 0,0 4 0 0,-3-6 0 16,5 7-5-16,-2 0-1 0,0 0 0 0,0 4 0 15,2-3-4-15,-2 3-1 0,1-5 0 0,2 1 0 16,2 5-8-16,-1-1 0 0,1-8 0 0,2 8 0 16,0-4 0-16,2-2 0 0,1-2 0 0,1 2-11 15,1-5 3-15,0 1 0 0,5-3 0 0,-3-2 0 16,3-2 8-16,-1 0-8 0,1 0 8 0,2-2-8 15,-3-5 8-15,3 3 0 0,0-2 0 0,1-1 0 0,-4-4 0 16,3 2 0-16,-2-4 0 0,1-2 0 16,-1 7 9-16,2-5-9 0,1-2 12 0,-4 1-12 0,1-1 19 15,-1-2-3-15,1 4-1 0,-1-4 0 0,1 4-3 0,-3 2-1 16,0-2 0-16,-1 7 0 0,0-1-11 0,-3 1 12 16,-1 1-12-16,-2 5 12 0,0 0 1 0,0 0 1 15,0 0 0-15,0 0 0 0,-5 7-14 0,3 4 8 16,-2 1-8-16,-2 1 0 0,-1-2 8 0,0 9-8 15,2-3 0-15,0 2 0 0,0 1 11 0,-1 4-11 16,3-7 12-16,-2 9-12 0,0-2 28 0,3 2 0 16,-3-2-1-16,3 2 0 0,-3 4-15 0,2-1-2 15,-1 3-1-15,-1-2 0 0,0 3-9 0,0 1 0 0,3-3 0 16,0-6 0-16,-3 2 0 0,5-3 0 16,-3-1 0-16,6-3 0 15,-1-7-40-15,1 4-1 0,-1-6 0 0,3-5-652 0,0 1-131 0</inkml:trace>
  <inkml:trace contextRef="#ctx0" brushRef="#br0" timeOffset="20">17219 7128 1447 0,'0'0'64'0,"0"0"13"0,0 0-61 0,-5 0-16 0,0 0 0 0,-2 0 0 0,7 0 27 16,-5 3 2-16,3 1 1 0,-3 0 0 0,5-4-17 0,0 0-3 15,0 3-1-15,0-3 0 0,-3 6 12 0,1-2 3 16,2-4 0-16,0 7 0 0,0-7-2 0,0 2 0 15,-2 4 0-15,4-2 0 0,0 3-2 0,1-1 0 16,-3 1 0-16,0 4 0 0,5-4-20 0,0-1 9 16,-5 7-9-16,2-7 0 0,0 7 24 0,1-2-1 15,-1 2-1-15,-2-2 0 0,2-2 6 0,3 6 2 16,1-2 0-16,-2 0 0 0,1 0-10 0,0 0-3 16,2 4 0-16,2-4 0 0,-1 5 0 0,-1-5 0 15,0 6 0-15,3-6 0 0,-3 4-7 0,0 3-2 16,0-3 0-16,1 0 0 0,-1 3-8 0,0-2 8 15,0-3-8-15,0 6 8 0,0-6-8 0,-1 9 0 16,-2-4 9-16,1 3-9 0,0-5 8 0,0 6-8 0,0-5 8 0,1 1-8 16,2-3 13-16,-1 3-1 0,0-3-1 0,1 3 0 15,1-3 0-15,-2 2 0 0,1-6 0 0,1 5 0 16,1-1 0-16,-3-4 0 0,3 4 0 0,-3-2 0 16,3-1-3-16,-3 3-8 0,0 0 12 0,0 3-4 15,0-7 0-15,-2 4 0 0,0 2 0 0,0 5 0 16,2-4-8-16,-2 1 8 0,-5 1-8 0,5 0 8 15,-1-3-8-15,-2 1 0 0,1-3 9 0,2 1-9 16,2-3 20-16,0 2-1 0,-2-4 0 0,0 0 0 16,2-2-19-16,0 2 0 0,-4 0 8 0,4-3-8 15,-2 1 0-15,0-2 0 0,0 2 0 0,-1-2 0 16,-2 2 0-16,1-5 12 0,2 5-3 0,-3-5 0 0,3 1-9 16,-2-1 0-16,-1 5 0 0,0-4 0 15,1-1 11-15,-1 1-3 0,-4-1-8 0,4 1 12 0,-2-1-12 16,0-6 9-16,0 6-9 0,0-6 8 0,0 0-8 0,0 0 8 15,0 0-8-15,0 0 8 0,0 0-8 0,0 0 10 16,0 0-10-16,0 0 10 0,0 0-10 0,0 0 0 16,0 0 0-16,0 0-11 15,0 0-40-15,0 0-8 0,8 0-1 0,-8 0-1 16,0 0-121-16,4 5-24 0,-4-5-5 0,0 0-1 0</inkml:trace>
  <inkml:trace contextRef="#ctx0" brushRef="#br0" timeOffset="21">17726 8591 633 0,'0'0'28'0,"0"0"6"0,0 0-34 0,0 0 0 0,0 0 0 0,0 0 0 16,0 0 83-16,0 0 9 0,0 0 3 0,0 0 0 15,0 0-64-15,-2-2-13 0,2 2-2 0,0 0-1 16,-3-5 21-16,3-1 5 0,0 1 1 0,0 5 0 16,0-2 7-16,0-2 2 0,3-3 0 0,-1 1 0 15,-2 0 17-15,3-1 3 0,-1 1 1 0,2-1 0 16,-1 3-1-16,0-3 0 0,-1 0 0 0,1 1 0 16,1-5-20-16,-2 5-4 0,6-3-1 0,-3-1 0 15,-1-4-17-15,3 8-3 0,1-7-1 0,-4 2 0 16,4-2 5-16,-1 2 1 0,0-2 0 0,0 0 0 0,1 2-18 15,1-2-3-15,-1 0-1 0,-4 1 0 0,3-2-9 16,-2 3 0-16,3-2 0 0,-1 3 8 0,-2 1-8 0,0-2 8 16,1 0-8-16,-1 3 8 0,0 1-8 15,-2 0 12-15,-3-3-12 0,2 5 12 0,-2 3-12 0,2-2 0 16,0 2 9-16,-2 2-9 0,0 0 0 0,0 0 9 16,0 0-9-16,0 0 0 0,0 0 0 0,0 0 0 15,0 0 0-15,0 0 0 0,3 2 0 0,0 4-9 16,-3 3 9-16,2 0 0 0,-2-3 0 0,0 1-8 15,0-1 8-15,-2-1 0 0,2 6 0 0,-3-3 0 0,0-1 0 16,3 3 0-16,-2 3 0 0,0 1 0 0,0-1 0 16,-1-3-8-16,1 8 8 0,-1-3 0 0,-2 2 0 0,1-4 0 15,-1 5 0-15,0-6 0 0,3 1 0 16,-3-2 0-16,-2 3 0 0,4-4 0 0,-2-3 0 16,3-1 0-16,-3-4 0 0,3 7 0 0,-3-3 0 0,3 1 8 15,-3 0-8-15,2-5 0 0,-1 2 0 0,1 3 0 16,-2-1 0-16,3-1 0 0,-1-3 0 0,3-2 0 15,-2 4 0-15,-2 2 8 0,-1-4-8 0,0 3 0 16,0-3 0-16,0 2 0 0,3-4 0 0,-3 7 8 16,0-7-8-16,0 4 9 0,1-2-9 0,-1-2 10 15,-3 0-1-15,4 5 0 0,-1-5 0 0,-3 0 0 16,4-5 8-16,-3 5 2 0,-3 0 0 0,3 0 0 16,-3 0 4-16,1 0 1 0,-1-2 0 0,1-2 0 15,-1 4 0-15,-2-5 1 0,-1 3 0 0,2 2 0 0,-1-4 3 16,-1-3 1-16,2 7 0 0,-4-2 0 0,5-2-11 15,1 2-2-15,-6-2-1 0,6 4 0 0,-3 0-15 0,0 0 8 16,0 0-8-16,2 0 0 0,1 0 0 0,-1 0 0 16,3 4 0-16,0-4 0 0,2 0 0 0,0 0 0 15,-2 0 0-15,4 0 0 0,3 0 0 0,-5 0 0 16,1 0-9-16,-1 0 9 0,0 0-16 0,5 0 2 16,0 0 1-16,0 0 0 15,0 0-86-15,0 0-17 0,0 0-3 0,0 0-618 16,0 0-124-16</inkml:trace>
  <inkml:trace contextRef="#ctx0" brushRef="#br0" timeOffset="22">17752 9096 1209 0,'0'0'53'0,"-4"0"12"0,-1 0-52 0,3 4-13 0,2-4 0 0,0 0 0 15,0 0 116-15,0 0 21 0,-6 2 4 0,6-2 1 16,0 0-108-16,0 0-22 16,0 0-4-16,0 0 0 0,8 5 16 0,-3-3 3 0,-1-2 1 0,4 0 0 15,1 0 16-15,-2 0 4 0,3-2 1 0,2-3 0 16,0 5-25-16,0-2-6 0,3-2-1 0,1 0 0 15,-1 2-7-15,2 2-2 0,-3-5 0 0,1 5 0 16,1 0-8-16,-3 0 0 0,1 0 0 0,0 0 0 16,-2-2 0-16,3 2 0 0,-6 2 0 0,4-2 0 15,-2 0 0-15,1 0 0 0,1 0 0 0,-4 0 0 16,1 0 0-16,-1 0 10 0,1 0-10 0,-1-2 10 16,-1 2-1-16,1-5 0 0,-2 3 0 0,3-2 0 15,-5 4-9-15,5-3 0 0,-3-1 0 0,-3 4 8 16,4 0-8-16,-3 0 0 0,-5 0 0 0,0 0 0 15,0 0 0-15,4 0 0 0,-4 0 0 0,0 0 0 16,5 7 0-16,-5-7 0 0,0 0 0 0,0 6 0 0,0 1 15 16,0-2 7-16,0 1 2 0,-2 0 0 0,-1 1-24 0,-1-3 0 15,-1 3-10-15,0 1 10 0,2-2 0 0,-1 5 16 16,-3-4-2-16,-1 0 0 0,3-1-6 16,1 5-8-16,-4 0 11 0,1-3-11 0,0 3 16 0,0-4-3 15,-2 6-1-15,1-2 0 0,-4 2 4 0,2-1 0 16,1 1 0-16,-3 1 0 0,0 1 5 0,0-2 2 15,0 0 0-15,0 4 0 0,-3-2-23 0,6-1 0 16,1 3 0-16,-1-5 0 0,-5 6 0 0,1 0 0 16,2-6 0-16,-2 6 0 0,4-4 0 0,-3-2 0 15,0 5 0-15,0-2 0 0,2 0-12 0,1-2-3 16,-1-4-1-16,3 6 0 0,-3-6 6 0,1 4 1 0,1-3 0 0,3 3 0 31,-2 1-143-31,0-3-29 0,2-1-6 0</inkml:trace>
  <inkml:trace contextRef="#ctx0" brushRef="#br0" timeOffset="23">15863 7167 460 0,'0'0'20'0,"0"0"5"15,0 0-25-15,0 0 0 0,-2 4 0 0,-3-4 0 16,2 3 143-16,1 1 23 0,-3 0 5 0,1-2 1 0,-1 5-124 0,2-7-24 16,3 0-4-16,-5 7-2 0,1-3-18 0,-1-2 10 15,2 3-10-15,-2-3 8 0,0 2-8 0,1 3 10 16,-3 3-10-16,1-1 10 0,2-3 1 0,-1 5 0 16,-5 2 0-16,4 0 0 0,-2-2 8 0,3 6 1 15,-2-2 1-15,-3 3 0 0,-1-1-7 0,-2 0-2 16,1 3 0-16,1-4 0 0,-2 5 4 0,4-2 0 15,-4 1 0-15,2 0 0 0,-1 1 0 0,-1-2 1 16,2 1 0-16,-2-2 0 0,4 1-1 0,-3-2-1 16,0 3 0-16,3-1 0 0,-1-2 7 0,-2 3 2 15,2-2 0-15,1 1 0 0,-1 5-16 0,-2-4-8 16,0 1 8-16,0-2-8 0,0 1 0 0,-1 0 0 0,2 1 0 16,1-2 0-16,-4 1 9 0,2-2-9 0,0 1 12 15,0 0-12-15,-3-1 12 0,3 1-12 0,0 5 12 16,3-4-12-16,-4 1 0 0,2-1 0 0,1-1 0 15,-2 1 0-15,2 4 10 0,1-5-10 0,-1-1 8 0,1 1-8 16,1-2 0-16,1 1 8 0,-3-5-8 0,3 6 0 16,-2-6 8-16,1 4-8 0,1-3 8 0,-3-1-8 15,3 4 8-15,0-4-8 0,0 0 0 0,0 4 8 16,-1-4-8-16,1 5 12 0,0-6-12 0,0 1 12 16,0 5-12-16,-1-5 0 0,1 0 9 0,0 4-9 15,0-4 19-15,-1-2-1 0,2 2 0 0,-2 0 0 16,3-2-18-16,-2-3-16 0,0 3 4 0,0 0 0 15,0-2 12-15,2 2 13 0,0-5-2 0,-2 5-1 16,2-3 3-16,0-1 1 0,-2 4 0 0,5-4 0 0,-1 4-14 16,-2-3 9-16,3-1-9 0,-3 1 8 15,3 1-8-15,-3-3 0 0,-3 5 0 0,4-4 0 0,-1 6 0 0,0-7 8 16,-2 5-8-16,0-4 0 0,-1 3 0 0,3-1 0 16,1-3 0-16,-1 1 0 0,0 0 0 0,0-3 0 15,1 3 0-15,-1-3 0 0,3-2 0 0,-4 4 8 16,4-1-8-16,0-3 0 0,2-2 19 0,-5 6-2 15,0-1 0-15,0-3 0 0,3 2-5 0,-3 0-2 16,1-2 0-16,1 5 0 0,-2-2-10 0,2-3 8 16,1-2-8-16,2 0 8 0,-2 4-8 0,2-4 10 15,0 0-10-15,-2 0 10 0,-3 0 2 0,5 0 1 16,-5 0 0-16,5 0 0 0,-3-4 4 0,-1 4 1 0,2-2 0 16,2 2 0-16,-5-5-2 0,2 5 0 15,-2-7 0-15,3 7 0 0,0-2-8 0,-3-2-8 0,2 4 12 0,1-4-12 16,-1 4 8-16,1-2-8 0,-1-3 0 15,1 5 0-15,0-2 0 0,0-2 0 0,2-3 0 0,-5 5 0 16,5-2 16-16,-3-2-3 0,3-1-1 0,-2 1 0 16,-1-1 10-16,3 0 2 0,0-4 0 0,0 5 0 15,0 0-13-15,3-1-3 0,-6-4 0 0,3-2 0 16,3 7 1-16,-3-5 0 0,2 2 0 0,-2-2 0 16,0 5-9-16,3-5 12 0,-3 5-12 0,0-1 12 15,0 1-12-15,2-1 0 0,-2 2 0 0,3 3 0 16,-3 2 0-16,0 0 0 0,0 0-8 0,0-4 8 15,0 4 0-15,0 0-9 0,0 0 9 0,0 0 0 16,4 0-9-16,-4 0 9 0,0 0 0 0,0 0-9 16,0 0 9-16,0 0 0 0,0 0 0 0,0 0-8 0,0 0 8 15,0 0 0-15,0 0 0 0,2 4 0 0,-2 7 0 0,0-2-10 16,0 2 10-16,0 2 0 0,0 0-9 0,0 0 9 16,0 4 0-16,-2-4-9 0,2 5 9 0,0-6 0 15,0 6 0-15,0-5 0 0,0 0 0 0,2 0 0 16,-2-2 0-16,0-1 0 0,0-1 0 0,3 2 0 15,-3-4 0-15,0-1 0 0,0 1 0 0,2-1 0 16,1 0 0-16,-3-6 0 0,0 0 0 0,0 0 0 16,2 7 0-16,-2-7 0 0,0 0 0 0,3 6 0 15,-3-6 0-15,0 0 8 0,2 5-8 0,3-3 11 16,-5-2-11-16,5 4 12 0,0 1 14 0,2-5 3 16,2-5 1-16,-1 5 0 0,1 0-2 0,1-4-1 15,4-3 0-15,-2 5 0 0,3-4-7 0,-1 1-2 0,3-1 0 16,-3-5 0-16,-4 5-18 0,2 0-17 0,0-1 3 0,3 0 1 15,-1 0 37-15,-2 1 7 0,3 0 1 0,-4-1 1 16,1-4-33-16,1 5 0 0,-4-5 0 0,1 5 0 16,-1-3-14-16,-2 2 0 0,1 1 0 0,1-1 0 31,-4-1-20-31,2 1-4 0,0 1-1 0,1-1 0 16,-4 5-41-16,4-4-9 0,-3-3-2 0,2 7-600 0,0-5-120 0</inkml:trace>
  <inkml:trace contextRef="#ctx0" brushRef="#br0" timeOffset="24">14659 9193 633 0,'0'0'28'0,"0"0"6"0,0 0-34 0,0 0 0 0,0-4 0 0,2 4 0 16,-2 0 121-16,0-7 18 0,0 7 3 0,0-2 1 15,0 2-108-15,0-4-22 0,0 0-4 0,0 4-1 16,-2-2-8-16,2 2 0 0,0 0 0 0,-3-5 0 16,-2 5 0-16,3-2-14 0,-1-2 5 0,3 4 1 15,0 0 8-15,-5 0 11 0,1-2-3 0,-1-3 0 16,3 5 13-16,2 0 3 0,0 0 0 0,-3-2 0 15,-2-3 48-15,1-1 11 0,1 6 1 0,-2-7 1 16,0 3-10-16,-1-2-3 0,1 6 0 0,-3-7 0 16,1 7-12-16,2-2-4 0,-5-2 0 0,4 4 0 0,-4-2-43 0,1 2-13 15,-2 0 0-15,0 0 8 0,1 0-8 16,-2 2 8-16,2-2-8 0,-2 4 8 0,1-2-8 0,1 3 0 16,-5-3-11-16,3 4 11 0,-2-2 0 0,-1 3 0 15,4-1 11-15,-4 1-3 0,-2 0-8 0,3-1 0 16,-3 5 0-16,3-5 0 0,-1 5 0 0,3-2 17 15,2 2-2-15,1 6-1 0,-1-4-14 0,-2 0 0 16,0 4 0-16,0-1 0 0,0 1 0 0,2 2 0 16,1-2 0-16,-1 3 0 0,-2-2 0 0,3 5 0 15,-1-3 0-15,3 4 0 0,-3 0 0 0,3-5 0 16,0 5 0-16,2-5 0 0,0 7 0 0,2-1 0 0,-1-6 0 16,2-2 0-16,2 3 0 0,0-3 0 0,2 0 0 15,0-4 0-15,3 0 0 0,0 1 0 0,0-8 8 16,2 5-8-16,0-1 0 0,3-1 0 0,2 2 0 0,0-3 0 15,0 1 0-15,0 0 0 0,2-2 8 0,3-1-8 16,2-2 12-16,3-1 0 0,2 1 0 0,0-4 0 16,0 0-12-16,-2 0 0 0,2 0 0 0,-3-4 0 15,4 1 0-15,-1-1 9 0,-1-2-9 0,1-1 12 16,1 1-4-16,-1-1-8 0,-5 0 12 0,3-4-4 16,1 3 8-16,-1-3 0 0,0 1 1 0,-3 1 0 15,0-2-2-15,0-3-1 0,-2-3 0 0,0 5 0 16,0-6 3-16,-2 5 1 0,-1-7 0 0,0 3 0 15,-1-2 1-15,-2-1 0 0,1-4 0 0,-2 7 0 16,-3-2-3-16,0-1 0 0,-2 3 0 0,0-2 0 16,-2 1 8-16,1 0 2 0,-4-1 0 0,0 2 0 0,-2 1-10 15,0-1-1-15,-1 0-1 0,-2 4 0 0,0-4-14 16,0 1 9-16,-1 3-9 0,-2-2 8 0,-1 3-8 16,-1-2 0-16,1 3-10 0,-4 5 10 0,1-3-15 0,-2-2 3 15,-1 5 1-15,1-5 0 0,0 5 11 0,-1-1 0 16,0 5 0-16,-1-3 0 0,2-1-11 0,-1 6 0 15,0 0 0-15,4 0 0 16,-4 0-33-16,1 0-8 0,2 6 0 0,-3-6-1 16,1 7-87-16,2 0-18 0,3-1-3 0,-4 1-731 0</inkml:trace>
  <inkml:trace contextRef="#ctx0" brushRef="#br0" timeOffset="25">13923 10015 759 0,'0'0'33'0,"0"0"8"0,0 0-33 0,0 0-8 15,0 0 0-15,0 0 0 0,0 0 44 0,0 0 6 16,0 0 2-16,0 0 0 0,0 0-3 0,0 0 0 16,0 0 0-16,0 0 0 0,0 0-4 0,0 0-1 15,-5 0 0-15,0 4 0 0,-2-2-10 0,2-2-2 0,1 6-1 0,-1-6 0 16,-1 7 9-16,2-3 3 15,4-4 0-15,-5 2 0 0,0 5-15 0,-2-3-2 0,5 3-1 16,-3 0 0-16,0-1-14 0,0 1-3 0,3-1-8 0,-3 0 12 16,0 5 4-16,0 0 0 0,-2-2 0 0,3 2 0 15,-1 2 2-15,-3-3 1 0,1 3 0 0,0 0 0 16,0 0 1-16,-3 5 1 0,3-1 0 0,-2-2 0 16,-2 7 3-16,0-7 0 0,1 7 0 0,1-3 0 15,-3-1 2-15,-1 1 1 0,4 0 0 0,-3 1 0 16,2-2-17-16,0 1-10 0,-1 0 12 0,-1 3-12 15,2-2 13-15,-4-1-4 0,1 5-1 0,-1-4 0 16,0 3 0-16,2-4 0 0,-3-1 0 0,1 6 0 16,4-5-8-16,-2 5 0 0,0-4 0 0,0-1 0 15,0-2 10-15,0 3 0 0,0-2 0 0,0 1 0 16,2-2 6-16,-2 1 2 0,3-3 0 0,-3 2 0 16,2 0-4-16,0-3-1 0,3-1 0 0,-2 4 0 0,1-4 0 15,1-1 0-15,-2 2 0 0,3-3 0 0,-3 2-5 16,2 0-8-16,0-3 11 0,0 3-11 0,-1 1 9 0,1-3-9 15,0 1 0-15,0 1 9 0,0-2-9 0,-1 2 0 16,1 0 0-16,-3 0 0 0,3-2 15 0,0 0-3 16,-3-3 0-16,4 3 0 0,-2-4 10 0,1 6 2 15,0-7 0-15,-1 5 0 0,-1-4-10 0,4 3-2 16,3-1 0-16,-4 2 0 0,0-4-12 0,-2-1 0 16,3 7 8-16,-1-7-8 0,-2 1 0 0,1 4 0 15,2-5 0-15,0 5 0 0,-2-4 0 0,2-1 8 16,-2 1-8-16,2-1 0 0,0 1 0 0,-2-1 0 15,2-2 8-15,0 3-8 0,-1-1 0 0,1 1 8 0,0-1-8 16,0 1 0-16,-2 0 15 0,2-1-3 0,0 1-1 0,0-3 0 16,1 2-11-16,-1 1 10 0,2-1-10 0,-2 1 10 15,3-1-10-15,-2-2 0 0,1-1-10 0,1 1 10 16,-4 3 0-16,2-3 20 0,1 3-4 0,1-5 0 16,0 2-6-16,2-4-2 0,-5 2 0 0,5-2 0 15,0 0 0-15,-3 7 0 0,1-7 0 0,2 0 0 16,-5 4 0-16,5-4 0 0,0 0 0 0,-2 2 0 15,2-2-8-15,0 0 0 0,0 0 0 0,0 0 0 16,0 0 0-16,0 0 0 0,0 0 0 0,0 0 0 16,0 0 0-16,0 0 0 0,0 0 0 0,0 0-11 15,0 0 11-15,0 0 0 0,0 0 0 0,0 0 0 16,0 0 11-16,0 0-3 0,0 0 0 0,0 0 0 0,0 0-8 16,0 0 10-16,0 0-10 0,0 9 10 15,0-9-10-15,0 0 0 0,0 0 0 0,-2 2 0 16,2-2 0-16,0 0 0 0,0 6 0 0,0-6 0 0,2 7 0 0,-2-7 0 15,0 0 0-15,-2 7 0 0,2-7 0 0,0 0 0 16,0 0 0-16,0 6 0 0,-3-1 0 0,3-5 0 16,0 0 0-16,0 6 0 0,-2-2 0 0,2-4 0 15,0 0 0-15,0 0 0 0,0 2 0 0,0-2 0 16,0 0 0-16,-3 7 0 0,3-7 0 0,0 0 0 16,0 0 0-16,0 6 0 0,0-6 0 0,0 0 0 15,0 5 0-15,-3-3 0 0,3-2 0 0,0 0 0 16,-2 4 0-16,2-4 0 0,0 0 0 0,-2 6 0 15,2-6 0-15,0 0 0 0,0 0 0 0,0 0 0 0,0 0 9 16,0 0-9-16,0 0 0 0,0 0 9 16,-5 0-9-16,5 0 0 0,0 0 12 0,0 0-4 0,0 0 0 15,0 0-8-15,-5-4 16 0,5 4-3 0,0 0-1 16,-2-2 0-16,2 2 5 0,-3-4 1 0,1 4 0 0,-2-2 0 16,1-3-18-16,-2 3 0 0,5-2 8 0,-2-3-8 15,-1 5 0-15,1-2 0 0,-1-2 0 0,1 1 0 16,2-1 9-16,-2-3-1 0,-1 2-8 0,3-4 12 15,0 1-12-15,0 1 0 0,-2-4 0 0,4-2 0 16,-2 2 0-16,3 0 0 0,-1-4 0 0,3 4 0 16,-3-1 0-16,3-3 0 0,0 4 0 0,-2 5 0 15,1-7 0-15,1 6 0 0,0-2 0 0,-3-2 0 16,3 2 0-16,-3 4 0 0,0-1 0 0,1-3 0 16,-3 5 0-16,3 1 0 0,-3 3 0 0,0-2 0 0,0 4 0 15,0 0 0-15,0 0 0 0,0 0-10 0,0 0-2 0,0 0-1 16,0 0 0-16,0 0 0 0,0 0-1 15,-3 6 0-15,3 1 0 0,-3 4 0 0,3-1 6 0,0-1 8 16,0 2-13-16,0 2 5 0,3 4 8 0,-3-4 0 16,-3 7 0-16,3-3 0 0,-2 3 0 0,2-3-8 15,-4 2 8-15,1 1 0 0,-2-3 0 0,3 1 0 16,-1-6 0-16,1 1 0 0,0 1 0 0,0-3 0 16,-1 1 0-16,3-1 0 0,-2-4 0 0,2-1 0 15,2 0 0-15,1 1 0 0,-1 0 0 0,2-3 0 16,1-2 0-16,0 3 0 0,2-3 8 0,3-2 0 15,-3 0 0-15,3 0 0 0,2 0 1 0,0 0 1 16,2-2 0-16,0-3 0 0,3 3-10 0,1-5 10 16,1 1-10-16,-2-3 10 0,-3 3-2 0,3 4 0 0,-1-5 0 15,1 3 0-15,0-3-21 0,0 7-5 0,-3-6-1 0,3 6 0 32,-3 0-65-32,1 0-12 0,-5 0-4 0,2 4 0 15,0-2-144-15,-3 3-28 0</inkml:trace>
  <inkml:trace contextRef="#ctx0" brushRef="#br0" timeOffset="26">12089 12255 1630 0,'0'0'72'0,"0"0"16"0,0 0-71 15,0 0-17-15,0 0 0 0,0 0 0 0,0 0 67 0,0 0 9 0,0 0 3 0,0 0 0 16,-3 4-19-16,3-4-4 0,0 0-1 0,0 0 0 15,0 0-34-15,0 0-6 0,0 0-2 0,5 7 0 16,2-3-13-16,0-2 0 0,1-2 0 0,1 4 0 16,1-1 12-16,-1 1-4 0,1-4-8 0,2 2 12 15,-2 3 0-15,2-3 0 0,-3 3 0 0,1-5 0 16,2 4 0-16,0-2 0 0,0-2 0 0,0 4 0 16,3-2 2-16,-4-2 0 0,1 0 0 0,1 0 0 15,-4 0-4-15,3 5-1 0,3-5 0 0,-4 2 0 16,-1-2-9-16,-1-2 0 0,4 2 0 0,-4 0 8 15,1-5-8-15,-1 5 8 0,2-2-8 0,-2-2 8 0,1-2-20 16,1 6-5-16,-1-7-1 0,2 2 0 16,-2 3-22-16,-1-5-4 0,1 3 0 15,0-2-1-15,-5-1-116 0,4 1-23 0,-2 2-5 16,1 1-1-16</inkml:trace>
  <inkml:trace contextRef="#ctx0" brushRef="#br0" timeOffset="27">12660 12112 1364 0,'0'0'60'0,"0"0"13"0,0 0-58 0,0 0-15 0,5-2 0 0,0-2 0 16,3-3 32-16,-1 1 3 0,-2 2 1 0,0-3 0 15,4 5 3-15,-2-5 1 0,-2 0 0 0,2 3 0 0,1-2-7 0,-4 1-1 16,3-1 0-16,-2 4 0 15,0-3 18-15,0 3 3 0,2-2 1 0,1 2 0 16,-4-2-17-16,-2 1-3 0,6-1-1 0,-3 0 0 0,-3 2-13 0,5 2-2 16,-2 0-1-16,2-5 0 0,0 5 3 0,1 0 1 15,-3 0 0-15,-1-2 0 0,3-3 15 16,1 5 4-16,-4 0 0 0,4-2 0 0,-3-2-1 0,1 4 0 16,-1 0 0-16,0 0 0 0,2 0-31 0,-2 0-8 15,-5 0 0-15,5 4 0 0,0-2 0 0,2-2-8 16,-5 7 8-16,3-2-12 0,-2 5 12 0,2-1 8 15,-1 2-8-15,-2-3 11 0,1 9-11 0,0-3 0 16,-1-3 0-16,-2 6 0 0,0-4 8 0,0 0 0 16,-2 4 0-16,2-1 0 0,-3 1-8 0,-2 2 0 15,1-1 0-15,-1-1 0 0,-3-2 8 0,2 2 0 16,-2 1 0-16,-2 1 0 0,-2 5 0 0,1-5 0 0,-2 6 0 16,1-2 0-16,3-3-8 0,-6 6 0 0,-2-9 0 15,3 2 8-15,0 4-8 0,-1-4 12 0,1-6-12 16,2 4 12-16,-3-4 5 0,3 0 2 0,1-2 0 0,1-2 0 15,0-3-8-15,3-6-2 0,-3 4 0 0,3-2 0 16,-3-2-1-16,4-2 0 0,-2-2 0 0,3 4 0 16,-2-6-8-16,2-1 0 0,-2 1 0 0,2-7 0 15,3 2 0-15,-3 2 0 0,2-2 0 0,1-2-11 16,-1 3 11-16,3-3 0 0,0 6 0 0,3-4 0 16,-3 4 0-16,2 1 0 0,4-1 0 0,-6 7 0 15,4-2-18-15,3-2-2 0,3 2 0 0,-1 2 0 16,4 0 20-16,-1 0 9 0,2 0-1 0,1 2 0 0,-1-2-8 15,0 6 0-15,3-1 0 0,0-3 0 0,-2 4 18 0,2-1 2 16,-3 1 0-16,2 1 0 0,-1 4-7 0,0-5-1 16,1 3 0-16,-4 2 0 0,2-5-12 0,-1 7 8 15,1-6-8-15,0 4 0 0,-1 0 10 0,-1-3-10 16,2-1 10-16,-2-1-10 0,0 5 0 0,0-5 0 16,3 1 0-16,-1-3 0 0,0 3-8 0,1-5-8 15,-1 3-2-15,3-5-806 16,-3 2-162-16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25T10:57:01.673"/>
    </inkml:context>
    <inkml:brush xml:id="br0">
      <inkml:brushProperty name="width" value="0.05292" units="cm"/>
      <inkml:brushProperty name="height" value="0.05292" units="cm"/>
      <inkml:brushProperty name="color" value="#4472C4"/>
    </inkml:brush>
  </inkml:definitions>
  <inkml:trace contextRef="#ctx0" brushRef="#br0">19666 3854 748 0,'0'0'33'0,"0"0"7"0,3-4-32 0,-3 4-8 16,4-3 0-16,-4 3 0 0,0 0 56 0,0 0 8 15,0 0 3-15,0 0 0 0,0 0-16 0,0 0-3 16,0 0-1-16,2 7 0 0,-2 0-12 0,0-1-3 16,-2 1 0-16,0 3 0 0,0 3-5 0,-1 0-2 15,-2-2 0-15,0 3 0 0,1 5 11 0,-1-2 1 16,0 3 1-16,-2 4 0 0,2 1 10 0,-5 6 1 15,1-1 1-15,-1 1 0 0,1 1-6 0,-4 5 0 16,2-7-1-16,-4 7 0 0,-2-7-24 0,3 7-5 16,2-4-1-16,0-3 0 0,-5 0-3 0,8-6-1 15,1 7 0-15,3-12 0 0,1 0 15 0,-4-1 4 16,1-1 0-16,5-4 0 0,6 0-43 0,-4-6-8 0,-4-1-1 16,2 0-1-1,2-6-108-15,0 0-22 0,0 0-4 0,0 0-1 0</inkml:trace>
  <inkml:trace contextRef="#ctx0" brushRef="#br0" timeOffset="1">19947 3935 403 0,'0'0'36'0,"0"0"-36"0,5-5 0 0,-2 3 0 16,2-2 84-16,-1-3 9 0,3 0 3 0,1 1 0 15,-4-1-35-15,1 1-6 0,3 2-2 0,-3-3 0 16,-1 1 21-16,3-1 4 0,-2 1 1 0,2-1 0 15,0 0-32-15,1 3-7 0,-1-3 0 0,3 5-1 16,-3-2-27-16,0 4-4 0,1-2-8 0,-4 2 11 16,1-4-11-16,0 4 12 0,2 4-12 0,-3-2 12 15,-4-2 7-15,5 4 1 0,3-2 1 0,-6 5 0 16,3-3 2-16,-3 3 0 0,1 0 0 0,-1-1 0 16,3 1-9-16,-5 3-2 0,3-3 0 0,-3 6 0 15,2 0 0-15,-2-2-1 0,0 6 0 0,-2-2 0 16,-1-2-2-16,1 9 0 0,2-2 0 0,-5 3 0 15,0 1-9-15,-5-2 10 0,3 1-10 0,-2 2 10 0,-1 1-10 16,-2-3 0-16,0 4-12 0,0-4 12 0,0-4 0 16,-1 6 20-16,2-6-3 0,-1 2 0 0,2-5-9 0,-2 1-8 15,2 1 9-15,1-6-9 0,-1 1 16 0,-2 0-2 16,2-1-1-16,-1 0 0 0,1-1 1 0,0-2 0 16,0-3 0-16,-1 5 0 0,1-5-14 0,0-1 11 15,1-3-11-15,-1 3 10 0,3-3-10 0,-2-2 10 16,1 0-10-16,1 0 10 0,2-2-10 0,-2-3 12 15,2 5-12-15,1-2 12 0,-1-3-20 0,2-1-4 16,3-1-1-16,0 3 0 0,0 2 13 0,3-4 0 16,-1 1-10-16,3-1 10 0,2-1 0 0,-2 1 0 15,2 0-9-15,3-1 9 0,-3 2 0 0,0 3 12 16,0-2-1-16,3 1-1 0,-3 3-2 0,1 3 0 16,1 1 0-16,1-2 0 0,-4 3 3 0,4 2 0 0,-3-1 0 15,3 0 0-15,-2 1 8 0,1-1 1 0,-2 1 1 16,3 3 0-16,0-3-13 0,-1-1-8 0,1 1 8 0,-1 4-8 15,1-4 17-15,-3 3-1 0,3-3 0 0,-1 1 0 16,-4-1-16-16,3-1 10 0,-2 5-10 0,2-4 8 16,-3 0-8-16,-1-1 0 0,1 0 0 0,0 5 0 15,0-4-22-15,-2 3 0 0,-1-3 0 0,0 2 0 16,3 2-193-16,0 2-38 0,-3-3-8 16,1 3-2-16</inkml:trace>
  <inkml:trace contextRef="#ctx0" brushRef="#br0" timeOffset="2">16466 6326 403 0,'0'0'36'0,"0"0"-36"0,0 0 0 0,0 0 0 15,0 0 111-15,0 0 15 0,-2-4 3 0,2 4 1 16,0 0-38-16,-2-2-7 0,-1-2-1 0,3 4-1 16,0 0-23-16,0 0-5 0,0 0-1 0,0 0 0 15,0 0-21-15,0 0-4 0,0 0-1 0,0 0 0 16,0 0 8-16,0 0 2 0,0 4 0 0,0 2 0 15,0 1-11-15,-2 4-3 0,-3-3 0 0,2 3 0 16,1-2 3-16,-2 8 0 0,-4-4 0 0,3-2 0 16,1 9-27-16,-1-7 0 0,-3 4 0 0,1 0 0 15,0-4 0-15,-1 7 8 0,2-7-8 0,1 4 0 16,0-4 10-16,0 0-10 0,1-2 12 0,-1 2-12 16,2-6 16-16,3-1-4 0,0 0-1 0,0-1 0 0,3 1-11 15,2 1 10-15,-5-7-10 0,4 4 10 0,3-2-1 16,1-2 0-16,-2 0 0 0,5 0 0 0,-2 0-9 15,1 0 10-15,-1-2-10 0,4 2 10 0,3-4-10 0,1-3 0 16,2 5 0-16,0-2 0 0,1-3 0 0,-4 3 0 16,1-2 0-16,0 3 0 0,0-1-11 0,-2-2-7 15,-4-1-2-15,-1 5 0 16,-1-2-140-16,-4-1-28 0</inkml:trace>
  <inkml:trace contextRef="#ctx0" brushRef="#br0" timeOffset="3">16709 6209 460 0,'0'0'41'0,"0"0"-33"0,0 0-8 0,0 0 0 16,0 0 184-16,0 0 36 0,0 0 6 0,0 0 2 16,5 7-154-16,-2 0-30 0,1 6-7 0,-2-3-1 15,-2-1 21-15,0 8 4 0,0-4 1 0,-2 11 0 16,2-4-18-16,-4 3-3 0,-1 6-1 0,0-1 0 16,0 2-9-16,0 0-3 0,-2 8 0 0,-1-4 0 15,2-1 6-15,-4 3 1 0,3 1 0 0,-3 0 0 16,1-4 1-16,-1 1 0 0,0-1 0 0,0-3 0 0,1-4-12 15,2 5-1-15,-3-8-1 0,6 3 0 0,-4-2-14 16,3-5-8-16,1-1 10 0,-1 2-10 0,5-3-9 0,-3 0-8 16,3-9-2-16,3 3-631 15,-1 3-126-15</inkml:trace>
  <inkml:trace contextRef="#ctx0" brushRef="#br0" timeOffset="4">19070 4606 57 0,'9'0'0'0,"-3"0"0"0,-6 0 0 0,4 0 0 15,1-5 0-15,-5 5 0 0,0 0 158 0,5 0 26 16,2-2 6-16,-7 2 1 0,-2-4-105 0,2 4-21 16,0 0-4-16,0 0-1 0,0-2 20 0,0 2 3 15,0 0 1-15,4-4 0 0,-4 4 0 0,0 0 0 16,0 0 0-16,0 0 0 0,5 0-46 0,-5 0-9 15,-2 0-1-15,-5 0-1 0,-1 0 8 0,6 4 1 16,2-4 1-16,-7 2 0 0,-6 2-22 0,7-2-5 16,6-2-1-16,-3 0 0 0,-7 7-9 0,6-7 10 15,4 0-10-15,-7 4 10 0,-1 3-10 0,-1 0 0 16,-4-1 0-16,9 1 8 0,2-1 0 0,-8-2-8 0,-5 7 12 16,4-2-4-16,1-3 8 0,-5 5 0 0,-1-2 1 15,-1 2 0-15,2 0-4 0,-2 1-1 0,1-1 0 16,-4 2 0-16,-1 1-12 0,1-2 0 0,-1 1 0 0,1-2 0 15,-4 2 14-15,1 0-3 0,1 0-1 0,0-2 0 16,-2 6-10-16,0-2 0 0,-5 1 0 0,3-1 0 16,2-2 0-16,2 2-11 0,-4-2 3 0,1 0 0 15,4 0 8-15,-1-2 0 0,1 2 0 0,-1 0 0 16,1 0 0-16,-1-2 11 0,3-2-3 0,-3 1 0 16,5 3-8-16,-2-2 0 0,-3 0 0 0,3-2 0 15,5 2 0-15,-3-3 0 0,0 3 0 0,2 0 0 16,-1-3 0-16,2 5-11 0,-1-2 11 0,-4-4-8 15,2 6 8-15,2-2 0 0,-1-1 8 0,-1-1-8 16,3 2 0-16,-1-2 0 0,0 2-10 0,1-5 10 16,2 5 0-16,0-3 8 0,3 3 0 0,1-5 1 0,-2 6-9 15,1-6 0-15,-3 1 0 0,0-1 0 0,3 1 0 0,-4 3-11 16,1-3 11-16,2-1-12 0,-1 1 12 0,1-1 8 16,0 1-8-16,1 0 11 0,-1-1-11 15,0 1-11-15,1-3 3 0,-1 2 0 0,1 1 8 16,-1-1 0-16,3 1-9 0,-3-1 9 0,3-2 0 0,-3 3 15 15,1 0-3-15,-1-3 0 0,1 3-12 0,1-1-16 16,-1 0 3-16,2-3 1 0,-5 3 12 0,2 5 0 16,0-5 0-16,1-2-9 0,-3 5 18 0,2-2 4 15,1-3 1-15,-1 3 0 0,0-1-14 0,0 1 0 16,5-1 0-16,1 1 0 0,-6-1-14 0,3 3-6 16,-2-3 0-16,1 1-1 0,1 0 21 0,0-1-9 15,-3-4 9-15,1 5 0 0,1-3-8 0,1 2 8 16,-3 1 0-16,4-3 0 0,-2 3-8 0,1-5 8 0,-3 4 0 15,3-2 0-15,0 3 0 0,0 0 0 0,-3-3 0 0,3-1 0 16,-1 3 0-16,-1 0 0 0,2-1 0 16,0-3 0-16,-3 6 0 0,2-6 0 0,2 5 0 0,-2-3 0 15,1-2 0-15,0 5 0 0,0-7 0 0,2 4 0 16,0-1 0-16,0 1 0 0,0 0 0 0,1-1 0 16,-1 1 0-16,3-2 0 0,-6 2 0 0,6-1 0 15,-5-3 0-15,2 4 0 0,0-2 0 0,-2-2 0 16,0 6 0-16,2-6 0 0,0 5 0 0,1-5 0 15,-4 6 0-15,5-6-10 0,1 4 10 0,-3-1-12 16,3-3 12-16,-3 0 16 0,-2 4-4 0,7-4-1 0,0 0-11 16,-3 0 10-16,-3 0-10 0,6 0 10 0,0 0 5 15,0 0 1-15,-6 0 0 0,6 0 0 0,0 0-16 0,0 0 0 16,0 0 0-16,0 0-10 0,0 0 10 0,0 0 0 16,-5 0 8-16,5 0-8 0,0 0 0 0,-4 2 0 15,-1-2 0-15,5 0 0 0,-5 0 0 0,5 0 0 16,-5 0 0-16,5 0 0 0,0 0 0 0,-4 0 0 15,-3-6 0-15,4 3 0 0,1-1 17 0,-1-2 3 16,3 1 0-16,0-3 0 0,0 1-1 0,0-3 0 16,3-1 0-16,-1 4 0 0,1-2-19 0,-3-2 0 15,5-1 8-15,-3 1-8 0,0 5 0 0,3-8-9 16,0 7 1-16,0-3 0 0,-3 1 8 0,0-2 14 16,-4-1-3-16,2 7-1 0,2-3-10 0,3-4 0 15,-3 6 0-15,4-5-11 0,-4 9 11 0,2-4 0 16,-1-1 0-16,-1 3 0 0,-2 4 0 0,3-7 0 15,-1 1 0-15,-2 6 8 0,0 0-8 0,0 0-13 0,0 0 3 16,0 0 1-16,0 0-3 0,0 0 0 0,0 6 0 0,-2 1 0 16,-3-1 0-16,2 1 0 0,-1 3 0 0,-1 1 0 15,5 3 3-15,-3-6 0 0,1 7 0 0,2-2 0 16,-3-4 9-16,1 8 0 0,0-3 0 0,0-2 0 16,-3 3 0-16,0-2 0 0,0 0 0 0,1 1 0 15,-1 3 0-15,2-4 0 0,-2 0 0 0,3 0 0 16,-3-7 8-16,3 5 0 0,-3-4 0 0,2 3 0 15,3-7-8-15,0-3 0 0,-2 6 0 0,2-6 0 16,0 0 0-16,0 4 0 0,0-4 10 0,2 2-10 16,-2-2 28-16,8 5 0 0,-1-5 0 0,0 2 0 15,3 2-15-15,-3-4-3 0,3 0-1 0,-1 0 0 0,3 0 5 16,0 0 1-16,2 0 0 0,1 0 0 0,-3 0-7 0,2 0 0 16,-2 0-8-16,1 0 12 0,-4 0-4 15,1 0-8-15,2 0 11 0,-2 0-11 0,-4 0 12 0,4 0-12 16,-3-4 12-16,0 2-12 0,-1 2 0 0,1-5 0 15,-3 5 0-15,1 0 0 16,0-2-104-16,2-2-25 0,-2 4-5 0</inkml:trace>
  <inkml:trace contextRef="#ctx0" brushRef="#br0" timeOffset="5">20702 4717 1072 0,'0'0'48'0,"0"0"9"0,0 0-45 0,0 0-12 0,0 0 0 0,0 0 0 16,0 0 16-16,0 2 2 0,0-2 0 0,5 6 0 16,0-2 26-16,0-4 4 0,2 7 2 0,0-7 0 15,-2 0-14-15,2 4-4 0,-2-2 0 0,2-2 0 16,2 5-20-16,-1-5-12 0,-1 2 12 0,0 2-12 15,-2-2 30-15,3 5-1 0,1-2 0 0,-1 1 0 16,-2 0-29-16,2 1 0 0,-1-1 0 0,2 1 0 16,-1-1 12-16,-1-2-4 0,3-1-8 0,-1 5 12 15,3-1-12-15,0 0 0 0,2 1 0 0,1-3-10 16,0 1 10-16,-1 1 9 0,0-1-1 0,-1 5-8 16,1-5 17-16,0 1-3 0,1-1-1 0,-3 1 0 0,2 0 0 15,0 3 0-15,1-3 0 0,-1-1 0 0,1 1-13 16,1-1 8-16,1 0-8 0,1 1 0 0,-4 0 9 0,2 4-9 15,1-5 8-15,0 5-8 0,0-3 12 0,0-1-2 16,-3 4-1-16,3 0 0 0,0-3 11 16,-1 3 1-16,-1 2 1 0,2-2 0 0,0-2-7 0,0 1-2 15,-1 4 0-15,1-3 0 0,2 1-5 0,-2 1 0 16,2-2-8-16,-2-2 12 0,0 2-12 0,3 0 8 16,-1-3-8-16,0 5 0 0,-2-2 16 0,2 2-4 15,-5-2 0-15,3 2 0 0,2 0-2 0,-4 0-1 16,0-2 0-16,-1 1 0 0,0 2-9 0,0-3 10 0,-1 2-10 15,1-1 10-15,-2 1-2 0,0-2 0 0,2 3 0 16,1-4 0-16,-3 3 0 0,2 0-8 0,1-2 12 16,-1 2-4-16,1 0-8 0,-3-2 0 0,4-2 0 0,1 1 0 15,-2 3 0-15,-1-2 0 0,-2-2 0 0,3 2 0 16,-1 0 0-16,0-3 0 0,1-1 0 0,-3 3 0 16,2 1 8-16,-2-2-8 0,1 2 0 0,-2-4 8 15,-1 5-8-15,2-1 10 0,-2-4-10 0,-1 1 10 16,1 1-10-16,-1 0 0 0,3-2 0 0,-2-1 8 15,0 0-8-15,-3-1 10 0,3 1-10 0,-1 0 10 16,1 1-1-16,-1-1 0 0,-1-1 0 0,1-3 0 16,1 5-1-16,-3-3-8 0,3 3 12 0,-3-7-4 15,0 6-8-15,1-2 0 0,1-1 9 0,-2 1-9 16,-4-2 20-16,1 4-1 0,1-6 0 0,3 5 0 16,-1 1-19-16,0 1 0 0,0-7 0 0,0 6 0 0,0-2 0 15,1-1 0-15,-1 3 8 0,3-1-8 0,-3-3 0 0,2 2 0 16,-4 3 0-16,2-3 0 0,1-2-9 0,-3 5-6 15,-1-3-1-15,3-2 0 0,-4 2 16 0,2-2 0 16,-1 3 0-16,-4-5 0 0,5 0 0 0,-5 0 13 16,5 6-4-16,0-2-1 0,-5-4 1 0,7 3 0 15,-2-3 0-15,0 6 0 0,-5-6-9 0,7 0 10 16,-7 0-10-16,7 5 10 0,-2-3-10 0,-5-2 0 16,7 0 0-16,-2 0 8 0,-5 0-8 0,7 5 0 15,-7-5 0-15,0 0 0 0,0 0 0 0,0 0 8 16,5 2-8-16,-5-2 0 0,0 0 8 0,0 0-8 0,0 0 8 15,0 0-8-15,0 0 24 0,0 0 0 0,0 0 0 16,0 0 0-16,0 0-11 0,0 0-2 0,0 0-1 0,0 0 0 16,4 0-10-16,-4 0 0 0,0 0 0 15,0 0 8-15,0 0 3 0,0 0 0 0,5 0 0 0,-5 0 0 16,0 0-11-16,0 0 12 0,0 0-12 0,0 0 12 16,0 0-12-16,0 0 0 0,3-7 9 0,-3 7-9 15,0 0 10-15,0 0-2 0,0 0-8 0,0 0 12 16,0 0-12-16,0 0 0 0,0 0 0 0,0 0 0 15,0 0 0-15,0 0 0 0,0 0 0 0,0 0 0 16,0 0 0-16,0 0 0 0,0 0 0 0,0 0 0 16,0 0 0-16,0 0 0 0,0 0 0 0,0 0 0 15,0 0 0-15,0 0 0 0,0 0 0 0,0 0 0 16,0 0 0-16,0 0 0 0,0 0 0 0,0 0 0 16,0 0 0-16,0 0 0 0,0 0 0 0,0 0 0 15,0 0 0-15,0 0 0 0,0 0 0 0,0 0 0 0,0 0 0 16,0 0 0-16,0 0 0 0,0 0 0 0,0-2 13 15,0 2 0-15,-3-5 0 0,3 5 0 0,0-6 7 0,0 3 0 16,-2-5 1-16,2 6 0 0,0-5-5 0,0 3 0 16,-3-2-1-16,3-1 0 0,0 1-15 0,-2-1 11 15,2 1-11-15,0-1 10 0,0 0-10 0,-2-3 0 16,0 3 9-16,2-4-9 0,0 5 0 0,-3-3 0 16,3 3 0-16,-2-5 8 0,-1 0-8 0,1 4 0 15,2-1 0-15,0-3 0 0,-3 5 0 0,3-5 0 16,-2 5 0-16,2-1 0 0,-2 0 0 0,2 0 0 15,-2 1 0-15,2 2 0 0,-3 2 0 0,3 2 0 0,-2-5 0 16,2 5 0-16,0 0 0 0,0 0-12 0,0 0 12 0,0 0-12 16,0 0 0-16,0 0-1 0,0 0 0 0,0 0 0 15,0 7 2-15,0 3 1 0,0-3 0 0,0 0 0 16,0 4 10-16,0-5-8 0,2 1 8 0,1 3-8 16,-1-3 8-16,0-1 0 0,-2 3 0 0,2-5-8 15,1 3 8-15,-3 0 0 0,2-1 0 0,1 1 0 16,-3-1 0-16,2 0 0 0,-2 1 0 0,3 1 0 15,-1-1 0-15,0-1 0 0,-2 1 0 0,0-5 0 16,2 5 0-16,-2 2 0 0,3-3 0 0,-1-4 0 16,1 5 0-16,-1-1-8 0,-2-6 8 0,5 6-8 15,-2-1-5-15,-1 1-1 0,-2-6 0 0,2 4 0 16,-2-4 3-16,0 0 1 0,0 0 0 0,3 7 0 16,-3-7 10-16,0 2 0 0,0-2 0 0,0 7 0 15,0-7 0-15,0 0 0 0,-3 7 0 0,1-3 0 0,2-4 0 0,-5 2 0 16,0 2 0-16,0-4 0 0,0 7 0 0,3-7 0 15,-5 4 0-15,2-2 8 0,0-2-8 16,1 7 0-16,-3-3 0 0,1-2 0 0,2 2 0 16,-3-2 0-16,-1 3 0 0,1-5 0 0,-2 7 0 0,1-7 8 15,-1 6-8-15,-3 1 8 0,0-3 3 0,0 3 1 16,-3-1 0-16,1 0 0 0,2-1 2 0,-2 1 1 16,-1 1 0-16,3-1 0 0,0-4-7 0,0 5-8 15,0 0 11-15,0-3-11 0,0 3 9 0,2-1-9 16,1-6 0-16,-1 6 9 0,3-1-9 0,2-3-12 15,0-2 2-15,1 0 1 16,4 0-115-16,0 0-22 0,0 0-5 0,0 0-541 16,0 0-108-16</inkml:trace>
  <inkml:trace contextRef="#ctx0" brushRef="#br0" timeOffset="6">22852 6236 57 0,'0'0'0'0,"0"0"0"0,0 0 0 0,0 0 0 15,0 0 137-15,0-7 23 0,-3 1 4 0,3 6 0 16,0-7-2-16,0 2-1 0,0 5 0 0,3-2 0 15,-3-4-25-15,0 6-4 0,2-5-2 0,-2 5 0 16,0 0-26-16,0 0-6 0,0 0-1 0,0 0 0 16,0 0-49-16,0 0-11 0,0 0-1 0,0 0-1 15,0 0-15-15,0 0-4 0,-2 7 0 0,-1-1 0 16,1 6-3-16,-3-1-1 0,-2-3 0 0,4 3 0 16,-4 2 1-16,2-3 0 0,1-1 0 0,-4 2 0 15,1 2-2-15,2-2-1 0,0-5 0 0,0 7 0 16,1-6-10-16,-1 4 0 0,3-2 9 0,-1-3-9 0,1 3 0 15,2-1 8-15,-3-3-8 0,1 1 0 0,2-6 0 16,0 2 0-16,0-2 0 0,2 7 8 0,-2-7-8 0,3 4 0 16,-3-4 0-16,0 0 8 0,5 6-8 0,-5-6 8 15,2 0-8-15,5 5 8 0,-2-3-8 0,0-2 11 16,2 0-11-16,0 0 12 0,1-2-12 0,-4 2 8 16,3-5-8-16,3 5 8 0,-3-4-8 0,3 2 0 15,-1 2 0-15,1-4 0 0,-1 4 0 0,4-3-12 16,-4-1 4-16,4 4 8 15,-4-2-36-15,1 2 0 0,-1-4 0 0,1 2 0 16,-6 2-128-16,1 0-24 0,0 0-6 0</inkml:trace>
  <inkml:trace contextRef="#ctx0" brushRef="#br0" timeOffset="7">23046 6179 1209 0,'0'0'53'0,"0"0"12"16,0 0-52-16,-2 7-13 0,-3-7 0 0,2 6 0 15,-1-2 120-15,2 5 22 0,-3-3 4 0,2 6 1 0,-4 1-79 0,2 0-15 16,0 4-3-16,-2-5-1 0,-2 6-9 15,1 2-1-15,1 3-1 0,-3-3 0 0,3 4-12 0,-2-1-2 16,-1 2-1-16,0 1 0 0,1-3 3 0,-1 4 1 16,-2-2 0-16,2 3 0 0,1-1-3 0,2-4-1 15,-1 1 0-15,4-4 0 0,-3 3-11 0,4-8-3 16,-2 3 0-16,1 0 0 0,-1-1-17 16,2-5-4-16,1-3-1 0,-1 2 0 15,1-4-153-15,2 0-30 0,-5 3-7 0,5-10-1 16</inkml:trace>
  <inkml:trace contextRef="#ctx0" brushRef="#br0" timeOffset="8">23231 6314 1566 0,'0'0'34'0,"0"0"7"0,5-5 2 0,3-1 1 0,-4 4-35 0,3-3-9 0,1-1 0 0,1 1 0 16,-1 3 57-16,-3-3 10 0,9-1 1 0,-5 0 1 15,1-1-22-15,-3 1-5 0,8 2-1 0,-6-3 0 16,1 5-13-16,-3-4-2 0,5 1-1 0,-3-1 0 15,1 6 5-15,-3 0 1 0,-5-3 0 0,6 3 0 0,-8 0-4 0,5 3-1 16,-3-3 0-16,-2 0 0 0,5 6-13 0,-5-1-2 16,2 3-1-16,1-4 0 0,-3 5-2 0,0 2 0 15,5-1 0-15,-3 4 0 0,-2-1-8 0,3 4 0 16,-3-4 0-16,0 6 0 0,0-1 0 0,0 1 0 16,-3-2 0-16,1 3 0 0,4-2 16 0,-4 1 2 15,-1-2 0-15,-4 3 0 0,2 0-8 0,-2-3-2 16,-1 2 0-16,-1-1 0 0,-3 1 10 0,3-6 2 15,-1 4 0-15,-2-4 0 0,0 5-20 0,2-5 0 16,3 0-11-16,-3-3 11 0,1 3 0 0,2-6 0 16,-7 4 0-16,9-4 0 0,-5-1 0 0,0 0 0 15,3-6 0-15,-2 5 0 0,-2-3 0 0,5-2 8 16,-4-7-8-16,3 7 0 0,0-6 0 0,-1 2 0 0,1-5 0 16,0-2 0-1,2 2-23-15,0-2-10 0,3 1-3 0,2-3 0 0,-2 6 24 0,-3 1 12 0,5-5-12 0,0 9 12 16,0-5-9-16,0 7 9 0,0 0 0 0,0 0-9 15,9-4 9-15,-4 4 0 0,0 0 0 16,2 4 0-16,0-4 0 0,1 2 0 0,1 3 0 0,1-3 0 16,1 2 12-16,0 3 5 0,3-1 1 0,-2 1 0 15,0-3 14-15,0-2 4 0,2 5 0 0,1-1 0 16,2 0-7-16,-3 5-1 0,-2-4 0 0,7 0 0 16,-2 4-5-16,-5-5-2 0,0 5 0 0,-2-3 0 15,1 3-2-15,0-5-1 0,-2 8 0 0,1-7 0 16,-4-1-18-16,-1 5 0 0,8-5 0 0,-9 0 0 0,4 1 0 15,-3-1 0-15,-1 1 0 0,1-1 0 16,-3-1-89-16,6-3-22 0,-1 3-4 16,-5-5-633-16,6 4-128 0</inkml:trace>
  <inkml:trace contextRef="#ctx0" brushRef="#br0" timeOffset="9">23996 7321 0 0,'0'0'0'0,"0"0"0"15,0 0 0-15,0 0 0 0,0 4 151 0,0-4-31 16,0 0 25-16,-5 0 5 0,0 0-54 0,5 0-12 16,0 0-1-16,0 0-1 0,0 0 13 0,0 0 2 15,0 0 1-15,0 0 0 0,0 0-22 0,0 0-4 16,0 0 0-16,0 0-1 0,0-4-17 0,0 4-3 15,0 0-1-15,0 0 0 0,0 0-22 0,0 0-5 16,0 0-1-16,0 0 0 0,0 0 0 0,0 0 0 16,0 0 0-16,0 0 0 0,0 0 3 0,-2 6 1 15,2-6 0-15,-5 5 0 0,5-5-3 0,0 6-1 0,0 1 0 16,0-7 0-16,0 0 3 0,7 7 1 0,-5-1 0 0,1 1 0 16,2-1-2-16,-5 2-1 0,9-5 0 0,-4 3 0 15,-3 0-8-15,6 1-2 0,1 4 0 0,-1-4 0 16,-3-1 7-16,-1 5 0 0,3-2 1 0,1-3 0 15,-4 2-21-15,4 1-12 0,-3 2 2 0,2-2 0 16,0-2 10-16,0 3 12 0,0 1-2 0,1-2-1 16,1 6-1-16,1-6 0 0,-1 4 0 0,4-2 0 15,-2 1-8-15,-1-1 12 0,5-2-12 0,-6 6 12 16,3-6-1-16,0 4 0 0,1 0 0 0,-4-3 0 16,3 3-3-16,-5-1-8 0,3-1 12 0,-3-3-4 15,5 5 4-15,-3-2 0 0,-6-5 0 0,7 7 0 16,-3-2 3-16,3 2 1 0,-4-6 0 0,2 3 0 15,1-1-16-15,-1 2 9 0,1 2-9 0,-2-6 8 0,1 6-8 16,1-3 0-16,4 1 0 0,-4-2 8 0,1 1-8 0,-1-1 0 16,3 2 0-16,0 0 0 0,-2-2 0 0,2 6 0 15,0-7 9-15,-5 5-9 0,7-1 11 0,-4-2-3 16,-3-1 0-16,3 4 0 0,-1-3-8 0,-1-3 0 16,-1 6 0-16,3-6-11 0,-3 4 11 0,2-1 11 15,-1-1-3-15,-1-3 0 0,-3 5-8 0,4 0 12 16,-3-2-12-16,7 2 12 0,-7-5-12 0,1 5 0 15,4-2 0-15,-2 1 8 0,1-1 0 0,-1 2 0 16,-2-4 0-16,4 4 0 0,-3-3-8 0,3-2 8 0,-3 5-8 16,-2-4 8-16,2 4-8 0,-2-5 0 0,2 1 9 15,-2-1-9-15,0 1 0 0,0 4 0 0,2-5 0 16,-5-4 8-16,6 4-8 0,-6-1 0 0,5 1 8 0,-2 1-8 16,-2 0 0-16,1-3 8 0,1-2-8 0,2 5 0 15,-2-3 9-15,0 2-9 0,-5-6 12 0,7 7-12 16,1-3 15-16,-4-2-4 0,-2 3-1 0,1-3 0 15,4 2-10-15,-2-2 0 0,-1 2-10 0,4 3 10 16,-1-3 0-16,-2-1 0 0,0 3 0 0,0-1 10 16,2-3-10-16,-3 4 0 0,-4-1 0 0,0-5 0 15,5 2 0-15,-2 2 0 0,4-2 0 0,-5 3 0 16,3 1 0-16,-2-6 13 0,-3 0-3 0,5 6-1 16,-3-1-9-16,-2-5 0 0,0 0 0 0,0 2 8 15,7 4-8-15,-5-1 0 0,-2-5 0 0,0 2 0 16,0-2 0-16,8 4 0 0,-8 3 0 0,0-7 0 0,0 0 0 15,0 0 0-15,7 0 0 0,-5 7 0 0,0-3 0 16,-2-4 0-16,0 0 0 0,0 0 0 0,6 2 0 16,-6-2 0-16,0 0 11 0,0 0-11 0,7 4 0 0,-7-2 8 15,0-2-8-15,0 0 0 0,0 0 0 0,0 0 0 16,0 0 0-16,0 0 0 0,0 0 0 0,0 0 0 16,0 0 0-16,4 5 0 0,-4-5 0 0,0 0 0 15,0 0 0-15,0 0 0 0,0 0 8 0,0 0-8 16,0 0 11-16,0 0-11 0,3 2 15 0,-3-2-4 15,0 0-1-15,0 0 0 0,0 0-2 0,0 0 0 16,0 0 0-16,0 0 0 0,0 0-8 0,0 0 0 16,2 0 0-16,-2 0-11 0,0 0 35 0,0 0 6 0,0 0 2 15,8-7 0-15,-8 1-32 0,4 0 0 16,-2-1 0-16,-2 0 0 0,5 1 16 0,-5-1-4 0,0-4 0 0,3 5 0 16,0-7-12-16,-3 7 0 0,0-7 0 15,0 2 0-15,4 0 8 0,-4-2-8 0,2 4 0 0,-2-6 9 16,0 2-9-16,0 4 8 0,0-4-8 0,0-2 8 15,0 7-8-15,-2-3 0 0,2-2 0 0,0 2 0 16,-4 4 0-16,4 1 0 0,0-3 0 0,0 0 0 16,0 3 0-16,0 0 0 0,-3 4 0 0,0-3 0 15,6-1 0-15,-3-1 0 0,-3 3 0 0,3 4 0 16,0 0 0-16,0 0 0 0,0 0-11 0,0-3 11 16,-2-1 0-16,2 4-8 0,0 0 8 0,0 0 0 15,0 0 0-15,0 0-8 0,0 0 8 0,0 0 0 16,0 0-8-16,0 0 8 0,0 0-8 0,0 0 8 0,0 0-10 15,0 0 10-15,0 4-12 0,-3 3 12 0,1 0-11 16,2-7 11-16,0 6-10 0,0 1 10 0,-4-1-10 16,4 0 10-16,4-1-10 0,-4 1 10 0,2 1-8 0,-2-1 8 15,3 1 0-15,-1-1-9 0,1 1 17 0,0 2 3 16,-3-3 1-16,0 1 0 0,6 1-12 0,-6-4 0 16,5 3 0-16,-2 4 0 0,-1-5-11 0,3 1-4 15,-2 2-1-15,1-5 0 0,-2 2 16 0,1 1 0 16,2-1 0-16,-3-1 0 0,-2 1 0 0,0 0 0 15,0 1 0-15,5-3 0 0,-5 3 10 0,2 0 5 16,-2-1 1-16,0 1 0 0,5-5-26 0,-5 2-5 16,0 3-1-16,0-3 0 0,0-4 26 0,0 6 5 15,0 1 1-15,0-5 0 0,3 4-16 0,-3-6-18 16,2 5 4-16,-2 1 1 0,0-1 21 0,0-5 4 0,0 2 0 16,0-2 1-16,0 7-13 0,0-3 0 0,0 2 0 0,0-4 0 15,0 5-11-15,-2-3-1 0,2-4-1 0,0 7 0 16,-3-1 21-16,3 0 5 0,-5 1 1 0,5 0 0 15,-2-3-23-15,-3 3-5 0,5-3-1 0,-2-2 0 16,-3 5 24-16,5-3 5 0,-3-2 1 0,-3 4 0 16,3-6-15-16,-4 7-18 0,-1-7 4 0,2 4 1 15,0 3 13-15,1-7 0 0,-4 6 0 0,2-1 0 16,0-3 15-16,-3 2-4 0,-4-1-1 0,4 1 0 16,3-2-10-16,-3 2 0 0,1-1 0 0,-4 1 0 15,4 0 0-15,2-2 0 0,-3 3 0 0,3-3 0 16,-3-2 0-16,3 4 0 0,0-2 0 0,0-2 0 15,2 6 0-15,0-6 0 0,-2 5 0 0,5-3 0 16,-6-2 0-16,8 0 0 0,-7 0 0 0,7 0 0 0,0 4-26 0,0-4 2 16,0 0 1-16,0 0 0 15,0 0-70-15,0 0-15 0,0 0-2 0,0 0-669 16,0 0-133-16</inkml:trace>
  <inkml:trace contextRef="#ctx0" brushRef="#br0" timeOffset="10">25123 9005 403 0,'0'0'17'16,"0"0"5"-16,0 0-22 0,0 0 0 0,0 0 0 0,0 0 0 0,0 0 198 0,0-7 35 15,-7 5 7-15,7 2 2 0,0 0-178 0,0 0-36 16,-2 2-8-16,-3-2 0 0,-5 4-8 0,8-1-2 16,-3-3 0-16,-2 6 0 0,-3-1 27 0,3 1 6 15,2 1 1-15,0 3 0 0,-2-3 16 0,-3-1 4 16,1 7 1-16,-1-2 0 0,3 3-33 0,-3-2-6 15,-1 1-2-15,1 4 0 0,1 1-16 0,-2-3-8 16,0 2 8-16,-2 3-8 0,2-3 20 0,-1 7 0 16,-1-5-1-16,2 1 0 0,-2 4 1 0,4-5 0 15,-1 3 0-15,3-7 0 0,0 7-8 0,2-3-2 16,1-1 0-16,1 2 0 0,-2-5-10 0,2 2-14 0,6 0 3 16,-3 3 1-16,0-3 10 0,0 0 0 15,5-2 0-15,0 3 0 0,-1-1 0 0,-1-4 0 16,4 0 0-16,2 0 0 0,-1 0 0 0,-1-2 0 0,0 2 0 0,1-2 0 15,-6-5 0-15,5 0 0 0,-5 1 0 0,6 0 0 16,4 0 0-16,-2-7 0 0,-1 4 0 0,-2-2 0 16,3-2 0-16,0-2 9 0,6 2-9 0,-2-4 0 15,-3 1 0-15,5-1 0 0,-2-3 0 0,1 0 0 16,-3 1 0-16,5 0 0 0,-5-1-10 0,0-3 10 16,2 3-12-16,-4-4 12 0,5 5-12 0,-6-3 12 15,1-2 0-15,-3 4 12 0,0-3 0 0,3 3 0 16,-6 1-4-16,-1 0 0 0,-3-8 0 0,0 8 0 15,0-5 13-15,0 2 3 0,0-2 0 0,0 1 0 16,-3 1 6-16,-1-2 2 0,-1 5 0 0,0-6 0 0,-2 10-20 16,0-4-4-16,-3 2-8 0,1 2 12 0,-2-3-12 0,0 3 11 15,1 2-11-15,-7 0 10 0,10 0-10 16,-10 0 0-16,8 2 0 0,-6-2 0 0,-1 7 9 16,3-3-9-16,-1-2 10 0,0 4-10 0,-3-1 0 0,7 2 8 15,-4-1-8-15,6 1 0 0,-3-1 0 0,-2 1 0 16,4-1 0-16,-1 5 0 0,3-5 0 0,0 1 0 15,2-1 0-15,0-1 0 0,-2-3-20 0,7 2 2 16,0 3 1-16,-3-3 0 16,3-4-40-16,0 0-8 0,0 0-2 0,3 3-561 15,-3-3-112-15</inkml:trace>
  <inkml:trace contextRef="#ctx0" brushRef="#br0" timeOffset="11">25539 9096 1908 0,'0'0'84'0,"0"0"18"16,0 0-82-16,0 0-20 0,0 0 0 0,0 0 0 0,0 0-13 0,0 0-7 15,-4 0-2-15,4 0 0 0,0 0 10 0,0 0 3 16,-5 0 0-16,-1 4 0 0,6-4 9 16,0 0 0-16,0 0 0 0,0 2 0 0,0-2 0 0,-6 7 0 15,6-7 0-15,-3 6 0 0,-4-1 27 0,7-3 7 16,-3 4 2-16,-1-2 0 0,-3 7 9 0,4-2 3 15,-4-2 0-15,0-1 0 0,4 5-27 0,-4 2-5 16,0-2 0-16,5-3-1 0,-3 3-15 0,0 0 11 16,0-2-11-16,3-3 10 0,-3 1-10 0,5 3 0 15,0-3 0-15,-3-1 0 0,3 1 0 0,0-7 8 16,0 0-8-16,0 0 0 0,3 4 0 0,-3-4 8 16,0 0-8-16,0 3 0 0,0-3 8 0,0 0-8 15,0 0 0-15,5 4 8 0,-3 3-8 0,-2-7 0 0,0 0 0 16,5 4 0-16,-5-4 0 0,0 0 0 0,0 0 0 15,5 6 0-15,-5-6 15 0,0 3-3 0,0-3 0 16,7 4 0-16,0-4-12 0,0 2 11 0,-4-2-11 0,4 0 10 16,3 0 0-16,-3 0 0 0,0 0 0 0,0 0 0 15,2-2-10-15,-1 2 0 0,2 2 0 0,-3-2 0 16,3 0 0-16,1 4 0 0,1-4 0 0,-4 2 0 16,1 3 0-16,3-3 0 0,-7 6 0 0,2-1 0 15,1-1 0-15,-1 1 0 0,-5 0 0 0,3-1 0 16,-3 5 0-16,-2-2 0 0,5-3 0 0,-5 5 0 15,-5 0 0-15,5-2 0 0,5-3 0 0,-2 5 0 16,-1-5 0-16,-2 5 8 0,0-2-8 0,0 1 0 16,5-3 8-16,-5 0-8 0,-5-1 8 0,3 1-8 15,-1 4 12-15,-2-5-4 0,3 0 0 0,-5 5 0 0,0-4 1 16,-1-1 0-16,-1 1 0 0,-1-1 0 0,-4 1-9 16,4 0 8-16,-5-1-8 0,6 0 8 0,-5-1-8 0,-4-3 0 15,9 4 0-15,-5-2 0 0,2-1-10 0,-3 1-4 16,1-4-1-16,-3 0 0 15,2-4-17-15,6 1-4 0,-8 3-1 0,5-6 0 16,0 0-115-16,2-5-22 0,-4 5-5 0</inkml:trace>
  <inkml:trace contextRef="#ctx0" brushRef="#br0" timeOffset="12">25482 9143 2106 0,'0'0'93'0,"0"0"19"0,0 0-89 0,0 0-23 0,0 0 0 0,0 0 0 15,2 0 25-15,8-4 1 0,-3 4 0 0,0 0 0 16,9 0 10-16,-5-5 1 0,5 3 1 0,3-2 0 15,1 2-14-15,1-2-2 0,1-3-1 0,2 5 0 16,0-2-1-16,0 2-1 0,0-3 0 0,-7-1 0 16,0 6-35-16,4-4-8 0,-4 2 0 0,-5-3-1 15,3 5-24-15,-1 0-5 16,-4-2-1-16,4 2-620 0,-4-5-124 0</inkml:trace>
  <inkml:trace contextRef="#ctx0" brushRef="#br0" timeOffset="13">22608 7302 633 0,'0'0'28'0,"0"0"6"0,0 0-34 16,0 0 0-16,0 0 0 0,5 0 0 0,-2-3 124 0,2-1 17 15,-3 4 4-15,3-4 1 0,-3 2-94 0,3 2-20 16,0-5-3-16,-5 5-1 0,0 0 1 0,0 0 0 15,5 0 0-15,-5 0 0 0,0 0-6 0,2-2-2 16,3-2 0-16,-5 4 0 0,0 0 17 0,0 0 3 16,0 0 1-16,0 0 0 0,-5 6-19 0,1-1-4 15,-4 1-1-15,3 1 0 0,-2-1-6 0,2 7 0 16,-2-2-1-16,0 0 0 0,0-2-3 0,-3 4-8 16,3-3 12-16,-3 3-4 0,1-2 7 0,-1 2 1 15,0 0 0-15,0 4 0 0,1-4-2 0,-3 7 0 16,0-2 0-16,-2 1 0 0,-1 0-14 0,0 3 8 15,1-2-8-15,-2-1 0 0,-1 5 8 0,2 0-8 0,-2-1 0 16,0-1 0-16,3 2 0 0,0 0 0 16,-3 6 0-16,2-4 0 0,-2 4 0 0,3-3 0 0,0 0 0 0,-1 0 0 15,-2 3 0-15,6 0 0 0,-4-4 0 0,3 4 0 16,-2 1 8-16,2-5-8 0,-1 4 0 0,2-6 0 16,-1 2 0-16,-1 3 0 0,2-8 0 0,1 3 0 15,-2 0 0-15,0 0 8 0,2-5-8 0,1 5 0 16,-1-5 8-16,0 5-8 0,-2 0 11 0,5-2-11 15,-2-5 11-15,1 2-11 0,4 3 10 0,-1-2-10 16,-5-1 8-16,1 1-8 0,4 2 0 0,-3-8 9 16,4 4-9-16,-6 2 0 0,3-7 0 0,2 4 0 15,0-5 0-15,0 1 0 0,1 5 0 0,-1-7 8 16,0 2-8-16,3-2 0 0,-1-3 0 0,-1 3 0 16,-1-4 0-16,2 6 0 0,1-7 0 0,-1 1 0 15,-2-1 0-15,3-1 0 0,0 1 0 0,0 0 8 0,-1 1 2 16,1-1 0-16,-1 1 0 0,1 0 0 0,-1-3 10 0,1-4 3 15,2 0 0-15,-2 7 0 0,-1-7-11 0,3 0-1 16,-5 6-1-16,5-6 0 0,0 0-2 0,0 0 0 16,0 0 0-16,-2 4 0 0,2-4-8 0,0 0 0 15,0 0 9-15,0 0-9 0,0 0 0 0,0 0 8 16,0 0-8-16,0 0 0 0,0 0 12 0,0 0-1 16,-3 2-1-16,3-2 0 0,-4 0 17 0,4 0 3 15,0 0 1-15,-2-2 0 0,-1-2-9 0,3 4-2 16,0-6 0-16,0 1 0 0,0-1-4 0,0-1 0 15,0 0-1-15,0 1 0 0,0-1-3 0,0 1-1 16,0 0 0-16,-2-1 0 0,-1-4 1 0,3 5 1 0,-2-1 0 16,2-4 0-16,-3 5-2 0,1-1-1 0,2 1 0 15,-3-3 0-15,1 5 0 0,-3-3 0 0,3 1 0 0,-3-5 0 16,0 5-10-16,3-1 0 0,-3 0 9 0,0 3-9 16,3-5 0-16,-3 3 9 0,3-5-9 0,-3 5 0 15,2-5 9-15,3 5-9 0,-2-1 0 0,2 0 9 16,0-4-9-16,0 5 0 0,0-1 0 0,0 5 0 15,0-4 0-15,2 0 0 0,-2-1 0 0,3 3 0 16,-3 4 0-16,0 0-9 0,0 0 9 0,0 0 0 16,0 0-11-16,0 0 11 0,0 0-10 0,0 0 10 15,0 0-8-15,0 0 8 0,0 0 0 0,5 4-9 16,-3 3 9-16,3-1-8 0,-3 0 8 0,3 3-8 16,-2-3 8-16,-3 5-12 0,2 3 12 0,0-4-12 0,3 3 12 15,-3 0-12-15,-2 0 12 0,3 2-12 0,-1-6 12 16,1 4 0-16,1-2 0 0,-1 2 0 0,2-3 0 15,-3-1 0-15,3 2 0 0,0-4 0 0,-1-1 0 16,-1 1 9-16,2-1 0 0,0-1 0 0,-1 1-9 0,1 0-11 16,3-1 3-16,-4-3 0 0,1 2 8 0,0-2 0 15,2-2 0-15,0 0 8 0,3 0 1 0,-1-2 1 16,1-2 0-16,-1 2 0 0,2-5 8 0,0-1 2 16,2 1 0-16,-2 1 0 0,4-3 9 0,1-2 3 15,1-2 0-15,1 2 0 0,-4-2-32 0,3 0-13 16,2 1 1-16,-3-2 0 0,-1-1 12 0,2 2 0 15,-2 0 0-15,-1 3 0 16,2 1-27-16,-1-2-2 0,-3-2-1 0,2 2 0 16,1 4-123-16,-1-1-25 0,1-3-5 0</inkml:trace>
  <inkml:trace contextRef="#ctx0" brushRef="#br0" timeOffset="14">21392 9293 57 0,'0'0'0'0,"0"0"0"0,0 0 0 0,0 0 0 15,0 0 245-15,0 0 44 0,0 0 9 0,0 0 2 16,0 0-213-16,0 0-43 0,-2-4-8 0,2 4-1 0,0 0 6 0,2-7 2 15,-2 7 0-15,0-2 0 0,0-3 4 0,3-1 1 16,-3 6 0-16,0-2 0 0,2-3-7 0,1-1-1 16,-1 0 0-16,0 1 0 0,3-1 4 0,0 0 0 15,0 3 0-15,-1-3 0 0,1-3-22 0,3 2-4 16,-1 1-1-16,0-1 0 0,3 1-4 0,-3-1-1 16,3 1 0-16,1 0 0 0,1 1 4 0,1-1 0 15,-2-1 0-15,4 7 0 0,2-2-16 0,-3-3 9 16,-5 5-9-16,4-2 8 0,-4-2-8 0,-1 4 0 15,1 0 0-15,-2 4-11 0,1-2 11 0,-4 3 0 16,4-3 0-16,-3 5 0 0,-1-3 0 0,-2-2 0 16,3 5 0-16,0-3 0 0,-5 2 0 0,3 1 0 0,-1 4 0 15,1-3 0-15,-6-1 0 0,1 4-8 16,2 2 8-16,-3-2 0 0,1 1 0 0,-1 6 0 0,-2-5 0 16,1 0 8-16,2 4-8 0,-3-4 0 0,-3 4 0 0,1-1 0 15,-5 1 0-15,3-4 0 0,-1 4 0 0,-2-3 0 31,0-1-24-31,-3 4-4 0,4-4 0 0,-4-1 0 0,3 0 13 0,-2 1 3 0,-1-2 0 0,1-5 0 16,-1 0 12-16,3 1-11 0,-2 4 11 0,2-9-10 16,2 4 10-16,-2-1 0 0,3-3 0 0,-1 2 0 15,1-4 0-15,-1 0 0 0,5 0 0 0,-2 0 0 16,4-4 11-16,3 4-3 0,-5 0 0 0,5 0 0 16,0 0-8-16,0 0 0 0,0-7 0 0,0 7 0 15,5-2-12-15,-2-2 12 0,4-3-10 0,0 7 10 16,1-2 0-16,1-2 0 0,-2 4 13 0,5-4-4 15,0 1 6-15,0 3 1 0,0 0 0 0,0 0 0 16,3 0-8-16,-1 3-8 0,3 1 11 0,-2 2-11 0,-1-1 15 16,0-3-4-16,1 4-1 0,-1 1 0 0,0-3 2 0,1 7 0 15,0-4 0-15,-1-1 0 0,0 3-4 0,-2-3 0 16,0 5 0-16,0-5 0 0,1 5-8 0,-4-2 8 16,3-2-8-16,-2 4 8 0,-3-5-19 0,0-2-4 15,3-2-1-15,-3 5 0 16,-3-7-100-16,1 4-20 0,3-2-4 0,-8-2-639 0</inkml:trace>
  <inkml:trace contextRef="#ctx0" brushRef="#br0" timeOffset="15">22012 9262 1753 0,'-5'-12'77'0,"5"7"17"15,-2 5-75-15,2 0-19 0,0-6 0 0,2 0 0 0,1 3 32 16,2-3 4-16,-3 1 0 0,5-1 0 0,1 1-36 0,-1-1 0 16,2-1 0-16,1 1 0 0,0-1-9 0,0 1 9 15,1 0-8-15,-1 1 8 0,2-1 0 0,0 4-8 16,-2-5 8-16,1 2 0 0,0-1 0 0,-2 6 0 16,1-5 0-16,-1 3 11 0,1 2 4 0,-3 0 1 15,3 0 0-15,-3 2 0 0,0 3-4 0,0-1-1 16,0-2 0-16,1-2 0 0,-1 7-11 0,0 0 0 15,-2-1 0-15,2 1 0 0,-2 3 0 0,-3 3 0 16,3-2 0-16,-2 2 0 0,-1 5 0 0,-2-5 0 16,0 6 0-16,-2 1 0 0,-1-3 0 0,-2 2 0 15,1-2 0-15,-1 3 0 0,-3 2 0 0,1-3 0 16,0-1-12-16,0-3 12 0,-3 2-16 0,3 3 5 16,-2-8 1-16,-1 6 0 0,0-5 10 0,-2 0-8 15,0-2 8-15,2 2-8 0,-2-7 8 0,3 5 0 0,-1-4 0 16,-1 0 0-16,0-3 11 0,0-2-3 0,1 2 0 0,3-4 0 15,-5 0-8-15,5 0 0 0,-1 0 0 0,1 0 0 16,0-4 0-16,0 4 0 0,-1-2 0 0,1-2 0 16,2-3-17-16,0 0-6 0,-1 3-1 0,1 2 0 15,2-3 6-15,-2 3 1 0,3-2 0 0,-2-3 0 16,1 7 17-16,3 0 0 0,0 0 8 0,0 0-8 16,0 0 21-16,0 0-1 0,0 0-1 0,7 0 0 15,3 7 11-15,1-7 2 0,2 0 1 0,1 4 0 16,3-2-1-16,0-2 0 0,-1 5 0 0,1-3 0 15,3 2-15-15,-1 3-3 0,-2-3-1 0,0-1 0 16,-1 3 10-16,4 0 1 0,-6 1 1 0,3-1 0 0,-3 1-9 16,1 3-3-16,2-3 0 0,-3 0 0 0,-2 4-13 0,0-5 11 15,-2 1-11-15,2 3 10 0,-3-1-10 0,1-3-9 16,-1-2 9-16,1 3-13 16,-3 0-120-16,3 0-24 0</inkml:trace>
  <inkml:trace contextRef="#ctx0" brushRef="#br0" timeOffset="16">21296 10027 1234 0,'0'0'55'0,"0"0"11"0,-2 0-53 0,2 0-13 0,0 0 0 0,0 0 0 16,0 0 25-16,0 0 3 0,0 0 0 0,-3 0 0 31,3 0-49-31,0 0-10 0,0 0-1 0,-2 0-1 0,-1 5 25 0,1-3 8 0,0 2 0 0,-1-2 0 15,1 3 0-15,-1 1 0 0,-2 1 0 0,3 0 0 16,0-1 18-16,-3 5 4 0,0-3 1 0,-2 3 0 16,0 2-7-16,2 0-2 0,-5 3 0 0,3-1 0 15,0 2 12-15,-2 2 2 0,-2-1 1 0,2 1 0 16,-1 0-2-16,1 6-1 0,-1-2 0 0,1 1 0 16,-1-4-4-16,1 6-1 0,1-3 0 0,-1-3 0 0,-1 4-4 15,1 4-1-15,-1-2 0 0,0 0 0 0,0 4-5 16,1 1-2-16,-3-1 0 0,3 1 0 0,-2 1-9 15,0-1 0-15,-2-2 0 0,-1 4 0 0,2-3 0 0,0-6 0 16,-2 7 0-16,-1-1 8 0,1-4-8 0,-1 0 0 16,3 2 0-16,1-4 0 0,-2-2 16 0,1 1 2 15,0 2 0-15,3-6 0 0,-1 4 1 0,0-3 0 16,1-7 0-16,-1 4 0 0,0-4-9 0,4 5-2 16,-2-5 0-16,1 0 0 0,2 4 7 0,-2-4 1 15,0 0 0-15,0-2 0 0,2 2-3 0,-2 0 0 16,-1 0 0-16,3 2 0 0,0-2 3 0,1 0 1 15,-3 0 0-15,2-2 0 0,0-3-17 0,0 3-12 16,0 1 1-16,3-4 1 0,-3-1-3 0,3-1-1 0,0 3 0 16,-1-3 0-16,1-4-7 0,-1 5-2 0,1-3 0 15,2-2 0 1,-3 5-31-16,3-7-6 0,0 0-2 0,-2 0 0 16,2 0-22-16,-5 4-4 0,5-4 0 0,0 0-1 15,0 0-56-15,0 7-11 0</inkml:trace>
  <inkml:trace contextRef="#ctx0" brushRef="#br0" timeOffset="17">20589 11477 518 0,'0'0'46'0,"0"0"-37"16,0 0-9-16,0 0 0 0,0 0 128 0,2-6 24 16,1 6 5-16,2-7 1 0,-5 7-97 0,0 0-19 15,3-2-4-15,-3 2-1 0,0 0 7 0,0 0 2 16,4-4 0-16,-4 4 0 0,0-7 2 0,2 3 1 15,-2-3 0-15,0 5 0 0,0-2 6 0,0-3 1 16,0 1 0-16,-2-1 0 0,2 3-10 0,-2-2-2 16,0-1 0-16,-1 1 0 0,1-8-3 0,-1 8-1 0,0-5 0 0,-1-2 0 15,2 0-4-15,-3 3 0 0,0-4-1 16,2 1 0-16,1 2-18 0,0-2-3 0,-1 1-1 0,1 1 0 16,2 2-13-16,-2-2 8 0,-1 4-8 0,1-3 0 15,-1 3 0-15,0 1 0 0,3-1 0 0,-2 5 0 16,2-2 0-16,-2-2 0 0,2 6 0 0,0-5 0 15,2 3 0-15,-2 2 0 0,0 0 0 0,0 0-10 16,0 0 10-16,0 0-12 0,0 0 12 0,0 0-12 16,0 0 4-16,0 0 0 0,5 7 0 0,-2-1 0 15,2 0 0-15,-3 1 0 0,3-1 0 0,-3 5 0 16,-2 2 8-16,2 0-10 0,-2 5 10 0,0-1-10 16,-2-2 10-16,2 7-10 0,-2-3 10 0,-1 1-10 15,1 3 10-15,0-3 0 0,-3 4 0 0,-1-5 0 0,4 3-8 16,-2-2 8-16,1-8-8 0,-2 8 8 0,3-7 0 15,-3 2 0-15,3-2 0 0,0-4 0 0,-1 1 0 16,1-3 0-16,2 0 0 0,0-1 0 0,0-6 13 0,0 0 2 16,5 7 0-16,-1-7 0 0,3 0 5 0,3-2 2 15,0-3 0-15,-1-1 0 0,3-1-2 0,2 0 0 16,1-3 0-16,0 1 0 0,-1-2-5 0,3-1-2 16,2-6 0-16,0 5 0 0,3-4 1 0,-3 2 0 15,3-3 0-15,0 1 0 0,2 4-14 0,-3 2 0 16,-2 3 0-16,-2-3 0 0,3 2-9 0,-4-2-5 15,-1 4-1-15,-1-3 0 16,0 3-35-16,-4 5-7 0,0-2-2 0,-3-3 0 16,3 7-130-16,-4-4-27 0,-6 4-4 0,0 0-2 0</inkml:trace>
  <inkml:trace contextRef="#ctx0" brushRef="#br0" timeOffset="18">20251 12229 979 0,'0'0'87'0,"0"0"-70"16,-3 0-17-16,0 0 0 0,3 0 164 0,-2 0 28 16,-1 0 7-16,-1 0 1 0,-1 0-157 0,5 0-31 15,-2 7-12-15,-1-1 8 0,1 1 12 0,-3-1 3 16,3 5 0-16,0 2 0 0,-1 0 2 0,1 4 1 0,2 3 0 16,0-3 0-16,0 7 13 0,0 2 2 0,0-2 1 0,0 6 0 15,0 0-21-15,-3 3-4 0,0 3-1 0,-4 0 0 16,0-4-16-16,-3 7 0 0,1-5 8 0,2 4-8 15,0-6 0-15,-1-1 0 0,1-8 8 0,0 1-8 16,-3-4 0-16,5-1 0 0,1-2 0 0,-1-4 0 31,0-2-34-31,2-4-4 0,3-7-1 0,0 0-858 0</inkml:trace>
  <inkml:trace contextRef="#ctx0" brushRef="#br0" timeOffset="19">20813 12357 806 0,'-10'-5'72'0,"6"5"-58"16,1-2-14-16,-2-2 0 0,0 2 118 0,0-3 21 0,3 5 4 0,-2-6 1 15,-1 6-97-15,-1-4-19 0,4 4-4 0,-2-3-1 16,1-1 28-16,-2 2 5 0,0-2 2 0,-1 4 0 16,1-2-25-16,0-3-5 0,-2 5 0 15,2-2-1-15,-3-2-6 0,1 4-1 0,3 0 0 16,-4 0 0-16,1 0 12 0,0 6 1 0,-1-6 1 0,2 5 0 15,-2-3-10-15,1 4-3 0,-5 1 0 0,4-3 0 16,-1 7-1-16,2-3-1 0,0 4 0 0,-3-6 0 16,5 7-5-16,-2 0-1 0,0 0 0 0,0 4 0 15,2-3-4-15,-2 3-1 0,1-5 0 0,2 1 0 16,2 5-8-16,-1-1 0 0,1-8 0 0,2 8 0 16,0-4 0-16,2-2 0 0,1-2 0 0,1 2-11 15,1-5 3-15,0 1 0 0,5-3 0 0,-3-2 0 16,3-2 8-16,-1 0-8 0,1 0 8 0,2-2-8 15,-3-5 8-15,3 3 0 0,0-2 0 0,1-1 0 0,-4-4 0 16,3 2 0-16,-2-4 0 0,1-2 0 16,-1 7 9-16,2-5-9 0,1-2 12 0,-4 1-12 0,1-1 19 15,-1-2-3-15,1 4-1 0,-1-4 0 0,1 4-3 0,-3 2-1 16,0-2 0-16,-1 7 0 0,0-1-11 0,-3 1 12 16,-1 1-12-16,-2 5 12 0,0 0 1 0,0 0 1 15,0 0 0-15,0 0 0 0,-5 7-14 0,3 4 8 16,-2 1-8-16,-2 1 0 0,-1-2 8 0,0 9-8 15,2-3 0-15,0 2 0 0,0 1 11 0,-1 4-11 16,3-7 12-16,-2 9-12 0,0-2 28 0,3 2 0 16,-3-2-1-16,3 2 0 0,-3 4-15 0,2-1-2 15,-1 3-1-15,-1-2 0 0,0 3-9 0,0 1 0 0,3-3 0 16,0-6 0-16,-3 2 0 0,5-3 0 16,-3-1 0-16,6-3 0 15,-1-7-40-15,1 4-1 0,-1-6 0 0,3-5-652 0,0 1-131 0</inkml:trace>
  <inkml:trace contextRef="#ctx0" brushRef="#br0" timeOffset="20">17219 7128 1447 0,'0'0'64'0,"0"0"13"0,0 0-61 0,-5 0-16 0,0 0 0 0,-2 0 0 0,7 0 27 16,-5 3 2-16,3 1 1 0,-3 0 0 0,5-4-17 0,0 0-3 15,0 3-1-15,0-3 0 0,-3 6 12 0,1-2 3 16,2-4 0-16,0 7 0 0,0-7-2 0,0 2 0 15,-2 4 0-15,4-2 0 0,0 3-2 0,1-1 0 16,-3 1 0-16,0 4 0 0,5-4-20 0,0-1 9 16,-5 7-9-16,2-7 0 0,0 7 24 0,1-2-1 15,-1 2-1-15,-2-2 0 0,2-2 6 0,3 6 2 16,1-2 0-16,-2 0 0 0,1 0-10 0,0 0-3 16,2 4 0-16,2-4 0 0,-1 5 0 0,-1-5 0 15,0 6 0-15,3-6 0 0,-3 4-7 0,0 3-2 16,0-3 0-16,1 0 0 0,-1 3-8 0,0-2 8 15,0-3-8-15,0 6 8 0,0-6-8 0,-1 9 0 16,-2-4 9-16,1 3-9 0,0-5 8 0,0 6-8 0,0-5 8 0,1 1-8 16,2-3 13-16,-1 3-1 0,0-3-1 0,1 3 0 15,1-3 0-15,-2 2 0 0,1-6 0 0,1 5 0 16,1-1 0-16,-3-4 0 0,3 4 0 0,-3-2 0 16,3-1-3-16,-3 3-8 0,0 0 12 0,0 3-4 15,0-7 0-15,-2 4 0 0,0 2 0 0,0 5 0 16,2-4-8-16,-2 1 8 0,-5 1-8 0,5 0 8 15,-1-3-8-15,-2 1 0 0,1-3 9 0,2 1-9 16,2-3 20-16,0 2-1 0,-2-4 0 0,0 0 0 16,2-2-19-16,0 2 0 0,-4 0 8 0,4-3-8 15,-2 1 0-15,0-2 0 0,0 2 0 0,-1-2 0 16,-2 2 0-16,1-5 12 0,2 5-3 0,-3-5 0 0,3 1-9 16,-2-1 0-16,-1 5 0 0,0-4 0 15,1-1 11-15,-1 1-3 0,-4-1-8 0,4 1 12 0,-2-1-12 16,0-6 9-16,0 6-9 0,0-6 8 0,0 0-8 0,0 0 8 15,0 0-8-15,0 0 8 0,0 0-8 0,0 0 10 16,0 0-10-16,0 0 10 0,0 0-10 0,0 0 0 16,0 0 0-16,0 0-11 15,0 0-40-15,0 0-8 0,8 0-1 0,-8 0-1 16,0 0-121-16,4 5-24 0,-4-5-5 0,0 0-1 0</inkml:trace>
  <inkml:trace contextRef="#ctx0" brushRef="#br0" timeOffset="21">17726 8591 633 0,'0'0'28'0,"0"0"6"0,0 0-34 0,0 0 0 0,0 0 0 0,0 0 0 16,0 0 83-16,0 0 9 0,0 0 3 0,0 0 0 15,0 0-64-15,-2-2-13 0,2 2-2 0,0 0-1 16,-3-5 21-16,3-1 5 0,0 1 1 0,0 5 0 16,0-2 7-16,0-2 2 0,3-3 0 0,-1 1 0 15,-2 0 17-15,3-1 3 0,-1 1 1 0,2-1 0 16,-1 3-1-16,0-3 0 0,-1 0 0 0,1 1 0 16,1-5-20-16,-2 5-4 0,6-3-1 0,-3-1 0 15,-1-4-17-15,3 8-3 0,1-7-1 0,-4 2 0 16,4-2 5-16,-1 2 1 0,0-2 0 0,0 0 0 0,1 2-18 15,1-2-3-15,-1 0-1 0,-4 1 0 0,3-2-9 16,-2 3 0-16,3-2 0 0,-1 3 8 0,-2 1-8 0,0-2 8 16,1 0-8-16,-1 3 8 0,0 1-8 15,-2 0 12-15,-3-3-12 0,2 5 12 0,-2 3-12 0,2-2 0 16,0 2 9-16,-2 2-9 0,0 0 0 0,0 0 9 16,0 0-9-16,0 0 0 0,0 0 0 0,0 0 0 15,0 0 0-15,0 0 0 0,3 2 0 0,0 4-9 16,-3 3 9-16,2 0 0 0,-2-3 0 0,0 1-8 15,0-1 8-15,-2-1 0 0,2 6 0 0,-3-3 0 0,0-1 0 16,3 3 0-16,-2 3 0 0,0 1 0 0,0-1 0 16,-1-3-8-16,1 8 8 0,-1-3 0 0,-2 2 0 0,1-4 0 15,-1 5 0-15,0-6 0 0,3 1 0 16,-3-2 0-16,-2 3 0 0,4-4 0 0,-2-3 0 16,3-1 0-16,-3-4 0 0,3 7 0 0,-3-3 0 0,3 1 8 15,-3 0-8-15,2-5 0 0,-1 2 0 0,1 3 0 16,-2-1 0-16,3-1 0 0,-1-3 0 0,3-2 0 15,-2 4 0-15,-2 2 8 0,-1-4-8 0,0 3 0 16,0-3 0-16,0 2 0 0,3-4 0 0,-3 7 8 16,0-7-8-16,0 4 9 0,1-2-9 0,-1-2 10 15,-3 0-1-15,4 5 0 0,-1-5 0 0,-3 0 0 16,4-5 8-16,-3 5 2 0,-3 0 0 0,3 0 0 16,-3 0 4-16,1 0 1 0,-1-2 0 0,1-2 0 15,-1 4 0-15,-2-5 1 0,-1 3 0 0,2 2 0 0,-1-4 3 16,-1-3 1-16,2 7 0 0,-4-2 0 0,5-2-11 15,1 2-2-15,-6-2-1 0,6 4 0 0,-3 0-15 0,0 0 8 16,0 0-8-16,2 0 0 0,1 0 0 0,-1 0 0 16,3 4 0-16,0-4 0 0,2 0 0 0,0 0 0 15,-2 0 0-15,4 0 0 0,3 0 0 0,-5 0 0 16,1 0-9-16,-1 0 9 0,0 0-16 0,5 0 2 16,0 0 1-16,0 0 0 15,0 0-86-15,0 0-17 0,0 0-3 0,0 0-618 16,0 0-124-16</inkml:trace>
  <inkml:trace contextRef="#ctx0" brushRef="#br0" timeOffset="22">17752 9096 1209 0,'0'0'53'0,"-4"0"12"0,-1 0-52 0,3 4-13 0,2-4 0 0,0 0 0 15,0 0 116-15,0 0 21 0,-6 2 4 0,6-2 1 16,0 0-108-16,0 0-22 16,0 0-4-16,0 0 0 0,8 5 16 0,-3-3 3 0,-1-2 1 0,4 0 0 15,1 0 16-15,-2 0 4 0,3-2 1 0,2-3 0 16,0 5-25-16,0-2-6 0,3-2-1 0,1 0 0 15,-1 2-7-15,2 2-2 0,-3-5 0 0,1 5 0 16,1 0-8-16,-3 0 0 0,1 0 0 0,0 0 0 16,-2-2 0-16,3 2 0 0,-6 2 0 0,4-2 0 15,-2 0 0-15,1 0 0 0,1 0 0 0,-4 0 0 16,1 0 0-16,-1 0 10 0,1 0-10 0,-1-2 10 16,-1 2-1-16,1-5 0 0,-2 3 0 0,3-2 0 15,-5 4-9-15,5-3 0 0,-3-1 0 0,-3 4 8 16,4 0-8-16,-3 0 0 0,-5 0 0 0,0 0 0 15,0 0 0-15,4 0 0 0,-4 0 0 0,0 0 0 16,5 7 0-16,-5-7 0 0,0 0 0 0,0 6 0 0,0 1 15 16,0-2 7-16,0 1 2 0,-2 0 0 0,-1 1-24 0,-1-3 0 15,-1 3-10-15,0 1 10 0,2-2 0 0,-1 5 16 16,-3-4-2-16,-1 0 0 0,3-1-6 16,1 5-8-16,-4 0 11 0,1-3-11 0,0 3 16 0,0-4-3 15,-2 6-1-15,1-2 0 0,-4 2 4 0,2-1 0 16,1 1 0-16,-3 1 0 0,0 1 5 0,0-2 2 15,0 0 0-15,0 4 0 0,-3-2-23 0,6-1 0 16,1 3 0-16,-1-5 0 0,-5 6 0 0,1 0 0 16,2-6 0-16,-2 6 0 0,4-4 0 0,-3-2 0 15,0 5 0-15,0-2 0 0,2 0-12 0,1-2-3 16,-1-4-1-16,3 6 0 0,-3-6 6 0,1 4 1 0,1-3 0 0,3 3 0 31,-2 1-143-31,0-3-29 0,2-1-6 0</inkml:trace>
  <inkml:trace contextRef="#ctx0" brushRef="#br0" timeOffset="23">15863 7167 460 0,'0'0'20'0,"0"0"5"15,0 0-25-15,0 0 0 0,-2 4 0 0,-3-4 0 16,2 3 143-16,1 1 23 0,-3 0 5 0,1-2 1 0,-1 5-124 0,2-7-24 16,3 0-4-16,-5 7-2 0,1-3-18 0,-1-2 10 15,2 3-10-15,-2-3 8 0,0 2-8 0,1 3 10 16,-3 3-10-16,1-1 10 0,2-3 1 0,-1 5 0 16,-5 2 0-16,4 0 0 0,-2-2 8 0,3 6 1 15,-2-2 1-15,-3 3 0 0,-1-1-7 0,-2 0-2 16,1 3 0-16,1-4 0 0,-2 5 4 0,4-2 0 15,-4 1 0-15,2 0 0 0,-1 1 0 0,-1-2 1 16,2 1 0-16,-2-2 0 0,4 1-1 0,-3-2-1 16,0 3 0-16,3-1 0 0,-1-2 7 0,-2 3 2 15,2-2 0-15,1 1 0 0,-1 5-16 0,-2-4-8 16,0 1 8-16,0-2-8 0,0 1 0 0,-1 0 0 0,2 1 0 16,1-2 0-16,-4 1 9 0,2-2-9 0,0 1 12 15,0 0-12-15,-3-1 12 0,3 1-12 0,0 5 12 16,3-4-12-16,-4 1 0 0,2-1 0 0,1-1 0 15,-2 1 0-15,2 4 10 0,1-5-10 0,-1-1 8 0,1 1-8 16,1-2 0-16,1 1 8 0,-3-5-8 0,3 6 0 16,-2-6 8-16,1 4-8 0,1-3 8 0,-3-1-8 15,3 4 8-15,0-4-8 0,0 0 0 0,0 4 8 16,-1-4-8-16,1 5 12 0,0-6-12 0,0 1 12 16,0 5-12-16,-1-5 0 0,1 0 9 0,0 4-9 15,0-4 19-15,-1-2-1 0,2 2 0 0,-2 0 0 16,3-2-18-16,-2-3-16 0,0 3 4 0,0 0 0 15,0-2 12-15,2 2 13 0,0-5-2 0,-2 5-1 16,2-3 3-16,0-1 1 0,-2 4 0 0,5-4 0 0,-1 4-14 16,-2-3 9-16,3-1-9 0,-3 1 8 15,3 1-8-15,-3-3 0 0,-3 5 0 0,4-4 0 0,-1 6 0 0,0-7 8 16,-2 5-8-16,0-4 0 0,-1 3 0 0,3-1 0 16,1-3 0-16,-1 1 0 0,0 0 0 0,0-3 0 15,1 3 0-15,-1-3 0 0,3-2 0 0,-4 4 8 16,4-1-8-16,0-3 0 0,2-2 19 0,-5 6-2 15,0-1 0-15,0-3 0 0,3 2-5 0,-3 0-2 16,1-2 0-16,1 5 0 0,-2-2-10 0,2-3 8 16,1-2-8-16,2 0 8 0,-2 4-8 0,2-4 10 15,0 0-10-15,-2 0 10 0,-3 0 2 0,5 0 1 16,-5 0 0-16,5 0 0 0,-3-4 4 0,-1 4 1 0,2-2 0 16,2 2 0-16,-5-5-2 0,2 5 0 15,-2-7 0-15,3 7 0 0,0-2-8 0,-3-2-8 0,2 4 12 0,1-4-12 16,-1 4 8-16,1-2-8 0,-1-3 0 15,1 5 0-15,0-2 0 0,0-2 0 0,2-3 0 0,-5 5 0 16,5-2 16-16,-3-2-3 0,3-1-1 0,-2 1 0 16,-1-1 10-16,3 0 2 0,0-4 0 0,0 5 0 15,0 0-13-15,3-1-3 0,-6-4 0 0,3-2 0 16,3 7 1-16,-3-5 0 0,2 2 0 0,-2-2 0 16,0 5-9-16,3-5 12 0,-3 5-12 0,0-1 12 15,0 1-12-15,2-1 0 0,-2 2 0 0,3 3 0 16,-3 2 0-16,0 0 0 0,0 0-8 0,0-4 8 15,0 4 0-15,0 0-9 0,0 0 9 0,0 0 0 16,4 0-9-16,-4 0 9 0,0 0 0 0,0 0-9 16,0 0 9-16,0 0 0 0,0 0 0 0,0 0-8 0,0 0 8 15,0 0 0-15,0 0 0 0,2 4 0 0,-2 7 0 0,0-2-10 16,0 2 10-16,0 2 0 0,0 0-9 0,0 0 9 16,0 4 0-16,-2-4-9 0,2 5 9 0,0-6 0 15,0 6 0-15,0-5 0 0,0 0 0 0,2 0 0 16,-2-2 0-16,0-1 0 0,0-1 0 0,3 2 0 15,-3-4 0-15,0-1 0 0,0 1 0 0,2-1 0 16,1 0 0-16,-3-6 0 0,0 0 0 0,0 0 0 16,2 7 0-16,-2-7 0 0,0 0 0 0,3 6 0 15,-3-6 0-15,0 0 8 0,2 5-8 0,3-3 11 16,-5-2-11-16,5 4 12 0,0 1 14 0,2-5 3 16,2-5 1-16,-1 5 0 0,1 0-2 0,1-4-1 15,4-3 0-15,-2 5 0 0,3-4-7 0,-1 1-2 0,3-1 0 16,-3-5 0-16,-4 5-18 0,2 0-17 0,0-1 3 0,3 0 1 15,-1 0 37-15,-2 1 7 0,3 0 1 0,-4-1 1 16,1-4-33-16,1 5 0 0,-4-5 0 0,1 5 0 16,-1-3-14-16,-2 2 0 0,1 1 0 0,1-1 0 31,-4-1-20-31,2 1-4 0,0 1-1 0,1-1 0 16,-4 5-41-16,4-4-9 0,-3-3-2 0,2 7-600 0,0-5-120 0</inkml:trace>
  <inkml:trace contextRef="#ctx0" brushRef="#br0" timeOffset="24">14659 9193 633 0,'0'0'28'0,"0"0"6"0,0 0-34 0,0 0 0 0,0-4 0 0,2 4 0 16,-2 0 121-16,0-7 18 0,0 7 3 0,0-2 1 15,0 2-108-15,0-4-22 0,0 0-4 0,0 4-1 16,-2-2-8-16,2 2 0 0,0 0 0 0,-3-5 0 16,-2 5 0-16,3-2-14 0,-1-2 5 0,3 4 1 15,0 0 8-15,-5 0 11 0,1-2-3 0,-1-3 0 16,3 5 13-16,2 0 3 0,0 0 0 0,-3-2 0 15,-2-3 48-15,1-1 11 0,1 6 1 0,-2-7 1 16,0 3-10-16,-1-2-3 0,1 6 0 0,-3-7 0 16,1 7-12-16,2-2-4 0,-5-2 0 0,4 4 0 0,-4-2-43 0,1 2-13 15,-2 0 0-15,0 0 8 0,1 0-8 16,-2 2 8-16,2-2-8 0,-2 4 8 0,1-2-8 0,1 3 0 16,-5-3-11-16,3 4 11 0,-2-2 0 0,-1 3 0 15,4-1 11-15,-4 1-3 0,-2 0-8 0,3-1 0 16,-3 5 0-16,3-5 0 0,-1 5 0 0,3-2 17 15,2 2-2-15,1 6-1 0,-1-4-14 0,-2 0 0 16,0 4 0-16,0-1 0 0,0 1 0 0,2 2 0 16,1-2 0-16,-1 3 0 0,-2-2 0 0,3 5 0 15,-1-3 0-15,3 4 0 0,-3 0 0 0,3-5 0 16,0 5 0-16,2-5 0 0,0 7 0 0,2-1 0 0,-1-6 0 16,2-2 0-16,2 3 0 0,0-3 0 0,2 0 0 15,0-4 0-15,3 0 0 0,0 1 0 0,0-8 8 16,2 5-8-16,0-1 0 0,3-1 0 0,2 2 0 0,0-3 0 15,0 1 0-15,0 0 0 0,2-2 8 0,3-1-8 16,2-2 12-16,3-1 0 0,2 1 0 0,0-4 0 16,0 0-12-16,-2 0 0 0,2 0 0 0,-3-4 0 15,4 1 0-15,-1-1 9 0,-1-2-9 0,1-1 12 16,1 1-4-16,-1-1-8 0,-5 0 12 0,3-4-4 16,1 3 8-16,-1-3 0 0,0 1 1 0,-3 1 0 15,0-2-2-15,0-3-1 0,-2-3 0 0,0 5 0 16,0-6 3-16,-2 5 1 0,-1-7 0 0,0 3 0 15,-1-2 1-15,-2-1 0 0,1-4 0 0,-2 7 0 16,-3-2-3-16,0-1 0 0,-2 3 0 0,0-2 0 16,-2 1 8-16,1 0 2 0,-4-1 0 0,0 2 0 0,-2 1-10 15,0-1-1-15,-1 0-1 0,-2 4 0 0,0-4-14 16,0 1 9-16,-1 3-9 0,-2-2 8 0,-1 3-8 16,-1-2 0-16,1 3-10 0,-4 5 10 0,1-3-15 0,-2-2 3 15,-1 5 1-15,1-5 0 0,0 5 11 0,-1-1 0 16,0 5 0-16,-1-3 0 0,2-1-11 0,-1 6 0 15,0 0 0-15,4 0 0 16,-4 0-33-16,1 0-8 0,2 6 0 0,-3-6-1 16,1 7-87-16,2 0-18 0,3-1-3 0,-4 1-731 0</inkml:trace>
  <inkml:trace contextRef="#ctx0" brushRef="#br0" timeOffset="25">13923 10015 759 0,'0'0'33'0,"0"0"8"0,0 0-33 0,0 0-8 15,0 0 0-15,0 0 0 0,0 0 44 0,0 0 6 16,0 0 2-16,0 0 0 0,0 0-3 0,0 0 0 16,0 0 0-16,0 0 0 0,0 0-4 0,0 0-1 15,-5 0 0-15,0 4 0 0,-2-2-10 0,2-2-2 0,1 6-1 0,-1-6 0 16,-1 7 9-16,2-3 3 15,4-4 0-15,-5 2 0 0,0 5-15 0,-2-3-2 0,5 3-1 16,-3 0 0-16,0-1-14 0,0 1-3 0,3-1-8 0,-3 0 12 16,0 5 4-16,0 0 0 0,-2-2 0 0,3 2 0 15,-1 2 2-15,-3-3 1 0,1 3 0 0,0 0 0 16,0 0 1-16,-3 5 1 0,3-1 0 0,-2-2 0 16,-2 7 3-16,0-7 0 0,1 7 0 0,1-3 0 15,-3-1 2-15,-1 1 1 0,4 0 0 0,-3 1 0 16,2-2-17-16,0 1-10 0,-1 0 12 0,-1 3-12 15,2-2 13-15,-4-1-4 0,1 5-1 0,-1-4 0 16,0 3 0-16,2-4 0 0,-3-1 0 0,1 6 0 16,4-5-8-16,-2 5 0 0,0-4 0 0,0-1 0 15,0-2 10-15,0 3 0 0,0-2 0 0,0 1 0 16,2-2 6-16,-2 1 2 0,3-3 0 0,-3 2 0 16,2 0-4-16,0-3-1 0,3-1 0 0,-2 4 0 0,1-4 0 15,1-1 0-15,-2 2 0 0,3-3 0 0,-3 2-5 16,2 0-8-16,0-3 11 0,0 3-11 0,-1 1 9 0,1-3-9 15,0 1 0-15,0 1 9 0,0-2-9 0,-1 2 0 16,1 0 0-16,-3 0 0 0,3-2 15 0,0 0-3 16,-3-3 0-16,4 3 0 0,-2-4 10 0,1 6 2 15,0-7 0-15,-1 5 0 0,-1-4-10 0,4 3-2 16,3-1 0-16,-4 2 0 0,0-4-12 0,-2-1 0 16,3 7 8-16,-1-7-8 0,-2 1 0 0,1 4 0 15,2-5 0-15,0 5 0 0,-2-4 0 0,2-1 8 16,-2 1-8-16,2-1 0 0,0 1 0 0,-2-1 0 15,2-2 8-15,0 3-8 0,-1-1 0 0,1 1 8 0,0-1-8 16,0 1 0-16,-2 0 15 0,2-1-3 0,0 1-1 0,0-3 0 16,1 2-11-16,-1 1 10 0,2-1-10 0,-2 1 10 15,3-1-10-15,-2-2 0 0,1-1-10 0,1 1 10 16,-4 3 0-16,2-3 20 0,1 3-4 0,1-5 0 16,0 2-6-16,2-4-2 0,-5 2 0 0,5-2 0 15,0 0 0-15,-3 7 0 0,1-7 0 0,2 0 0 16,-5 4 0-16,5-4 0 0,0 0 0 0,-2 2 0 15,2-2-8-15,0 0 0 0,0 0 0 0,0 0 0 16,0 0 0-16,0 0 0 0,0 0 0 0,0 0 0 16,0 0 0-16,0 0 0 0,0 0 0 0,0 0-11 15,0 0 11-15,0 0 0 0,0 0 0 0,0 0 0 16,0 0 11-16,0 0-3 0,0 0 0 0,0 0 0 0,0 0-8 16,0 0 10-16,0 0-10 0,0 9 10 15,0-9-10-15,0 0 0 0,0 0 0 0,-2 2 0 16,2-2 0-16,0 0 0 0,0 6 0 0,0-6 0 0,2 7 0 0,-2-7 0 15,0 0 0-15,-2 7 0 0,2-7 0 0,0 0 0 16,0 0 0-16,0 6 0 0,-3-1 0 0,3-5 0 16,0 0 0-16,0 6 0 0,-2-2 0 0,2-4 0 15,0 0 0-15,0 0 0 0,0 2 0 0,0-2 0 16,0 0 0-16,-3 7 0 0,3-7 0 0,0 0 0 16,0 0 0-16,0 6 0 0,0-6 0 0,0 0 0 15,0 5 0-15,-3-3 0 0,3-2 0 0,0 0 0 16,-2 4 0-16,2-4 0 0,0 0 0 0,-2 6 0 15,2-6 0-15,0 0 0 0,0 0 0 0,0 0 0 0,0 0 9 16,0 0-9-16,0 0 0 0,0 0 9 16,-5 0-9-16,5 0 0 0,0 0 12 0,0 0-4 0,0 0 0 15,0 0-8-15,-5-4 16 0,5 4-3 0,0 0-1 16,-2-2 0-16,2 2 5 0,-3-4 1 0,1 4 0 0,-2-2 0 16,1-3-18-16,-2 3 0 0,5-2 8 0,-2-3-8 15,-1 5 0-15,1-2 0 0,-1-2 0 0,1 1 0 16,2-1 9-16,-2-3-1 0,-1 2-8 0,3-4 12 15,0 1-12-15,0 1 0 0,-2-4 0 0,4-2 0 16,-2 2 0-16,3 0 0 0,-1-4 0 0,3 4 0 16,-3-1 0-16,3-3 0 0,0 4 0 0,-2 5 0 15,1-7 0-15,1 6 0 0,0-2 0 0,-3-2 0 16,3 2 0-16,-3 4 0 0,0-1 0 0,1-3 0 16,-3 5 0-16,3 1 0 0,-3 3 0 0,0-2 0 0,0 4 0 15,0 0 0-15,0 0 0 0,0 0-10 0,0 0-2 0,0 0-1 16,0 0 0-16,0 0 0 0,0 0-1 15,-3 6 0-15,3 1 0 0,-3 4 0 0,3-1 6 0,0-1 8 16,0 2-13-16,0 2 5 0,3 4 8 0,-3-4 0 16,-3 7 0-16,3-3 0 0,-2 3 0 0,2-3-8 15,-4 2 8-15,1 1 0 0,-2-3 0 0,3 1 0 16,-1-6 0-16,1 1 0 0,0 1 0 0,0-3 0 16,-1 1 0-16,3-1 0 0,-2-4 0 0,2-1 0 15,2 0 0-15,1 1 0 0,-1 0 0 0,2-3 0 16,1-2 0-16,0 3 0 0,2-3 8 0,3-2 0 15,-3 0 0-15,3 0 0 0,2 0 1 0,0 0 1 16,2-2 0-16,0-3 0 0,3 3-10 0,1-5 10 16,1 1-10-16,-2-3 10 0,-3 3-2 0,3 4 0 0,-1-5 0 15,1 3 0-15,0-3-21 0,0 7-5 0,-3-6-1 0,3 6 0 32,-3 0-65-32,1 0-12 0,-5 0-4 0,2 4 0 15,0-2-144-15,-3 3-28 0</inkml:trace>
  <inkml:trace contextRef="#ctx0" brushRef="#br0" timeOffset="26">12089 12255 1630 0,'0'0'72'0,"0"0"16"0,0 0-71 15,0 0-17-15,0 0 0 0,0 0 0 0,0 0 67 0,0 0 9 0,0 0 3 0,0 0 0 16,-3 4-19-16,3-4-4 0,0 0-1 0,0 0 0 15,0 0-34-15,0 0-6 0,0 0-2 0,5 7 0 16,2-3-13-16,0-2 0 0,1-2 0 0,1 4 0 16,1-1 12-16,-1 1-4 0,1-4-8 0,2 2 12 15,-2 3 0-15,2-3 0 0,-3 3 0 0,1-5 0 16,2 4 0-16,0-2 0 0,0-2 0 0,0 4 0 16,3-2 2-16,-4-2 0 0,1 0 0 0,1 0 0 15,-4 0-4-15,3 5-1 0,3-5 0 0,-4 2 0 16,-1-2-9-16,-1-2 0 0,4 2 0 0,-4 0 8 15,1-5-8-15,-1 5 8 0,2-2-8 0,-2-2 8 0,1-2-20 16,1 6-5-16,-1-7-1 0,2 2 0 16,-2 3-22-16,-1-5-4 0,1 3 0 15,0-2-1-15,-5-1-116 0,4 1-23 0,-2 2-5 16,1 1-1-16</inkml:trace>
  <inkml:trace contextRef="#ctx0" brushRef="#br0" timeOffset="27">12660 12112 1364 0,'0'0'60'0,"0"0"13"0,0 0-58 0,0 0-15 0,5-2 0 0,0-2 0 16,3-3 32-16,-1 1 3 0,-2 2 1 0,0-3 0 15,4 5 3-15,-2-5 1 0,-2 0 0 0,2 3 0 0,1-2-7 0,-4 1-1 16,3-1 0-16,-2 4 0 15,0-3 18-15,0 3 3 0,2-2 1 0,1 2 0 16,-4-2-17-16,-2 1-3 0,6-1-1 0,-3 0 0 0,-3 2-13 0,5 2-2 16,-2 0-1-16,2-5 0 0,0 5 3 0,1 0 1 15,-3 0 0-15,-1-2 0 0,3-3 15 16,1 5 4-16,-4 0 0 0,4-2 0 0,-3-2-1 0,1 4 0 16,-1 0 0-16,0 0 0 0,2 0-31 0,-2 0-8 15,-5 0 0-15,5 4 0 0,0-2 0 0,2-2-8 16,-5 7 8-16,3-2-12 0,-2 5 12 0,2-1 8 15,-1 2-8-15,-2-3 11 0,1 9-11 0,0-3 0 16,-1-3 0-16,-2 6 0 0,0-4 8 0,0 0 0 16,-2 4 0-16,2-1 0 0,-3 1-8 0,-2 2 0 15,1-1 0-15,-1-1 0 0,-3-2 8 0,2 2 0 16,-2 1 0-16,-2 1 0 0,-2 5 0 0,1-5 0 0,-2 6 0 16,1-2 0-16,3-3-8 0,-6 6 0 0,-2-9 0 15,3 2 8-15,0 4-8 0,-1-4 12 0,1-6-12 16,2 4 12-16,-3-4 5 0,3 0 2 0,1-2 0 0,1-2 0 15,0-3-8-15,3-6-2 0,-3 4 0 0,3-2 0 16,-3-2-1-16,4-2 0 0,-2-2 0 0,3 4 0 16,-2-6-8-16,2-1 0 0,-2 1 0 0,2-7 0 15,3 2 0-15,-3 2 0 0,2-2 0 0,1-2-11 16,-1 3 11-16,3-3 0 0,0 6 0 0,3-4 0 16,-3 4 0-16,2 1 0 0,4-1 0 0,-6 7 0 15,4-2-18-15,3-2-2 0,3 2 0 0,-1 2 0 16,4 0 20-16,-1 0 9 0,2 0-1 0,1 2 0 0,-1-2-8 15,0 6 0-15,3-1 0 0,0-3 0 0,-2 4 18 0,2-1 2 16,-3 1 0-16,2 1 0 0,-1 4-7 0,0-5-1 16,1 3 0-16,-4 2 0 0,2-5-12 0,-1 7 8 15,1-6-8-15,0 4 0 0,-1 0 10 0,-1-3-10 16,2-1 10-16,-2-1-10 0,0 5 0 0,0-5 0 16,3 1 0-16,-1-3 0 0,0 3-8 0,1-5-8 15,-1 3-2-15,3-5-806 16,-3 2-162-16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25T10:57:01.673"/>
    </inkml:context>
    <inkml:brush xml:id="br0">
      <inkml:brushProperty name="width" value="0.05292" units="cm"/>
      <inkml:brushProperty name="height" value="0.05292" units="cm"/>
      <inkml:brushProperty name="color" value="#4472C4"/>
    </inkml:brush>
  </inkml:definitions>
  <inkml:trace contextRef="#ctx0" brushRef="#br0">19666 3854 748 0,'0'0'33'0,"0"0"7"0,3-4-32 0,-3 4-8 16,4-3 0-16,-4 3 0 0,0 0 56 0,0 0 8 15,0 0 3-15,0 0 0 0,0 0-16 0,0 0-3 16,0 0-1-16,2 7 0 0,-2 0-12 0,0-1-3 16,-2 1 0-16,0 3 0 0,0 3-5 0,-1 0-2 15,-2-2 0-15,0 3 0 0,1 5 11 0,-1-2 1 16,0 3 1-16,-2 4 0 0,2 1 10 0,-5 6 1 15,1-1 1-15,-1 1 0 0,1 1-6 0,-4 5 0 16,2-7-1-16,-4 7 0 0,-2-7-24 0,3 7-5 16,2-4-1-16,0-3 0 0,-5 0-3 0,8-6-1 15,1 7 0-15,3-12 0 0,1 0 15 0,-4-1 4 16,1-1 0-16,5-4 0 0,6 0-43 0,-4-6-8 0,-4-1-1 16,2 0-1-1,2-6-108-15,0 0-22 0,0 0-4 0,0 0-1 0</inkml:trace>
  <inkml:trace contextRef="#ctx0" brushRef="#br0" timeOffset="1">19947 3935 403 0,'0'0'36'0,"0"0"-36"0,5-5 0 0,-2 3 0 16,2-2 84-16,-1-3 9 0,3 0 3 0,1 1 0 15,-4-1-35-15,1 1-6 0,3 2-2 0,-3-3 0 16,-1 1 21-16,3-1 4 0,-2 1 1 0,2-1 0 15,0 0-32-15,1 3-7 0,-1-3 0 0,3 5-1 16,-3-2-27-16,0 4-4 0,1-2-8 0,-4 2 11 16,1-4-11-16,0 4 12 0,2 4-12 0,-3-2 12 15,-4-2 7-15,5 4 1 0,3-2 1 0,-6 5 0 16,3-3 2-16,-3 3 0 0,1 0 0 0,-1-1 0 16,3 1-9-16,-5 3-2 0,3-3 0 0,-3 6 0 15,2 0 0-15,-2-2-1 0,0 6 0 0,-2-2 0 16,-1-2-2-16,1 9 0 0,2-2 0 0,-5 3 0 15,0 1-9-15,-5-2 10 0,3 1-10 0,-2 2 10 0,-1 1-10 16,-2-3 0-16,0 4-12 0,0-4 12 0,0-4 0 16,-1 6 20-16,2-6-3 0,-1 2 0 0,2-5-9 0,-2 1-8 15,2 1 9-15,1-6-9 0,-1 1 16 0,-2 0-2 16,2-1-1-16,-1 0 0 0,1-1 1 0,0-2 0 16,0-3 0-16,-1 5 0 0,1-5-14 0,0-1 11 15,1-3-11-15,-1 3 10 0,3-3-10 0,-2-2 10 16,1 0-10-16,1 0 10 0,2-2-10 0,-2-3 12 15,2 5-12-15,1-2 12 0,-1-3-20 0,2-1-4 16,3-1-1-16,0 3 0 0,0 2 13 0,3-4 0 16,-1 1-10-16,3-1 10 0,2-1 0 0,-2 1 0 15,2 0-9-15,3-1 9 0,-3 2 0 0,0 3 12 16,0-2-1-16,3 1-1 0,-3 3-2 0,1 3 0 16,1 1 0-16,1-2 0 0,-4 3 3 0,4 2 0 0,-3-1 0 15,3 0 0-15,-2 1 8 0,1-1 1 0,-2 1 1 16,3 3 0-16,0-3-13 0,-1-1-8 0,1 1 8 0,-1 4-8 15,1-4 17-15,-3 3-1 0,3-3 0 0,-1 1 0 16,-4-1-16-16,3-1 10 0,-2 5-10 0,2-4 8 16,-3 0-8-16,-1-1 0 0,1 0 0 0,0 5 0 15,0-4-22-15,-2 3 0 0,-1-3 0 0,0 2 0 16,3 2-193-16,0 2-38 0,-3-3-8 16,1 3-2-16</inkml:trace>
  <inkml:trace contextRef="#ctx0" brushRef="#br0" timeOffset="2">16466 6326 403 0,'0'0'36'0,"0"0"-36"0,0 0 0 0,0 0 0 15,0 0 111-15,0 0 15 0,-2-4 3 0,2 4 1 16,0 0-38-16,-2-2-7 0,-1-2-1 0,3 4-1 16,0 0-23-16,0 0-5 0,0 0-1 0,0 0 0 15,0 0-21-15,0 0-4 0,0 0-1 0,0 0 0 16,0 0 8-16,0 0 2 0,0 4 0 0,0 2 0 15,0 1-11-15,-2 4-3 0,-3-3 0 0,2 3 0 16,1-2 3-16,-2 8 0 0,-4-4 0 0,3-2 0 16,1 9-27-16,-1-7 0 0,-3 4 0 0,1 0 0 15,0-4 0-15,-1 7 8 0,2-7-8 0,1 4 0 16,0-4 10-16,0 0-10 0,1-2 12 0,-1 2-12 16,2-6 16-16,3-1-4 0,0 0-1 0,0-1 0 0,3 1-11 15,2 1 10-15,-5-7-10 0,4 4 10 0,3-2-1 16,1-2 0-16,-2 0 0 0,5 0 0 0,-2 0-9 15,1 0 10-15,-1-2-10 0,4 2 10 0,3-4-10 0,1-3 0 16,2 5 0-16,0-2 0 0,1-3 0 0,-4 3 0 16,1-2 0-16,0 3 0 0,0-1-11 0,-2-2-7 15,-4-1-2-15,-1 5 0 16,-1-2-140-16,-4-1-28 0</inkml:trace>
  <inkml:trace contextRef="#ctx0" brushRef="#br0" timeOffset="3">16709 6209 460 0,'0'0'41'0,"0"0"-33"0,0 0-8 0,0 0 0 16,0 0 184-16,0 0 36 0,0 0 6 0,0 0 2 16,5 7-154-16,-2 0-30 0,1 6-7 0,-2-3-1 15,-2-1 21-15,0 8 4 0,0-4 1 0,-2 11 0 16,2-4-18-16,-4 3-3 0,-1 6-1 0,0-1 0 16,0 2-9-16,0 0-3 0,-2 8 0 0,-1-4 0 15,2-1 6-15,-4 3 1 0,3 1 0 0,-3 0 0 16,1-4 1-16,-1 1 0 0,0-1 0 0,0-3 0 0,1-4-12 15,2 5-1-15,-3-8-1 0,6 3 0 0,-4-2-14 16,3-5-8-16,1-1 10 0,-1 2-10 0,5-3-9 0,-3 0-8 16,3-9-2-16,3 3-631 15,-1 3-126-15</inkml:trace>
  <inkml:trace contextRef="#ctx0" brushRef="#br0" timeOffset="4">19070 4606 57 0,'9'0'0'0,"-3"0"0"0,-6 0 0 0,4 0 0 15,1-5 0-15,-5 5 0 0,0 0 158 0,5 0 26 16,2-2 6-16,-7 2 1 0,-2-4-105 0,2 4-21 16,0 0-4-16,0 0-1 0,0-2 20 0,0 2 3 15,0 0 1-15,4-4 0 0,-4 4 0 0,0 0 0 16,0 0 0-16,0 0 0 0,5 0-46 0,-5 0-9 15,-2 0-1-15,-5 0-1 0,-1 0 8 0,6 4 1 16,2-4 1-16,-7 2 0 0,-6 2-22 0,7-2-5 16,6-2-1-16,-3 0 0 0,-7 7-9 0,6-7 10 15,4 0-10-15,-7 4 10 0,-1 3-10 0,-1 0 0 16,-4-1 0-16,9 1 8 0,2-1 0 0,-8-2-8 0,-5 7 12 16,4-2-4-16,1-3 8 0,-5 5 0 0,-1-2 1 15,-1 2 0-15,2 0-4 0,-2 1-1 0,1-1 0 16,-4 2 0-16,-1 1-12 0,1-2 0 0,-1 1 0 0,1-2 0 15,-4 2 14-15,1 0-3 0,1 0-1 0,0-2 0 16,-2 6-10-16,0-2 0 0,-5 1 0 0,3-1 0 16,2-2 0-16,2 2-11 0,-4-2 3 0,1 0 0 15,4 0 8-15,-1-2 0 0,1 2 0 0,-1 0 0 16,1 0 0-16,-1-2 11 0,3-2-3 0,-3 1 0 16,5 3-8-16,-2-2 0 0,-3 0 0 0,3-2 0 15,5 2 0-15,-3-3 0 0,0 3 0 0,2 0 0 16,-1-3 0-16,2 5-11 0,-1-2 11 0,-4-4-8 15,2 6 8-15,2-2 0 0,-1-1 8 0,-1-1-8 16,3 2 0-16,-1-2 0 0,0 2-10 0,1-5 10 16,2 5 0-16,0-3 8 0,3 3 0 0,1-5 1 0,-2 6-9 15,1-6 0-15,-3 1 0 0,0-1 0 0,3 1 0 0,-4 3-11 16,1-3 11-16,2-1-12 0,-1 1 12 0,1-1 8 16,0 1-8-16,1 0 11 0,-1-1-11 15,0 1-11-15,1-3 3 0,-1 2 0 0,1 1 8 16,-1-1 0-16,3 1-9 0,-3-1 9 0,3-2 0 0,-3 3 15 15,1 0-3-15,-1-3 0 0,1 3-12 0,1-1-16 16,-1 0 3-16,2-3 1 0,-5 3 12 0,2 5 0 16,0-5 0-16,1-2-9 0,-3 5 18 0,2-2 4 15,1-3 1-15,-1 3 0 0,0-1-14 0,0 1 0 16,5-1 0-16,1 1 0 0,-6-1-14 0,3 3-6 16,-2-3 0-16,1 1-1 0,1 0 21 0,0-1-9 15,-3-4 9-15,1 5 0 0,1-3-8 0,1 2 8 16,-3 1 0-16,4-3 0 0,-2 3-8 0,1-5 8 0,-3 4 0 15,3-2 0-15,0 3 0 0,0 0 0 0,-3-3 0 0,3-1 0 16,-1 3 0-16,-1 0 0 0,2-1 0 16,0-3 0-16,-3 6 0 0,2-6 0 0,2 5 0 0,-2-3 0 15,1-2 0-15,0 5 0 0,0-7 0 0,2 4 0 16,0-1 0-16,0 1 0 0,0 0 0 0,1-1 0 16,-1 1 0-16,3-2 0 0,-6 2 0 0,6-1 0 15,-5-3 0-15,2 4 0 0,0-2 0 0,-2-2 0 16,0 6 0-16,2-6 0 0,0 5 0 0,1-5 0 15,-4 6 0-15,5-6-10 0,1 4 10 0,-3-1-12 16,3-3 12-16,-3 0 16 0,-2 4-4 0,7-4-1 0,0 0-11 16,-3 0 10-16,-3 0-10 0,6 0 10 0,0 0 5 15,0 0 1-15,-6 0 0 0,6 0 0 0,0 0-16 0,0 0 0 16,0 0 0-16,0 0-10 0,0 0 10 0,0 0 0 16,-5 0 8-16,5 0-8 0,0 0 0 0,-4 2 0 15,-1-2 0-15,5 0 0 0,-5 0 0 0,5 0 0 16,-5 0 0-16,5 0 0 0,0 0 0 0,-4 0 0 15,-3-6 0-15,4 3 0 0,1-1 17 0,-1-2 3 16,3 1 0-16,0-3 0 0,0 1-1 0,0-3 0 16,3-1 0-16,-1 4 0 0,1-2-19 0,-3-2 0 15,5-1 8-15,-3 1-8 0,0 5 0 0,3-8-9 16,0 7 1-16,0-3 0 0,-3 1 8 0,0-2 14 16,-4-1-3-16,2 7-1 0,2-3-10 0,3-4 0 15,-3 6 0-15,4-5-11 0,-4 9 11 0,2-4 0 16,-1-1 0-16,-1 3 0 0,-2 4 0 0,3-7 0 15,-1 1 0-15,-2 6 8 0,0 0-8 0,0 0-13 0,0 0 3 16,0 0 1-16,0 0-3 0,0 0 0 0,0 6 0 0,-2 1 0 16,-3-1 0-16,2 1 0 0,-1 3 0 0,-1 1 0 15,5 3 3-15,-3-6 0 0,1 7 0 0,2-2 0 16,-3-4 9-16,1 8 0 0,0-3 0 0,0-2 0 16,-3 3 0-16,0-2 0 0,0 0 0 0,1 1 0 15,-1 3 0-15,2-4 0 0,-2 0 0 0,3 0 0 16,-3-7 8-16,3 5 0 0,-3-4 0 0,2 3 0 15,3-7-8-15,0-3 0 0,-2 6 0 0,2-6 0 16,0 0 0-16,0 4 0 0,0-4 10 0,2 2-10 16,-2-2 28-16,8 5 0 0,-1-5 0 0,0 2 0 15,3 2-15-15,-3-4-3 0,3 0-1 0,-1 0 0 0,3 0 5 16,0 0 1-16,2 0 0 0,1 0 0 0,-3 0-7 0,2 0 0 16,-2 0-8-16,1 0 12 0,-4 0-4 15,1 0-8-15,2 0 11 0,-2 0-11 0,-4 0 12 0,4 0-12 16,-3-4 12-16,0 2-12 0,-1 2 0 0,1-5 0 15,-3 5 0-15,1 0 0 16,0-2-104-16,2-2-25 0,-2 4-5 0</inkml:trace>
  <inkml:trace contextRef="#ctx0" brushRef="#br0" timeOffset="5">20702 4717 1072 0,'0'0'48'0,"0"0"9"0,0 0-45 0,0 0-12 0,0 0 0 0,0 0 0 16,0 0 16-16,0 2 2 0,0-2 0 0,5 6 0 16,0-2 26-16,0-4 4 0,2 7 2 0,0-7 0 15,-2 0-14-15,2 4-4 0,-2-2 0 0,2-2 0 16,2 5-20-16,-1-5-12 0,-1 2 12 0,0 2-12 15,-2-2 30-15,3 5-1 0,1-2 0 0,-1 1 0 16,-2 0-29-16,2 1 0 0,-1-1 0 0,2 1 0 16,-1-1 12-16,-1-2-4 0,3-1-8 0,-1 5 12 15,3-1-12-15,0 0 0 0,2 1 0 0,1-3-10 16,0 1 10-16,-1 1 9 0,0-1-1 0,-1 5-8 16,1-5 17-16,0 1-3 0,1-1-1 0,-3 1 0 0,2 0 0 15,0 3 0-15,1-3 0 0,-1-1 0 0,1 1-13 16,1-1 8-16,1 0-8 0,1 1 0 0,-4 0 9 0,2 4-9 15,1-5 8-15,0 5-8 0,0-3 12 0,0-1-2 16,-3 4-1-16,3 0 0 0,0-3 11 16,-1 3 1-16,-1 2 1 0,2-2 0 0,0-2-7 0,0 1-2 15,-1 4 0-15,1-3 0 0,2 1-5 0,-2 1 0 16,2-2-8-16,-2-2 12 0,0 2-12 0,3 0 8 16,-1-3-8-16,0 5 0 0,-2-2 16 0,2 2-4 15,-5-2 0-15,3 2 0 0,2 0-2 0,-4 0-1 16,0-2 0-16,-1 1 0 0,0 2-9 0,0-3 10 0,-1 2-10 15,1-1 10-15,-2 1-2 0,0-2 0 0,2 3 0 16,1-4 0-16,-3 3 0 0,2 0-8 0,1-2 12 16,-1 2-4-16,1 0-8 0,-3-2 0 0,4-2 0 0,1 1 0 15,-2 3 0-15,-1-2 0 0,-2-2 0 0,3 2 0 16,-1 0 0-16,0-3 0 0,1-1 0 0,-3 3 0 16,2 1 8-16,-2-2-8 0,1 2 0 0,-2-4 8 15,-1 5-8-15,2-1 10 0,-2-4-10 0,-1 1 10 16,1 1-10-16,-1 0 0 0,3-2 0 0,-2-1 8 15,0 0-8-15,-3-1 10 0,3 1-10 0,-1 0 10 16,1 1-1-16,-1-1 0 0,-1-1 0 0,1-3 0 16,1 5-1-16,-3-3-8 0,3 3 12 0,-3-7-4 15,0 6-8-15,1-2 0 0,1-1 9 0,-2 1-9 16,-4-2 20-16,1 4-1 0,1-6 0 0,3 5 0 16,-1 1-19-16,0 1 0 0,0-7 0 0,0 6 0 0,0-2 0 15,1-1 0-15,-1 3 8 0,3-1-8 0,-3-3 0 0,2 2 0 16,-4 3 0-16,2-3 0 0,1-2-9 0,-3 5-6 15,-1-3-1-15,3-2 0 0,-4 2 16 0,2-2 0 16,-1 3 0-16,-4-5 0 0,5 0 0 0,-5 0 13 16,5 6-4-16,0-2-1 0,-5-4 1 0,7 3 0 15,-2-3 0-15,0 6 0 0,-5-6-9 0,7 0 10 16,-7 0-10-16,7 5 10 0,-2-3-10 0,-5-2 0 16,7 0 0-16,-2 0 8 0,-5 0-8 0,7 5 0 15,-7-5 0-15,0 0 0 0,0 0 0 0,0 0 8 16,5 2-8-16,-5-2 0 0,0 0 8 0,0 0-8 0,0 0 8 15,0 0-8-15,0 0 24 0,0 0 0 0,0 0 0 16,0 0 0-16,0 0-11 0,0 0-2 0,0 0-1 0,0 0 0 16,4 0-10-16,-4 0 0 0,0 0 0 15,0 0 8-15,0 0 3 0,0 0 0 0,5 0 0 0,-5 0 0 16,0 0-11-16,0 0 12 0,0 0-12 0,0 0 12 16,0 0-12-16,0 0 0 0,3-7 9 0,-3 7-9 15,0 0 10-15,0 0-2 0,0 0-8 0,0 0 12 16,0 0-12-16,0 0 0 0,0 0 0 0,0 0 0 15,0 0 0-15,0 0 0 0,0 0 0 0,0 0 0 16,0 0 0-16,0 0 0 0,0 0 0 0,0 0 0 16,0 0 0-16,0 0 0 0,0 0 0 0,0 0 0 15,0 0 0-15,0 0 0 0,0 0 0 0,0 0 0 16,0 0 0-16,0 0 0 0,0 0 0 0,0 0 0 16,0 0 0-16,0 0 0 0,0 0 0 0,0 0 0 15,0 0 0-15,0 0 0 0,0 0 0 0,0 0 0 0,0 0 0 16,0 0 0-16,0 0 0 0,0 0 0 0,0-2 13 15,0 2 0-15,-3-5 0 0,3 5 0 0,0-6 7 0,0 3 0 16,-2-5 1-16,2 6 0 0,0-5-5 0,0 3 0 16,-3-2-1-16,3-1 0 0,0 1-15 0,-2-1 11 15,2 1-11-15,0-1 10 0,0 0-10 0,-2-3 0 16,0 3 9-16,2-4-9 0,0 5 0 0,-3-3 0 16,3 3 0-16,-2-5 8 0,-1 0-8 0,1 4 0 15,2-1 0-15,0-3 0 0,-3 5 0 0,3-5 0 16,-2 5 0-16,2-1 0 0,-2 0 0 0,2 0 0 15,-2 1 0-15,2 2 0 0,-3 2 0 0,3 2 0 0,-2-5 0 16,2 5 0-16,0 0 0 0,0 0-12 0,0 0 12 0,0 0-12 16,0 0 0-16,0 0-1 0,0 0 0 0,0 0 0 15,0 7 2-15,0 3 1 0,0-3 0 0,0 0 0 16,0 4 10-16,0-5-8 0,2 1 8 0,1 3-8 16,-1-3 8-16,0-1 0 0,-2 3 0 0,2-5-8 15,1 3 8-15,-3 0 0 0,2-1 0 0,1 1 0 16,-3-1 0-16,2 0 0 0,-2 1 0 0,3 1 0 15,-1-1 0-15,0-1 0 0,-2 1 0 0,0-5 0 16,2 5 0-16,-2 2 0 0,3-3 0 0,-1-4 0 16,1 5 0-16,-1-1-8 0,-2-6 8 0,5 6-8 15,-2-1-5-15,-1 1-1 0,-2-6 0 0,2 4 0 16,-2-4 3-16,0 0 1 0,0 0 0 0,3 7 0 16,-3-7 10-16,0 2 0 0,0-2 0 0,0 7 0 15,0-7 0-15,0 0 0 0,-3 7 0 0,1-3 0 0,2-4 0 0,-5 2 0 16,0 2 0-16,0-4 0 0,0 7 0 0,3-7 0 15,-5 4 0-15,2-2 8 0,0-2-8 16,1 7 0-16,-3-3 0 0,1-2 0 0,2 2 0 16,-3-2 0-16,-1 3 0 0,1-5 0 0,-2 7 0 0,1-7 8 15,-1 6-8-15,-3 1 8 0,0-3 3 0,0 3 1 16,-3-1 0-16,1 0 0 0,2-1 2 0,-2 1 1 16,-1 1 0-16,3-1 0 0,0-4-7 0,0 5-8 15,0 0 11-15,0-3-11 0,0 3 9 0,2-1-9 16,1-6 0-16,-1 6 9 0,3-1-9 0,2-3-12 15,0-2 2-15,1 0 1 16,4 0-115-16,0 0-22 0,0 0-5 0,0 0-541 16,0 0-108-16</inkml:trace>
  <inkml:trace contextRef="#ctx0" brushRef="#br0" timeOffset="6">22852 6236 57 0,'0'0'0'0,"0"0"0"0,0 0 0 0,0 0 0 15,0 0 137-15,0-7 23 0,-3 1 4 0,3 6 0 16,0-7-2-16,0 2-1 0,0 5 0 0,3-2 0 15,-3-4-25-15,0 6-4 0,2-5-2 0,-2 5 0 16,0 0-26-16,0 0-6 0,0 0-1 0,0 0 0 16,0 0-49-16,0 0-11 0,0 0-1 0,0 0-1 15,0 0-15-15,0 0-4 0,-2 7 0 0,-1-1 0 16,1 6-3-16,-3-1-1 0,-2-3 0 0,4 3 0 16,-4 2 1-16,2-3 0 0,1-1 0 0,-4 2 0 15,1 2-2-15,2-2-1 0,0-5 0 0,0 7 0 16,1-6-10-16,-1 4 0 0,3-2 9 0,-1-3-9 0,1 3 0 15,2-1 8-15,-3-3-8 0,1 1 0 0,2-6 0 16,0 2 0-16,0-2 0 0,2 7 8 0,-2-7-8 0,3 4 0 16,-3-4 0-16,0 0 8 0,5 6-8 0,-5-6 8 15,2 0-8-15,5 5 8 0,-2-3-8 0,0-2 11 16,2 0-11-16,0 0 12 0,1-2-12 0,-4 2 8 16,3-5-8-16,3 5 8 0,-3-4-8 0,3 2 0 15,-1 2 0-15,1-4 0 0,-1 4 0 0,4-3-12 16,-4-1 4-16,4 4 8 15,-4-2-36-15,1 2 0 0,-1-4 0 0,1 2 0 16,-6 2-128-16,1 0-24 0,0 0-6 0</inkml:trace>
  <inkml:trace contextRef="#ctx0" brushRef="#br0" timeOffset="7">23046 6179 1209 0,'0'0'53'0,"0"0"12"16,0 0-52-16,-2 7-13 0,-3-7 0 0,2 6 0 15,-1-2 120-15,2 5 22 0,-3-3 4 0,2 6 1 0,-4 1-79 0,2 0-15 16,0 4-3-16,-2-5-1 0,-2 6-9 15,1 2-1-15,1 3-1 0,-3-3 0 0,3 4-12 0,-2-1-2 16,-1 2-1-16,0 1 0 0,1-3 3 0,-1 4 1 16,-2-2 0-16,2 3 0 0,1-1-3 0,2-4-1 15,-1 1 0-15,4-4 0 0,-3 3-11 0,4-8-3 16,-2 3 0-16,1 0 0 0,-1-1-17 16,2-5-4-16,1-3-1 0,-1 2 0 15,1-4-153-15,2 0-30 0,-5 3-7 0,5-10-1 16</inkml:trace>
  <inkml:trace contextRef="#ctx0" brushRef="#br0" timeOffset="8">23231 6314 1566 0,'0'0'34'0,"0"0"7"0,5-5 2 0,3-1 1 0,-4 4-35 0,3-3-9 0,1-1 0 0,1 1 0 16,-1 3 57-16,-3-3 10 0,9-1 1 0,-5 0 1 15,1-1-22-15,-3 1-5 0,8 2-1 0,-6-3 0 16,1 5-13-16,-3-4-2 0,5 1-1 0,-3-1 0 15,1 6 5-15,-3 0 1 0,-5-3 0 0,6 3 0 0,-8 0-4 0,5 3-1 16,-3-3 0-16,-2 0 0 0,5 6-13 0,-5-1-2 16,2 3-1-16,1-4 0 0,-3 5-2 0,0 2 0 15,5-1 0-15,-3 4 0 0,-2-1-8 0,3 4 0 16,-3-4 0-16,0 6 0 0,0-1 0 0,0 1 0 16,-3-2 0-16,1 3 0 0,4-2 16 0,-4 1 2 15,-1-2 0-15,-4 3 0 0,2 0-8 0,-2-3-2 16,-1 2 0-16,-1-1 0 0,-3 1 10 0,3-6 2 15,-1 4 0-15,-2-4 0 0,0 5-20 0,2-5 0 16,3 0-11-16,-3-3 11 0,1 3 0 0,2-6 0 16,-7 4 0-16,9-4 0 0,-5-1 0 0,0 0 0 15,3-6 0-15,-2 5 0 0,-2-3 0 0,5-2 8 16,-4-7-8-16,3 7 0 0,0-6 0 0,-1 2 0 0,1-5 0 16,0-2 0-1,2 2-23-15,0-2-10 0,3 1-3 0,2-3 0 0,-2 6 24 0,-3 1 12 0,5-5-12 0,0 9 12 16,0-5-9-16,0 7 9 0,0 0 0 0,0 0-9 15,9-4 9-15,-4 4 0 0,0 0 0 16,2 4 0-16,0-4 0 0,1 2 0 0,1 3 0 0,1-3 0 16,1 2 12-16,0 3 5 0,3-1 1 0,-2 1 0 15,0-3 14-15,0-2 4 0,2 5 0 0,1-1 0 16,2 0-7-16,-3 5-1 0,-2-4 0 0,7 0 0 16,-2 4-5-16,-5-5-2 0,0 5 0 0,-2-3 0 15,1 3-2-15,0-5-1 0,-2 8 0 0,1-7 0 16,-4-1-18-16,-1 5 0 0,8-5 0 0,-9 0 0 0,4 1 0 15,-3-1 0-15,-1 1 0 0,1-1 0 16,-3-1-89-16,6-3-22 0,-1 3-4 16,-5-5-633-16,6 4-128 0</inkml:trace>
  <inkml:trace contextRef="#ctx0" brushRef="#br0" timeOffset="9">23996 7321 0 0,'0'0'0'0,"0"0"0"15,0 0 0-15,0 0 0 0,0 4 151 0,0-4-31 16,0 0 25-16,-5 0 5 0,0 0-54 0,5 0-12 16,0 0-1-16,0 0-1 0,0 0 13 0,0 0 2 15,0 0 1-15,0 0 0 0,0 0-22 0,0 0-4 16,0 0 0-16,0 0-1 0,0-4-17 0,0 4-3 15,0 0-1-15,0 0 0 0,0 0-22 0,0 0-5 16,0 0-1-16,0 0 0 0,0 0 0 0,0 0 0 16,0 0 0-16,0 0 0 0,0 0 3 0,-2 6 1 15,2-6 0-15,-5 5 0 0,5-5-3 0,0 6-1 0,0 1 0 16,0-7 0-16,0 0 3 0,7 7 1 0,-5-1 0 0,1 1 0 16,2-1-2-16,-5 2-1 0,9-5 0 0,-4 3 0 15,-3 0-8-15,6 1-2 0,1 4 0 0,-1-4 0 16,-3-1 7-16,-1 5 0 0,3-2 1 0,1-3 0 15,-4 2-21-15,4 1-12 0,-3 2 2 0,2-2 0 16,0-2 10-16,0 3 12 0,0 1-2 0,1-2-1 16,1 6-1-16,1-6 0 0,-1 4 0 0,4-2 0 15,-2 1-8-15,-1-1 12 0,5-2-12 0,-6 6 12 16,3-6-1-16,0 4 0 0,1 0 0 0,-4-3 0 16,3 3-3-16,-5-1-8 0,3-1 12 0,-3-3-4 15,5 5 4-15,-3-2 0 0,-6-5 0 0,7 7 0 16,-3-2 3-16,3 2 1 0,-4-6 0 0,2 3 0 15,1-1-16-15,-1 2 9 0,1 2-9 0,-2-6 8 0,1 6-8 16,1-3 0-16,4 1 0 0,-4-2 8 0,1 1-8 0,-1-1 0 16,3 2 0-16,0 0 0 0,-2-2 0 0,2 6 0 15,0-7 9-15,-5 5-9 0,7-1 11 0,-4-2-3 16,-3-1 0-16,3 4 0 0,-1-3-8 0,-1-3 0 16,-1 6 0-16,3-6-11 0,-3 4 11 0,2-1 11 15,-1-1-3-15,-1-3 0 0,-3 5-8 0,4 0 12 16,-3-2-12-16,7 2 12 0,-7-5-12 0,1 5 0 15,4-2 0-15,-2 1 8 0,1-1 0 0,-1 2 0 16,-2-4 0-16,4 4 0 0,-3-3-8 0,3-2 8 0,-3 5-8 16,-2-4 8-16,2 4-8 0,-2-5 0 0,2 1 9 15,-2-1-9-15,0 1 0 0,0 4 0 0,2-5 0 16,-5-4 8-16,6 4-8 0,-6-1 0 0,5 1 8 0,-2 1-8 16,-2 0 0-16,1-3 8 0,1-2-8 0,2 5 0 15,-2-3 9-15,0 2-9 0,-5-6 12 0,7 7-12 16,1-3 15-16,-4-2-4 0,-2 3-1 0,1-3 0 15,4 2-10-15,-2-2 0 0,-1 2-10 0,4 3 10 16,-1-3 0-16,-2-1 0 0,0 3 0 0,0-1 10 16,2-3-10-16,-3 4 0 0,-4-1 0 0,0-5 0 15,5 2 0-15,-2 2 0 0,4-2 0 0,-5 3 0 16,3 1 0-16,-2-6 13 0,-3 0-3 0,5 6-1 16,-3-1-9-16,-2-5 0 0,0 0 0 0,0 2 8 15,7 4-8-15,-5-1 0 0,-2-5 0 0,0 2 0 16,0-2 0-16,8 4 0 0,-8 3 0 0,0-7 0 0,0 0 0 15,0 0 0-15,7 0 0 0,-5 7 0 0,0-3 0 16,-2-4 0-16,0 0 0 0,0 0 0 0,6 2 0 16,-6-2 0-16,0 0 11 0,0 0-11 0,7 4 0 0,-7-2 8 15,0-2-8-15,0 0 0 0,0 0 0 0,0 0 0 16,0 0 0-16,0 0 0 0,0 0 0 0,0 0 0 16,0 0 0-16,4 5 0 0,-4-5 0 0,0 0 0 15,0 0 0-15,0 0 0 0,0 0 8 0,0 0-8 16,0 0 11-16,0 0-11 0,3 2 15 0,-3-2-4 15,0 0-1-15,0 0 0 0,0 0-2 0,0 0 0 16,0 0 0-16,0 0 0 0,0 0-8 0,0 0 0 16,2 0 0-16,-2 0-11 0,0 0 35 0,0 0 6 0,0 0 2 15,8-7 0-15,-8 1-32 0,4 0 0 16,-2-1 0-16,-2 0 0 0,5 1 16 0,-5-1-4 0,0-4 0 0,3 5 0 16,0-7-12-16,-3 7 0 0,0-7 0 15,0 2 0-15,4 0 8 0,-4-2-8 0,2 4 0 0,-2-6 9 16,0 2-9-16,0 4 8 0,0-4-8 0,0-2 8 15,0 7-8-15,-2-3 0 0,2-2 0 0,0 2 0 16,-4 4 0-16,4 1 0 0,0-3 0 0,0 0 0 16,0 3 0-16,0 0 0 0,-3 4 0 0,0-3 0 15,6-1 0-15,-3-1 0 0,-3 3 0 0,3 4 0 16,0 0 0-16,0 0 0 0,0 0-11 0,0-3 11 16,-2-1 0-16,2 4-8 0,0 0 8 0,0 0 0 15,0 0 0-15,0 0-8 0,0 0 8 0,0 0 0 16,0 0-8-16,0 0 8 0,0 0-8 0,0 0 8 0,0 0-10 15,0 0 10-15,0 4-12 0,-3 3 12 0,1 0-11 16,2-7 11-16,0 6-10 0,0 1 10 0,-4-1-10 16,4 0 10-16,4-1-10 0,-4 1 10 0,2 1-8 0,-2-1 8 15,3 1 0-15,-1-1-9 0,1 1 17 0,0 2 3 16,-3-3 1-16,0 1 0 0,6 1-12 0,-6-4 0 16,5 3 0-16,-2 4 0 0,-1-5-11 0,3 1-4 15,-2 2-1-15,1-5 0 0,-2 2 16 0,1 1 0 16,2-1 0-16,-3-1 0 0,-2 1 0 0,0 0 0 15,0 1 0-15,5-3 0 0,-5 3 10 0,2 0 5 16,-2-1 1-16,0 1 0 0,5-5-26 0,-5 2-5 16,0 3-1-16,0-3 0 0,0-4 26 0,0 6 5 15,0 1 1-15,0-5 0 0,3 4-16 0,-3-6-18 16,2 5 4-16,-2 1 1 0,0-1 21 0,0-5 4 0,0 2 0 16,0-2 1-16,0 7-13 0,0-3 0 0,0 2 0 0,0-4 0 15,0 5-11-15,-2-3-1 0,2-4-1 0,0 7 0 16,-3-1 21-16,3 0 5 0,-5 1 1 0,5 0 0 15,-2-3-23-15,-3 3-5 0,5-3-1 0,-2-2 0 16,-3 5 24-16,5-3 5 0,-3-2 1 0,-3 4 0 16,3-6-15-16,-4 7-18 0,-1-7 4 0,2 4 1 15,0 3 13-15,1-7 0 0,-4 6 0 0,2-1 0 16,0-3 15-16,-3 2-4 0,-4-1-1 0,4 1 0 16,3-2-10-16,-3 2 0 0,1-1 0 0,-4 1 0 15,4 0 0-15,2-2 0 0,-3 3 0 0,3-3 0 16,-3-2 0-16,3 4 0 0,0-2 0 0,0-2 0 15,2 6 0-15,0-6 0 0,-2 5 0 0,5-3 0 16,-6-2 0-16,8 0 0 0,-7 0 0 0,7 0 0 0,0 4-26 0,0-4 2 16,0 0 1-16,0 0 0 15,0 0-70-15,0 0-15 0,0 0-2 0,0 0-669 16,0 0-133-16</inkml:trace>
  <inkml:trace contextRef="#ctx0" brushRef="#br0" timeOffset="10">25123 9005 403 0,'0'0'17'16,"0"0"5"-16,0 0-22 0,0 0 0 0,0 0 0 0,0 0 0 0,0 0 198 0,0-7 35 15,-7 5 7-15,7 2 2 0,0 0-178 0,0 0-36 16,-2 2-8-16,-3-2 0 0,-5 4-8 0,8-1-2 16,-3-3 0-16,-2 6 0 0,-3-1 27 0,3 1 6 15,2 1 1-15,0 3 0 0,-2-3 16 0,-3-1 4 16,1 7 1-16,-1-2 0 0,3 3-33 0,-3-2-6 15,-1 1-2-15,1 4 0 0,1 1-16 0,-2-3-8 16,0 2 8-16,-2 3-8 0,2-3 20 0,-1 7 0 16,-1-5-1-16,2 1 0 0,-2 4 1 0,4-5 0 15,-1 3 0-15,3-7 0 0,0 7-8 0,2-3-2 16,1-1 0-16,1 2 0 0,-2-5-10 0,2 2-14 0,6 0 3 16,-3 3 1-16,0-3 10 0,0 0 0 15,5-2 0-15,0 3 0 0,-1-1 0 0,-1-4 0 16,4 0 0-16,2 0 0 0,-1 0 0 0,-1-2 0 0,0 2 0 0,1-2 0 15,-6-5 0-15,5 0 0 0,-5 1 0 0,6 0 0 16,4 0 0-16,-2-7 0 0,-1 4 0 0,-2-2 0 16,3-2 0-16,0-2 9 0,6 2-9 0,-2-4 0 15,-3 1 0-15,5-1 0 0,-2-3 0 0,1 0 0 16,-3 1 0-16,5 0 0 0,-5-1-10 0,0-3 10 16,2 3-12-16,-4-4 12 0,5 5-12 0,-6-3 12 15,1-2 0-15,-3 4 12 0,0-3 0 0,3 3 0 16,-6 1-4-16,-1 0 0 0,-3-8 0 0,0 8 0 15,0-5 13-15,0 2 3 0,0-2 0 0,0 1 0 16,-3 1 6-16,-1-2 2 0,-1 5 0 0,0-6 0 0,-2 10-20 16,0-4-4-16,-3 2-8 0,1 2 12 0,-2-3-12 0,0 3 11 15,1 2-11-15,-7 0 10 0,10 0-10 16,-10 0 0-16,8 2 0 0,-6-2 0 0,-1 7 9 16,3-3-9-16,-1-2 10 0,0 4-10 0,-3-1 0 0,7 2 8 15,-4-1-8-15,6 1 0 0,-3-1 0 0,-2 1 0 16,4-1 0-16,-1 5 0 0,3-5 0 0,0 1 0 15,2-1 0-15,0-1 0 0,-2-3-20 0,7 2 2 16,0 3 1-16,-3-3 0 16,3-4-40-16,0 0-8 0,0 0-2 0,3 3-561 15,-3-3-112-15</inkml:trace>
  <inkml:trace contextRef="#ctx0" brushRef="#br0" timeOffset="11">25539 9096 1908 0,'0'0'84'0,"0"0"18"16,0 0-82-16,0 0-20 0,0 0 0 0,0 0 0 0,0 0-13 0,0 0-7 15,-4 0-2-15,4 0 0 0,0 0 10 0,0 0 3 16,-5 0 0-16,-1 4 0 0,6-4 9 16,0 0 0-16,0 0 0 0,0 2 0 0,0-2 0 0,-6 7 0 15,6-7 0-15,-3 6 0 0,-4-1 27 0,7-3 7 16,-3 4 2-16,-1-2 0 0,-3 7 9 0,4-2 3 15,-4-2 0-15,0-1 0 0,4 5-27 0,-4 2-5 16,0-2 0-16,5-3-1 0,-3 3-15 0,0 0 11 16,0-2-11-16,3-3 10 0,-3 1-10 0,5 3 0 15,0-3 0-15,-3-1 0 0,3 1 0 0,0-7 8 16,0 0-8-16,0 0 0 0,3 4 0 0,-3-4 8 16,0 0-8-16,0 3 0 0,0-3 8 0,0 0-8 15,0 0 0-15,5 4 8 0,-3 3-8 0,-2-7 0 0,0 0 0 16,5 4 0-16,-5-4 0 0,0 0 0 0,0 0 0 15,5 6 0-15,-5-6 15 0,0 3-3 0,0-3 0 16,7 4 0-16,0-4-12 0,0 2 11 0,-4-2-11 0,4 0 10 16,3 0 0-16,-3 0 0 0,0 0 0 0,0 0 0 15,2-2-10-15,-1 2 0 0,2 2 0 0,-3-2 0 16,3 0 0-16,1 4 0 0,1-4 0 0,-4 2 0 16,1 3 0-16,3-3 0 0,-7 6 0 0,2-1 0 15,1-1 0-15,-1 1 0 0,-5 0 0 0,3-1 0 16,-3 5 0-16,-2-2 0 0,5-3 0 0,-5 5 0 15,-5 0 0-15,5-2 0 0,5-3 0 0,-2 5 0 16,-1-5 0-16,-2 5 8 0,0-2-8 0,0 1 0 16,5-3 8-16,-5 0-8 0,-5-1 8 0,3 1-8 15,-1 4 12-15,-2-5-4 0,3 0 0 0,-5 5 0 0,0-4 1 16,-1-1 0-16,-1 1 0 0,-1-1 0 0,-4 1-9 16,4 0 8-16,-5-1-8 0,6 0 8 0,-5-1-8 0,-4-3 0 15,9 4 0-15,-5-2 0 0,2-1-10 0,-3 1-4 16,1-4-1-16,-3 0 0 15,2-4-17-15,6 1-4 0,-8 3-1 0,5-6 0 16,0 0-115-16,2-5-22 0,-4 5-5 0</inkml:trace>
  <inkml:trace contextRef="#ctx0" brushRef="#br0" timeOffset="12">25482 9143 2106 0,'0'0'93'0,"0"0"19"0,0 0-89 0,0 0-23 0,0 0 0 0,0 0 0 15,2 0 25-15,8-4 1 0,-3 4 0 0,0 0 0 16,9 0 10-16,-5-5 1 0,5 3 1 0,3-2 0 15,1 2-14-15,1-2-2 0,1-3-1 0,2 5 0 16,0-2-1-16,0 2-1 0,0-3 0 0,-7-1 0 16,0 6-35-16,4-4-8 0,-4 2 0 0,-5-3-1 15,3 5-24-15,-1 0-5 16,-4-2-1-16,4 2-620 0,-4-5-124 0</inkml:trace>
  <inkml:trace contextRef="#ctx0" brushRef="#br0" timeOffset="13">22608 7302 633 0,'0'0'28'0,"0"0"6"0,0 0-34 16,0 0 0-16,0 0 0 0,5 0 0 0,-2-3 124 0,2-1 17 15,-3 4 4-15,3-4 1 0,-3 2-94 0,3 2-20 16,0-5-3-16,-5 5-1 0,0 0 1 0,0 0 0 15,5 0 0-15,-5 0 0 0,0 0-6 0,2-2-2 16,3-2 0-16,-5 4 0 0,0 0 17 0,0 0 3 16,0 0 1-16,0 0 0 0,-5 6-19 0,1-1-4 15,-4 1-1-15,3 1 0 0,-2-1-6 0,2 7 0 16,-2-2-1-16,0 0 0 0,0-2-3 0,-3 4-8 16,3-3 12-16,-3 3-4 0,1-2 7 0,-1 2 1 15,0 0 0-15,0 4 0 0,1-4-2 0,-3 7 0 16,0-2 0-16,-2 1 0 0,-1 0-14 0,0 3 8 15,1-2-8-15,-2-1 0 0,-1 5 8 0,2 0-8 0,-2-1 0 16,0-1 0-16,3 2 0 0,0 0 0 16,-3 6 0-16,2-4 0 0,-2 4 0 0,3-3 0 0,0 0 0 0,-1 0 0 15,-2 3 0-15,6 0 0 0,-4-4 0 0,3 4 0 16,-2 1 8-16,2-5-8 0,-1 4 0 0,2-6 0 16,-1 2 0-16,-1 3 0 0,2-8 0 0,1 3 0 15,-2 0 0-15,0 0 8 0,2-5-8 0,1 5 0 16,-1-5 8-16,0 5-8 0,-2 0 11 0,5-2-11 15,-2-5 11-15,1 2-11 0,4 3 10 0,-1-2-10 16,-5-1 8-16,1 1-8 0,4 2 0 0,-3-8 9 16,4 4-9-16,-6 2 0 0,3-7 0 0,2 4 0 15,0-5 0-15,0 1 0 0,1 5 0 0,-1-7 8 16,0 2-8-16,3-2 0 0,-1-3 0 0,-1 3 0 16,-1-4 0-16,2 6 0 0,1-7 0 0,-1 1 0 15,-2-1 0-15,3-1 0 0,0 1 0 0,0 0 8 0,-1 1 2 16,1-1 0-16,-1 1 0 0,1 0 0 0,-1-3 10 0,1-4 3 15,2 0 0-15,-2 7 0 0,-1-7-11 0,3 0-1 16,-5 6-1-16,5-6 0 0,0 0-2 0,0 0 0 16,0 0 0-16,-2 4 0 0,2-4-8 0,0 0 0 15,0 0 9-15,0 0-9 0,0 0 0 0,0 0 8 16,0 0-8-16,0 0 0 0,0 0 12 0,0 0-1 16,-3 2-1-16,3-2 0 0,-4 0 17 0,4 0 3 15,0 0 1-15,-2-2 0 0,-1-2-9 0,3 4-2 16,0-6 0-16,0 1 0 0,0-1-4 0,0-1 0 15,0 0-1-15,0 1 0 0,0-1-3 0,0 1-1 16,0 0 0-16,-2-1 0 0,-1-4 1 0,3 5 1 0,-2-1 0 16,2-4 0-16,-3 5-2 0,1-1-1 0,2 1 0 15,-3-3 0-15,1 5 0 0,-3-3 0 0,3 1 0 0,-3-5 0 16,0 5-10-16,3-1 0 0,-3 0 9 0,0 3-9 16,3-5 0-16,-3 3 9 0,3-5-9 0,-3 5 0 15,2-5 9-15,3 5-9 0,-2-1 0 0,2 0 9 16,0-4-9-16,0 5 0 0,0-1 0 0,0 5 0 15,0-4 0-15,2 0 0 0,-2-1 0 0,3 3 0 16,-3 4 0-16,0 0-9 0,0 0 9 0,0 0 0 16,0 0-11-16,0 0 11 0,0 0-10 0,0 0 10 15,0 0-8-15,0 0 8 0,0 0 0 0,5 4-9 16,-3 3 9-16,3-1-8 0,-3 0 8 0,3 3-8 16,-2-3 8-16,-3 5-12 0,2 3 12 0,0-4-12 0,3 3 12 15,-3 0-12-15,-2 0 12 0,3 2-12 0,-1-6 12 16,1 4 0-16,1-2 0 0,-1 2 0 0,2-3 0 15,-3-1 0-15,3 2 0 0,0-4 0 0,-1-1 0 16,-1 1 9-16,2-1 0 0,0-1 0 0,-1 1-9 0,1 0-11 16,3-1 3-16,-4-3 0 0,1 2 8 0,0-2 0 15,2-2 0-15,0 0 8 0,3 0 1 0,-1-2 1 16,1-2 0-16,-1 2 0 0,2-5 8 0,0-1 2 16,2 1 0-16,-2 1 0 0,4-3 9 0,1-2 3 15,1-2 0-15,1 2 0 0,-4-2-32 0,3 0-13 16,2 1 1-16,-3-2 0 0,-1-1 12 0,2 2 0 15,-2 0 0-15,-1 3 0 16,2 1-27-16,-1-2-2 0,-3-2-1 0,2 2 0 16,1 4-123-16,-1-1-25 0,1-3-5 0</inkml:trace>
  <inkml:trace contextRef="#ctx0" brushRef="#br0" timeOffset="14">21392 9293 57 0,'0'0'0'0,"0"0"0"0,0 0 0 0,0 0 0 15,0 0 245-15,0 0 44 0,0 0 9 0,0 0 2 16,0 0-213-16,0 0-43 0,-2-4-8 0,2 4-1 0,0 0 6 0,2-7 2 15,-2 7 0-15,0-2 0 0,0-3 4 0,3-1 1 16,-3 6 0-16,0-2 0 0,2-3-7 0,1-1-1 16,-1 0 0-16,0 1 0 0,3-1 4 0,0 0 0 15,0 3 0-15,-1-3 0 0,1-3-22 0,3 2-4 16,-1 1-1-16,0-1 0 0,3 1-4 0,-3-1-1 16,3 1 0-16,1 0 0 0,1 1 4 0,1-1 0 15,-2-1 0-15,4 7 0 0,2-2-16 0,-3-3 9 16,-5 5-9-16,4-2 8 0,-4-2-8 0,-1 4 0 15,1 0 0-15,-2 4-11 0,1-2 11 0,-4 3 0 16,4-3 0-16,-3 5 0 0,-1-3 0 0,-2-2 0 16,3 5 0-16,0-3 0 0,-5 2 0 0,3 1 0 0,-1 4 0 15,1-3 0-15,-6-1 0 0,1 4-8 16,2 2 8-16,-3-2 0 0,1 1 0 0,-1 6 0 0,-2-5 0 16,1 0 8-16,2 4-8 0,-3-4 0 0,-3 4 0 0,1-1 0 15,-5 1 0-15,3-4 0 0,-1 4 0 0,-2-3 0 31,0-1-24-31,-3 4-4 0,4-4 0 0,-4-1 0 0,3 0 13 0,-2 1 3 0,-1-2 0 0,1-5 0 16,-1 0 12-16,3 1-11 0,-2 4 11 0,2-9-10 16,2 4 10-16,-2-1 0 0,3-3 0 0,-1 2 0 15,1-4 0-15,-1 0 0 0,5 0 0 0,-2 0 0 16,4-4 11-16,3 4-3 0,-5 0 0 0,5 0 0 16,0 0-8-16,0 0 0 0,0-7 0 0,0 7 0 15,5-2-12-15,-2-2 12 0,4-3-10 0,0 7 10 16,1-2 0-16,1-2 0 0,-2 4 13 0,5-4-4 15,0 1 6-15,0 3 1 0,0 0 0 0,0 0 0 16,3 0-8-16,-1 3-8 0,3 1 11 0,-2 2-11 0,-1-1 15 16,0-3-4-16,1 4-1 0,-1 1 0 0,0-3 2 0,1 7 0 15,0-4 0-15,-1-1 0 0,0 3-4 0,-2-3 0 16,0 5 0-16,0-5 0 0,1 5-8 0,-4-2 8 16,3-2-8-16,-2 4 8 0,-3-5-19 0,0-2-4 15,3-2-1-15,-3 5 0 16,-3-7-100-16,1 4-20 0,3-2-4 0,-8-2-639 0</inkml:trace>
  <inkml:trace contextRef="#ctx0" brushRef="#br0" timeOffset="15">22012 9262 1753 0,'-5'-12'77'0,"5"7"17"15,-2 5-75-15,2 0-19 0,0-6 0 0,2 0 0 0,1 3 32 16,2-3 4-16,-3 1 0 0,5-1 0 0,1 1-36 0,-1-1 0 16,2-1 0-16,1 1 0 0,0-1-9 0,0 1 9 15,1 0-8-15,-1 1 8 0,2-1 0 0,0 4-8 16,-2-5 8-16,1 2 0 0,0-1 0 0,-2 6 0 16,1-5 0-16,-1 3 11 0,1 2 4 0,-3 0 1 15,3 0 0-15,-3 2 0 0,0 3-4 0,0-1-1 16,0-2 0-16,1-2 0 0,-1 7-11 0,0 0 0 15,-2-1 0-15,2 1 0 0,-2 3 0 0,-3 3 0 16,3-2 0-16,-2 2 0 0,-1 5 0 0,-2-5 0 16,0 6 0-16,-2 1 0 0,-1-3 0 0,-2 2 0 15,1-2 0-15,-1 3 0 0,-3 2 0 0,1-3 0 16,0-1-12-16,0-3 12 0,-3 2-16 0,3 3 5 16,-2-8 1-16,-1 6 0 0,0-5 10 0,-2 0-8 15,0-2 8-15,2 2-8 0,-2-7 8 0,3 5 0 0,-1-4 0 16,-1 0 0-16,0-3 11 0,0-2-3 0,1 2 0 0,3-4 0 15,-5 0-8-15,5 0 0 0,-1 0 0 0,1 0 0 16,0-4 0-16,0 4 0 0,-1-2 0 0,1-2 0 16,2-3-17-16,0 0-6 0,-1 3-1 0,1 2 0 15,2-3 6-15,-2 3 1 0,3-2 0 0,-2-3 0 16,1 7 17-16,3 0 0 0,0 0 8 0,0 0-8 16,0 0 21-16,0 0-1 0,0 0-1 0,7 0 0 15,3 7 11-15,1-7 2 0,2 0 1 0,1 4 0 16,3-2-1-16,0-2 0 0,-1 5 0 0,1-3 0 15,3 2-15-15,-1 3-3 0,-2-3-1 0,0-1 0 16,-1 3 10-16,4 0 1 0,-6 1 1 0,3-1 0 0,-3 1-9 16,1 3-3-16,2-3 0 0,-3 0 0 0,-2 4-13 0,0-5 11 15,-2 1-11-15,2 3 10 0,-3-1-10 0,1-3-9 16,-1-2 9-16,1 3-13 16,-3 0-120-16,3 0-24 0</inkml:trace>
  <inkml:trace contextRef="#ctx0" brushRef="#br0" timeOffset="16">21296 10027 1234 0,'0'0'55'0,"0"0"11"0,-2 0-53 0,2 0-13 0,0 0 0 0,0 0 0 16,0 0 25-16,0 0 3 0,0 0 0 0,-3 0 0 31,3 0-49-31,0 0-10 0,0 0-1 0,-2 0-1 0,-1 5 25 0,1-3 8 0,0 2 0 0,-1-2 0 15,1 3 0-15,-1 1 0 0,-2 1 0 0,3 0 0 16,0-1 18-16,-3 5 4 0,0-3 1 0,-2 3 0 16,0 2-7-16,2 0-2 0,-5 3 0 0,3-1 0 15,0 2 12-15,-2 2 2 0,-2-1 1 0,2 1 0 16,-1 0-2-16,1 6-1 0,-1-2 0 0,1 1 0 16,-1-4-4-16,1 6-1 0,1-3 0 0,-1-3 0 0,-1 4-4 15,1 4-1-15,-1-2 0 0,0 0 0 0,0 4-5 16,1 1-2-16,-3-1 0 0,3 1 0 0,-2 1-9 15,0-1 0-15,-2-2 0 0,-1 4 0 0,2-3 0 0,0-6 0 16,-2 7 0-16,-1-1 8 0,1-4-8 0,-1 0 0 16,3 2 0-16,1-4 0 0,-2-2 16 0,1 1 2 15,0 2 0-15,3-6 0 0,-1 4 1 0,0-3 0 16,1-7 0-16,-1 4 0 0,0-4-9 0,4 5-2 16,-2-5 0-16,1 0 0 0,2 4 7 0,-2-4 1 15,0 0 0-15,0-2 0 0,2 2-3 0,-2 0 0 16,-1 0 0-16,3 2 0 0,0-2 3 0,1 0 1 15,-3 0 0-15,2-2 0 0,0-3-17 0,0 3-12 16,0 1 1-16,3-4 1 0,-3-1-3 0,3-1-1 0,0 3 0 16,-1-3 0-16,1-4-7 0,-1 5-2 0,1-3 0 15,2-2 0 1,-3 5-31-16,3-7-6 0,0 0-2 0,-2 0 0 16,2 0-22-16,-5 4-4 0,5-4 0 0,0 0-1 15,0 0-56-15,0 7-11 0</inkml:trace>
  <inkml:trace contextRef="#ctx0" brushRef="#br0" timeOffset="17">20589 11477 518 0,'0'0'46'0,"0"0"-37"16,0 0-9-16,0 0 0 0,0 0 128 0,2-6 24 16,1 6 5-16,2-7 1 0,-5 7-97 0,0 0-19 15,3-2-4-15,-3 2-1 0,0 0 7 0,0 0 2 16,4-4 0-16,-4 4 0 0,0-7 2 0,2 3 1 15,-2-3 0-15,0 5 0 0,0-2 6 0,0-3 1 16,0 1 0-16,-2-1 0 0,2 3-10 0,-2-2-2 16,0-1 0-16,-1 1 0 0,1-8-3 0,-1 8-1 0,0-5 0 0,-1-2 0 15,2 0-4-15,-3 3 0 0,0-4-1 16,2 1 0-16,1 2-18 0,0-2-3 0,-1 1-1 0,1 1 0 16,2 2-13-16,-2-2 8 0,-1 4-8 0,1-3 0 15,-1 3 0-15,0 1 0 0,3-1 0 0,-2 5 0 16,2-2 0-16,-2-2 0 0,2 6 0 0,0-5 0 15,2 3 0-15,-2 2 0 0,0 0 0 0,0 0-10 16,0 0 10-16,0 0-12 0,0 0 12 0,0 0-12 16,0 0 4-16,0 0 0 0,5 7 0 0,-2-1 0 15,2 0 0-15,-3 1 0 0,3-1 0 0,-3 5 0 16,-2 2 8-16,2 0-10 0,-2 5 10 0,0-1-10 16,-2-2 10-16,2 7-10 0,-2-3 10 0,-1 1-10 15,1 3 10-15,0-3 0 0,-3 4 0 0,-1-5 0 0,4 3-8 16,-2-2 8-16,1-8-8 0,-2 8 8 0,3-7 0 15,-3 2 0-15,3-2 0 0,0-4 0 0,-1 1 0 16,1-3 0-16,2 0 0 0,0-1 0 0,0-6 13 0,0 0 2 16,5 7 0-16,-1-7 0 0,3 0 5 0,3-2 2 15,0-3 0-15,-1-1 0 0,3-1-2 0,2 0 0 16,1-3 0-16,0 1 0 0,-1-2-5 0,3-1-2 16,2-6 0-16,0 5 0 0,3-4 1 0,-3 2 0 15,3-3 0-15,0 1 0 0,2 4-14 0,-3 2 0 16,-2 3 0-16,-2-3 0 0,3 2-9 0,-4-2-5 15,-1 4-1-15,-1-3 0 16,0 3-35-16,-4 5-7 0,0-2-2 0,-3-3 0 16,3 7-130-16,-4-4-27 0,-6 4-4 0,0 0-2 0</inkml:trace>
  <inkml:trace contextRef="#ctx0" brushRef="#br0" timeOffset="18">20251 12229 979 0,'0'0'87'0,"0"0"-70"16,-3 0-17-16,0 0 0 0,3 0 164 0,-2 0 28 16,-1 0 7-16,-1 0 1 0,-1 0-157 0,5 0-31 15,-2 7-12-15,-1-1 8 0,1 1 12 0,-3-1 3 16,3 5 0-16,0 2 0 0,-1 0 2 0,1 4 1 0,2 3 0 16,0-3 0-16,0 7 13 0,0 2 2 0,0-2 1 0,0 6 0 15,0 0-21-15,-3 3-4 0,0 3-1 0,-4 0 0 16,0-4-16-16,-3 7 0 0,1-5 8 0,2 4-8 15,0-6 0-15,-1-1 0 0,1-8 8 0,0 1-8 16,-3-4 0-16,5-1 0 0,1-2 0 0,-1-4 0 31,0-2-34-31,2-4-4 0,3-7-1 0,0 0-858 0</inkml:trace>
  <inkml:trace contextRef="#ctx0" brushRef="#br0" timeOffset="19">20813 12357 806 0,'-10'-5'72'0,"6"5"-58"16,1-2-14-16,-2-2 0 0,0 2 118 0,0-3 21 0,3 5 4 0,-2-6 1 15,-1 6-97-15,-1-4-19 0,4 4-4 0,-2-3-1 16,1-1 28-16,-2 2 5 0,0-2 2 0,-1 4 0 16,1-2-25-16,0-3-5 0,-2 5 0 15,2-2-1-15,-3-2-6 0,1 4-1 0,3 0 0 16,-4 0 0-16,1 0 12 0,0 6 1 0,-1-6 1 0,2 5 0 15,-2-3-10-15,1 4-3 0,-5 1 0 0,4-3 0 16,-1 7-1-16,2-3-1 0,0 4 0 0,-3-6 0 16,5 7-5-16,-2 0-1 0,0 0 0 0,0 4 0 15,2-3-4-15,-2 3-1 0,1-5 0 0,2 1 0 16,2 5-8-16,-1-1 0 0,1-8 0 0,2 8 0 16,0-4 0-16,2-2 0 0,1-2 0 0,1 2-11 15,1-5 3-15,0 1 0 0,5-3 0 0,-3-2 0 16,3-2 8-16,-1 0-8 0,1 0 8 0,2-2-8 15,-3-5 8-15,3 3 0 0,0-2 0 0,1-1 0 0,-4-4 0 16,3 2 0-16,-2-4 0 0,1-2 0 16,-1 7 9-16,2-5-9 0,1-2 12 0,-4 1-12 0,1-1 19 15,-1-2-3-15,1 4-1 0,-1-4 0 0,1 4-3 0,-3 2-1 16,0-2 0-16,-1 7 0 0,0-1-11 0,-3 1 12 16,-1 1-12-16,-2 5 12 0,0 0 1 0,0 0 1 15,0 0 0-15,0 0 0 0,-5 7-14 0,3 4 8 16,-2 1-8-16,-2 1 0 0,-1-2 8 0,0 9-8 15,2-3 0-15,0 2 0 0,0 1 11 0,-1 4-11 16,3-7 12-16,-2 9-12 0,0-2 28 0,3 2 0 16,-3-2-1-16,3 2 0 0,-3 4-15 0,2-1-2 15,-1 3-1-15,-1-2 0 0,0 3-9 0,0 1 0 0,3-3 0 16,0-6 0-16,-3 2 0 0,5-3 0 16,-3-1 0-16,6-3 0 15,-1-7-40-15,1 4-1 0,-1-6 0 0,3-5-652 0,0 1-131 0</inkml:trace>
  <inkml:trace contextRef="#ctx0" brushRef="#br0" timeOffset="20">17219 7128 1447 0,'0'0'64'0,"0"0"13"0,0 0-61 0,-5 0-16 0,0 0 0 0,-2 0 0 0,7 0 27 16,-5 3 2-16,3 1 1 0,-3 0 0 0,5-4-17 0,0 0-3 15,0 3-1-15,0-3 0 0,-3 6 12 0,1-2 3 16,2-4 0-16,0 7 0 0,0-7-2 0,0 2 0 15,-2 4 0-15,4-2 0 0,0 3-2 0,1-1 0 16,-3 1 0-16,0 4 0 0,5-4-20 0,0-1 9 16,-5 7-9-16,2-7 0 0,0 7 24 0,1-2-1 15,-1 2-1-15,-2-2 0 0,2-2 6 0,3 6 2 16,1-2 0-16,-2 0 0 0,1 0-10 0,0 0-3 16,2 4 0-16,2-4 0 0,-1 5 0 0,-1-5 0 15,0 6 0-15,3-6 0 0,-3 4-7 0,0 3-2 16,0-3 0-16,1 0 0 0,-1 3-8 0,0-2 8 15,0-3-8-15,0 6 8 0,0-6-8 0,-1 9 0 16,-2-4 9-16,1 3-9 0,0-5 8 0,0 6-8 0,0-5 8 0,1 1-8 16,2-3 13-16,-1 3-1 0,0-3-1 0,1 3 0 15,1-3 0-15,-2 2 0 0,1-6 0 0,1 5 0 16,1-1 0-16,-3-4 0 0,3 4 0 0,-3-2 0 16,3-1-3-16,-3 3-8 0,0 0 12 0,0 3-4 15,0-7 0-15,-2 4 0 0,0 2 0 0,0 5 0 16,2-4-8-16,-2 1 8 0,-5 1-8 0,5 0 8 15,-1-3-8-15,-2 1 0 0,1-3 9 0,2 1-9 16,2-3 20-16,0 2-1 0,-2-4 0 0,0 0 0 16,2-2-19-16,0 2 0 0,-4 0 8 0,4-3-8 15,-2 1 0-15,0-2 0 0,0 2 0 0,-1-2 0 16,-2 2 0-16,1-5 12 0,2 5-3 0,-3-5 0 0,3 1-9 16,-2-1 0-16,-1 5 0 0,0-4 0 15,1-1 11-15,-1 1-3 0,-4-1-8 0,4 1 12 0,-2-1-12 16,0-6 9-16,0 6-9 0,0-6 8 0,0 0-8 0,0 0 8 15,0 0-8-15,0 0 8 0,0 0-8 0,0 0 10 16,0 0-10-16,0 0 10 0,0 0-10 0,0 0 0 16,0 0 0-16,0 0-11 15,0 0-40-15,0 0-8 0,8 0-1 0,-8 0-1 16,0 0-121-16,4 5-24 0,-4-5-5 0,0 0-1 0</inkml:trace>
  <inkml:trace contextRef="#ctx0" brushRef="#br0" timeOffset="21">17726 8591 633 0,'0'0'28'0,"0"0"6"0,0 0-34 0,0 0 0 0,0 0 0 0,0 0 0 16,0 0 83-16,0 0 9 0,0 0 3 0,0 0 0 15,0 0-64-15,-2-2-13 0,2 2-2 0,0 0-1 16,-3-5 21-16,3-1 5 0,0 1 1 0,0 5 0 16,0-2 7-16,0-2 2 0,3-3 0 0,-1 1 0 15,-2 0 17-15,3-1 3 0,-1 1 1 0,2-1 0 16,-1 3-1-16,0-3 0 0,-1 0 0 0,1 1 0 16,1-5-20-16,-2 5-4 0,6-3-1 0,-3-1 0 15,-1-4-17-15,3 8-3 0,1-7-1 0,-4 2 0 16,4-2 5-16,-1 2 1 0,0-2 0 0,0 0 0 0,1 2-18 15,1-2-3-15,-1 0-1 0,-4 1 0 0,3-2-9 16,-2 3 0-16,3-2 0 0,-1 3 8 0,-2 1-8 0,0-2 8 16,1 0-8-16,-1 3 8 0,0 1-8 15,-2 0 12-15,-3-3-12 0,2 5 12 0,-2 3-12 0,2-2 0 16,0 2 9-16,-2 2-9 0,0 0 0 0,0 0 9 16,0 0-9-16,0 0 0 0,0 0 0 0,0 0 0 15,0 0 0-15,0 0 0 0,3 2 0 0,0 4-9 16,-3 3 9-16,2 0 0 0,-2-3 0 0,0 1-8 15,0-1 8-15,-2-1 0 0,2 6 0 0,-3-3 0 0,0-1 0 16,3 3 0-16,-2 3 0 0,0 1 0 0,0-1 0 16,-1-3-8-16,1 8 8 0,-1-3 0 0,-2 2 0 0,1-4 0 15,-1 5 0-15,0-6 0 0,3 1 0 16,-3-2 0-16,-2 3 0 0,4-4 0 0,-2-3 0 16,3-1 0-16,-3-4 0 0,3 7 0 0,-3-3 0 0,3 1 8 15,-3 0-8-15,2-5 0 0,-1 2 0 0,1 3 0 16,-2-1 0-16,3-1 0 0,-1-3 0 0,3-2 0 15,-2 4 0-15,-2 2 8 0,-1-4-8 0,0 3 0 16,0-3 0-16,0 2 0 0,3-4 0 0,-3 7 8 16,0-7-8-16,0 4 9 0,1-2-9 0,-1-2 10 15,-3 0-1-15,4 5 0 0,-1-5 0 0,-3 0 0 16,4-5 8-16,-3 5 2 0,-3 0 0 0,3 0 0 16,-3 0 4-16,1 0 1 0,-1-2 0 0,1-2 0 15,-1 4 0-15,-2-5 1 0,-1 3 0 0,2 2 0 0,-1-4 3 16,-1-3 1-16,2 7 0 0,-4-2 0 0,5-2-11 15,1 2-2-15,-6-2-1 0,6 4 0 0,-3 0-15 0,0 0 8 16,0 0-8-16,2 0 0 0,1 0 0 0,-1 0 0 16,3 4 0-16,0-4 0 0,2 0 0 0,0 0 0 15,-2 0 0-15,4 0 0 0,3 0 0 0,-5 0 0 16,1 0-9-16,-1 0 9 0,0 0-16 0,5 0 2 16,0 0 1-16,0 0 0 15,0 0-86-15,0 0-17 0,0 0-3 0,0 0-618 16,0 0-124-16</inkml:trace>
  <inkml:trace contextRef="#ctx0" brushRef="#br0" timeOffset="22">17752 9096 1209 0,'0'0'53'0,"-4"0"12"0,-1 0-52 0,3 4-13 0,2-4 0 0,0 0 0 15,0 0 116-15,0 0 21 0,-6 2 4 0,6-2 1 16,0 0-108-16,0 0-22 16,0 0-4-16,0 0 0 0,8 5 16 0,-3-3 3 0,-1-2 1 0,4 0 0 15,1 0 16-15,-2 0 4 0,3-2 1 0,2-3 0 16,0 5-25-16,0-2-6 0,3-2-1 0,1 0 0 15,-1 2-7-15,2 2-2 0,-3-5 0 0,1 5 0 16,1 0-8-16,-3 0 0 0,1 0 0 0,0 0 0 16,-2-2 0-16,3 2 0 0,-6 2 0 0,4-2 0 15,-2 0 0-15,1 0 0 0,1 0 0 0,-4 0 0 16,1 0 0-16,-1 0 10 0,1 0-10 0,-1-2 10 16,-1 2-1-16,1-5 0 0,-2 3 0 0,3-2 0 15,-5 4-9-15,5-3 0 0,-3-1 0 0,-3 4 8 16,4 0-8-16,-3 0 0 0,-5 0 0 0,0 0 0 15,0 0 0-15,4 0 0 0,-4 0 0 0,0 0 0 16,5 7 0-16,-5-7 0 0,0 0 0 0,0 6 0 0,0 1 15 16,0-2 7-16,0 1 2 0,-2 0 0 0,-1 1-24 0,-1-3 0 15,-1 3-10-15,0 1 10 0,2-2 0 0,-1 5 16 16,-3-4-2-16,-1 0 0 0,3-1-6 16,1 5-8-16,-4 0 11 0,1-3-11 0,0 3 16 0,0-4-3 15,-2 6-1-15,1-2 0 0,-4 2 4 0,2-1 0 16,1 1 0-16,-3 1 0 0,0 1 5 0,0-2 2 15,0 0 0-15,0 4 0 0,-3-2-23 0,6-1 0 16,1 3 0-16,-1-5 0 0,-5 6 0 0,1 0 0 16,2-6 0-16,-2 6 0 0,4-4 0 0,-3-2 0 15,0 5 0-15,0-2 0 0,2 0-12 0,1-2-3 16,-1-4-1-16,3 6 0 0,-3-6 6 0,1 4 1 0,1-3 0 0,3 3 0 31,-2 1-143-31,0-3-29 0,2-1-6 0</inkml:trace>
  <inkml:trace contextRef="#ctx0" brushRef="#br0" timeOffset="23">15863 7167 460 0,'0'0'20'0,"0"0"5"15,0 0-25-15,0 0 0 0,-2 4 0 0,-3-4 0 16,2 3 143-16,1 1 23 0,-3 0 5 0,1-2 1 0,-1 5-124 0,2-7-24 16,3 0-4-16,-5 7-2 0,1-3-18 0,-1-2 10 15,2 3-10-15,-2-3 8 0,0 2-8 0,1 3 10 16,-3 3-10-16,1-1 10 0,2-3 1 0,-1 5 0 16,-5 2 0-16,4 0 0 0,-2-2 8 0,3 6 1 15,-2-2 1-15,-3 3 0 0,-1-1-7 0,-2 0-2 16,1 3 0-16,1-4 0 0,-2 5 4 0,4-2 0 15,-4 1 0-15,2 0 0 0,-1 1 0 0,-1-2 1 16,2 1 0-16,-2-2 0 0,4 1-1 0,-3-2-1 16,0 3 0-16,3-1 0 0,-1-2 7 0,-2 3 2 15,2-2 0-15,1 1 0 0,-1 5-16 0,-2-4-8 16,0 1 8-16,0-2-8 0,0 1 0 0,-1 0 0 0,2 1 0 16,1-2 0-16,-4 1 9 0,2-2-9 0,0 1 12 15,0 0-12-15,-3-1 12 0,3 1-12 0,0 5 12 16,3-4-12-16,-4 1 0 0,2-1 0 0,1-1 0 15,-2 1 0-15,2 4 10 0,1-5-10 0,-1-1 8 0,1 1-8 16,1-2 0-16,1 1 8 0,-3-5-8 0,3 6 0 16,-2-6 8-16,1 4-8 0,1-3 8 0,-3-1-8 15,3 4 8-15,0-4-8 0,0 0 0 0,0 4 8 16,-1-4-8-16,1 5 12 0,0-6-12 0,0 1 12 16,0 5-12-16,-1-5 0 0,1 0 9 0,0 4-9 15,0-4 19-15,-1-2-1 0,2 2 0 0,-2 0 0 16,3-2-18-16,-2-3-16 0,0 3 4 0,0 0 0 15,0-2 12-15,2 2 13 0,0-5-2 0,-2 5-1 16,2-3 3-16,0-1 1 0,-2 4 0 0,5-4 0 0,-1 4-14 16,-2-3 9-16,3-1-9 0,-3 1 8 15,3 1-8-15,-3-3 0 0,-3 5 0 0,4-4 0 0,-1 6 0 0,0-7 8 16,-2 5-8-16,0-4 0 0,-1 3 0 0,3-1 0 16,1-3 0-16,-1 1 0 0,0 0 0 0,0-3 0 15,1 3 0-15,-1-3 0 0,3-2 0 0,-4 4 8 16,4-1-8-16,0-3 0 0,2-2 19 0,-5 6-2 15,0-1 0-15,0-3 0 0,3 2-5 0,-3 0-2 16,1-2 0-16,1 5 0 0,-2-2-10 0,2-3 8 16,1-2-8-16,2 0 8 0,-2 4-8 0,2-4 10 15,0 0-10-15,-2 0 10 0,-3 0 2 0,5 0 1 16,-5 0 0-16,5 0 0 0,-3-4 4 0,-1 4 1 0,2-2 0 16,2 2 0-16,-5-5-2 0,2 5 0 15,-2-7 0-15,3 7 0 0,0-2-8 0,-3-2-8 0,2 4 12 0,1-4-12 16,-1 4 8-16,1-2-8 0,-1-3 0 15,1 5 0-15,0-2 0 0,0-2 0 0,2-3 0 0,-5 5 0 16,5-2 16-16,-3-2-3 0,3-1-1 0,-2 1 0 16,-1-1 10-16,3 0 2 0,0-4 0 0,0 5 0 15,0 0-13-15,3-1-3 0,-6-4 0 0,3-2 0 16,3 7 1-16,-3-5 0 0,2 2 0 0,-2-2 0 16,0 5-9-16,3-5 12 0,-3 5-12 0,0-1 12 15,0 1-12-15,2-1 0 0,-2 2 0 0,3 3 0 16,-3 2 0-16,0 0 0 0,0 0-8 0,0-4 8 15,0 4 0-15,0 0-9 0,0 0 9 0,0 0 0 16,4 0-9-16,-4 0 9 0,0 0 0 0,0 0-9 16,0 0 9-16,0 0 0 0,0 0 0 0,0 0-8 0,0 0 8 15,0 0 0-15,0 0 0 0,2 4 0 0,-2 7 0 0,0-2-10 16,0 2 10-16,0 2 0 0,0 0-9 0,0 0 9 16,0 4 0-16,-2-4-9 0,2 5 9 0,0-6 0 15,0 6 0-15,0-5 0 0,0 0 0 0,2 0 0 16,-2-2 0-16,0-1 0 0,0-1 0 0,3 2 0 15,-3-4 0-15,0-1 0 0,0 1 0 0,2-1 0 16,1 0 0-16,-3-6 0 0,0 0 0 0,0 0 0 16,2 7 0-16,-2-7 0 0,0 0 0 0,3 6 0 15,-3-6 0-15,0 0 8 0,2 5-8 0,3-3 11 16,-5-2-11-16,5 4 12 0,0 1 14 0,2-5 3 16,2-5 1-16,-1 5 0 0,1 0-2 0,1-4-1 15,4-3 0-15,-2 5 0 0,3-4-7 0,-1 1-2 0,3-1 0 16,-3-5 0-16,-4 5-18 0,2 0-17 0,0-1 3 0,3 0 1 15,-1 0 37-15,-2 1 7 0,3 0 1 0,-4-1 1 16,1-4-33-16,1 5 0 0,-4-5 0 0,1 5 0 16,-1-3-14-16,-2 2 0 0,1 1 0 0,1-1 0 31,-4-1-20-31,2 1-4 0,0 1-1 0,1-1 0 16,-4 5-41-16,4-4-9 0,-3-3-2 0,2 7-600 0,0-5-120 0</inkml:trace>
  <inkml:trace contextRef="#ctx0" brushRef="#br0" timeOffset="24">14659 9193 633 0,'0'0'28'0,"0"0"6"0,0 0-34 0,0 0 0 0,0-4 0 0,2 4 0 16,-2 0 121-16,0-7 18 0,0 7 3 0,0-2 1 15,0 2-108-15,0-4-22 0,0 0-4 0,0 4-1 16,-2-2-8-16,2 2 0 0,0 0 0 0,-3-5 0 16,-2 5 0-16,3-2-14 0,-1-2 5 0,3 4 1 15,0 0 8-15,-5 0 11 0,1-2-3 0,-1-3 0 16,3 5 13-16,2 0 3 0,0 0 0 0,-3-2 0 15,-2-3 48-15,1-1 11 0,1 6 1 0,-2-7 1 16,0 3-10-16,-1-2-3 0,1 6 0 0,-3-7 0 16,1 7-12-16,2-2-4 0,-5-2 0 0,4 4 0 0,-4-2-43 0,1 2-13 15,-2 0 0-15,0 0 8 0,1 0-8 16,-2 2 8-16,2-2-8 0,-2 4 8 0,1-2-8 0,1 3 0 16,-5-3-11-16,3 4 11 0,-2-2 0 0,-1 3 0 15,4-1 11-15,-4 1-3 0,-2 0-8 0,3-1 0 16,-3 5 0-16,3-5 0 0,-1 5 0 0,3-2 17 15,2 2-2-15,1 6-1 0,-1-4-14 0,-2 0 0 16,0 4 0-16,0-1 0 0,0 1 0 0,2 2 0 16,1-2 0-16,-1 3 0 0,-2-2 0 0,3 5 0 15,-1-3 0-15,3 4 0 0,-3 0 0 0,3-5 0 16,0 5 0-16,2-5 0 0,0 7 0 0,2-1 0 0,-1-6 0 16,2-2 0-16,2 3 0 0,0-3 0 0,2 0 0 15,0-4 0-15,3 0 0 0,0 1 0 0,0-8 8 16,2 5-8-16,0-1 0 0,3-1 0 0,2 2 0 0,0-3 0 15,0 1 0-15,0 0 0 0,2-2 8 0,3-1-8 16,2-2 12-16,3-1 0 0,2 1 0 0,0-4 0 16,0 0-12-16,-2 0 0 0,2 0 0 0,-3-4 0 15,4 1 0-15,-1-1 9 0,-1-2-9 0,1-1 12 16,1 1-4-16,-1-1-8 0,-5 0 12 0,3-4-4 16,1 3 8-16,-1-3 0 0,0 1 1 0,-3 1 0 15,0-2-2-15,0-3-1 0,-2-3 0 0,0 5 0 16,0-6 3-16,-2 5 1 0,-1-7 0 0,0 3 0 15,-1-2 1-15,-2-1 0 0,1-4 0 0,-2 7 0 16,-3-2-3-16,0-1 0 0,-2 3 0 0,0-2 0 16,-2 1 8-16,1 0 2 0,-4-1 0 0,0 2 0 0,-2 1-10 15,0-1-1-15,-1 0-1 0,-2 4 0 0,0-4-14 16,0 1 9-16,-1 3-9 0,-2-2 8 0,-1 3-8 16,-1-2 0-16,1 3-10 0,-4 5 10 0,1-3-15 0,-2-2 3 15,-1 5 1-15,1-5 0 0,0 5 11 0,-1-1 0 16,0 5 0-16,-1-3 0 0,2-1-11 0,-1 6 0 15,0 0 0-15,4 0 0 16,-4 0-33-16,1 0-8 0,2 6 0 0,-3-6-1 16,1 7-87-16,2 0-18 0,3-1-3 0,-4 1-731 0</inkml:trace>
  <inkml:trace contextRef="#ctx0" brushRef="#br0" timeOffset="25">13923 10015 759 0,'0'0'33'0,"0"0"8"0,0 0-33 0,0 0-8 15,0 0 0-15,0 0 0 0,0 0 44 0,0 0 6 16,0 0 2-16,0 0 0 0,0 0-3 0,0 0 0 16,0 0 0-16,0 0 0 0,0 0-4 0,0 0-1 15,-5 0 0-15,0 4 0 0,-2-2-10 0,2-2-2 0,1 6-1 0,-1-6 0 16,-1 7 9-16,2-3 3 15,4-4 0-15,-5 2 0 0,0 5-15 0,-2-3-2 0,5 3-1 16,-3 0 0-16,0-1-14 0,0 1-3 0,3-1-8 0,-3 0 12 16,0 5 4-16,0 0 0 0,-2-2 0 0,3 2 0 15,-1 2 2-15,-3-3 1 0,1 3 0 0,0 0 0 16,0 0 1-16,-3 5 1 0,3-1 0 0,-2-2 0 16,-2 7 3-16,0-7 0 0,1 7 0 0,1-3 0 15,-3-1 2-15,-1 1 1 0,4 0 0 0,-3 1 0 16,2-2-17-16,0 1-10 0,-1 0 12 0,-1 3-12 15,2-2 13-15,-4-1-4 0,1 5-1 0,-1-4 0 16,0 3 0-16,2-4 0 0,-3-1 0 0,1 6 0 16,4-5-8-16,-2 5 0 0,0-4 0 0,0-1 0 15,0-2 10-15,0 3 0 0,0-2 0 0,0 1 0 16,2-2 6-16,-2 1 2 0,3-3 0 0,-3 2 0 16,2 0-4-16,0-3-1 0,3-1 0 0,-2 4 0 0,1-4 0 15,1-1 0-15,-2 2 0 0,3-3 0 0,-3 2-5 16,2 0-8-16,0-3 11 0,0 3-11 0,-1 1 9 0,1-3-9 15,0 1 0-15,0 1 9 0,0-2-9 0,-1 2 0 16,1 0 0-16,-3 0 0 0,3-2 15 0,0 0-3 16,-3-3 0-16,4 3 0 0,-2-4 10 0,1 6 2 15,0-7 0-15,-1 5 0 0,-1-4-10 0,4 3-2 16,3-1 0-16,-4 2 0 0,0-4-12 0,-2-1 0 16,3 7 8-16,-1-7-8 0,-2 1 0 0,1 4 0 15,2-5 0-15,0 5 0 0,-2-4 0 0,2-1 8 16,-2 1-8-16,2-1 0 0,0 1 0 0,-2-1 0 15,2-2 8-15,0 3-8 0,-1-1 0 0,1 1 8 0,0-1-8 16,0 1 0-16,-2 0 15 0,2-1-3 0,0 1-1 0,0-3 0 16,1 2-11-16,-1 1 10 0,2-1-10 0,-2 1 10 15,3-1-10-15,-2-2 0 0,1-1-10 0,1 1 10 16,-4 3 0-16,2-3 20 0,1 3-4 0,1-5 0 16,0 2-6-16,2-4-2 0,-5 2 0 0,5-2 0 15,0 0 0-15,-3 7 0 0,1-7 0 0,2 0 0 16,-5 4 0-16,5-4 0 0,0 0 0 0,-2 2 0 15,2-2-8-15,0 0 0 0,0 0 0 0,0 0 0 16,0 0 0-16,0 0 0 0,0 0 0 0,0 0 0 16,0 0 0-16,0 0 0 0,0 0 0 0,0 0-11 15,0 0 11-15,0 0 0 0,0 0 0 0,0 0 0 16,0 0 11-16,0 0-3 0,0 0 0 0,0 0 0 0,0 0-8 16,0 0 10-16,0 0-10 0,0 9 10 15,0-9-10-15,0 0 0 0,0 0 0 0,-2 2 0 16,2-2 0-16,0 0 0 0,0 6 0 0,0-6 0 0,2 7 0 0,-2-7 0 15,0 0 0-15,-2 7 0 0,2-7 0 0,0 0 0 16,0 0 0-16,0 6 0 0,-3-1 0 0,3-5 0 16,0 0 0-16,0 6 0 0,-2-2 0 0,2-4 0 15,0 0 0-15,0 0 0 0,0 2 0 0,0-2 0 16,0 0 0-16,-3 7 0 0,3-7 0 0,0 0 0 16,0 0 0-16,0 6 0 0,0-6 0 0,0 0 0 15,0 5 0-15,-3-3 0 0,3-2 0 0,0 0 0 16,-2 4 0-16,2-4 0 0,0 0 0 0,-2 6 0 15,2-6 0-15,0 0 0 0,0 0 0 0,0 0 0 0,0 0 9 16,0 0-9-16,0 0 0 0,0 0 9 16,-5 0-9-16,5 0 0 0,0 0 12 0,0 0-4 0,0 0 0 15,0 0-8-15,-5-4 16 0,5 4-3 0,0 0-1 16,-2-2 0-16,2 2 5 0,-3-4 1 0,1 4 0 0,-2-2 0 16,1-3-18-16,-2 3 0 0,5-2 8 0,-2-3-8 15,-1 5 0-15,1-2 0 0,-1-2 0 0,1 1 0 16,2-1 9-16,-2-3-1 0,-1 2-8 0,3-4 12 15,0 1-12-15,0 1 0 0,-2-4 0 0,4-2 0 16,-2 2 0-16,3 0 0 0,-1-4 0 0,3 4 0 16,-3-1 0-16,3-3 0 0,0 4 0 0,-2 5 0 15,1-7 0-15,1 6 0 0,0-2 0 0,-3-2 0 16,3 2 0-16,-3 4 0 0,0-1 0 0,1-3 0 16,-3 5 0-16,3 1 0 0,-3 3 0 0,0-2 0 0,0 4 0 15,0 0 0-15,0 0 0 0,0 0-10 0,0 0-2 0,0 0-1 16,0 0 0-16,0 0 0 0,0 0-1 15,-3 6 0-15,3 1 0 0,-3 4 0 0,3-1 6 0,0-1 8 16,0 2-13-16,0 2 5 0,3 4 8 0,-3-4 0 16,-3 7 0-16,3-3 0 0,-2 3 0 0,2-3-8 15,-4 2 8-15,1 1 0 0,-2-3 0 0,3 1 0 16,-1-6 0-16,1 1 0 0,0 1 0 0,0-3 0 16,-1 1 0-16,3-1 0 0,-2-4 0 0,2-1 0 15,2 0 0-15,1 1 0 0,-1 0 0 0,2-3 0 16,1-2 0-16,0 3 0 0,2-3 8 0,3-2 0 15,-3 0 0-15,3 0 0 0,2 0 1 0,0 0 1 16,2-2 0-16,0-3 0 0,3 3-10 0,1-5 10 16,1 1-10-16,-2-3 10 0,-3 3-2 0,3 4 0 0,-1-5 0 15,1 3 0-15,0-3-21 0,0 7-5 0,-3-6-1 0,3 6 0 32,-3 0-65-32,1 0-12 0,-5 0-4 0,2 4 0 15,0-2-144-15,-3 3-28 0</inkml:trace>
  <inkml:trace contextRef="#ctx0" brushRef="#br0" timeOffset="26">12089 12255 1630 0,'0'0'72'0,"0"0"16"0,0 0-71 15,0 0-17-15,0 0 0 0,0 0 0 0,0 0 67 0,0 0 9 0,0 0 3 0,0 0 0 16,-3 4-19-16,3-4-4 0,0 0-1 0,0 0 0 15,0 0-34-15,0 0-6 0,0 0-2 0,5 7 0 16,2-3-13-16,0-2 0 0,1-2 0 0,1 4 0 16,1-1 12-16,-1 1-4 0,1-4-8 0,2 2 12 15,-2 3 0-15,2-3 0 0,-3 3 0 0,1-5 0 16,2 4 0-16,0-2 0 0,0-2 0 0,0 4 0 16,3-2 2-16,-4-2 0 0,1 0 0 0,1 0 0 15,-4 0-4-15,3 5-1 0,3-5 0 0,-4 2 0 16,-1-2-9-16,-1-2 0 0,4 2 0 0,-4 0 8 15,1-5-8-15,-1 5 8 0,2-2-8 0,-2-2 8 0,1-2-20 16,1 6-5-16,-1-7-1 0,2 2 0 16,-2 3-22-16,-1-5-4 0,1 3 0 15,0-2-1-15,-5-1-116 0,4 1-23 0,-2 2-5 16,1 1-1-16</inkml:trace>
  <inkml:trace contextRef="#ctx0" brushRef="#br0" timeOffset="27">12660 12112 1364 0,'0'0'60'0,"0"0"13"0,0 0-58 0,0 0-15 0,5-2 0 0,0-2 0 16,3-3 32-16,-1 1 3 0,-2 2 1 0,0-3 0 15,4 5 3-15,-2-5 1 0,-2 0 0 0,2 3 0 0,1-2-7 0,-4 1-1 16,3-1 0-16,-2 4 0 15,0-3 18-15,0 3 3 0,2-2 1 0,1 2 0 16,-4-2-17-16,-2 1-3 0,6-1-1 0,-3 0 0 0,-3 2-13 0,5 2-2 16,-2 0-1-16,2-5 0 0,0 5 3 0,1 0 1 15,-3 0 0-15,-1-2 0 0,3-3 15 16,1 5 4-16,-4 0 0 0,4-2 0 0,-3-2-1 0,1 4 0 16,-1 0 0-16,0 0 0 0,2 0-31 0,-2 0-8 15,-5 0 0-15,5 4 0 0,0-2 0 0,2-2-8 16,-5 7 8-16,3-2-12 0,-2 5 12 0,2-1 8 15,-1 2-8-15,-2-3 11 0,1 9-11 0,0-3 0 16,-1-3 0-16,-2 6 0 0,0-4 8 0,0 0 0 16,-2 4 0-16,2-1 0 0,-3 1-8 0,-2 2 0 15,1-1 0-15,-1-1 0 0,-3-2 8 0,2 2 0 16,-2 1 0-16,-2 1 0 0,-2 5 0 0,1-5 0 0,-2 6 0 16,1-2 0-16,3-3-8 0,-6 6 0 0,-2-9 0 15,3 2 8-15,0 4-8 0,-1-4 12 0,1-6-12 16,2 4 12-16,-3-4 5 0,3 0 2 0,1-2 0 0,1-2 0 15,0-3-8-15,3-6-2 0,-3 4 0 0,3-2 0 16,-3-2-1-16,4-2 0 0,-2-2 0 0,3 4 0 16,-2-6-8-16,2-1 0 0,-2 1 0 0,2-7 0 15,3 2 0-15,-3 2 0 0,2-2 0 0,1-2-11 16,-1 3 11-16,3-3 0 0,0 6 0 0,3-4 0 16,-3 4 0-16,2 1 0 0,4-1 0 0,-6 7 0 15,4-2-18-15,3-2-2 0,3 2 0 0,-1 2 0 16,4 0 20-16,-1 0 9 0,2 0-1 0,1 2 0 0,-1-2-8 15,0 6 0-15,3-1 0 0,0-3 0 0,-2 4 18 0,2-1 2 16,-3 1 0-16,2 1 0 0,-1 4-7 0,0-5-1 16,1 3 0-16,-4 2 0 0,2-5-12 0,-1 7 8 15,1-6-8-15,0 4 0 0,-1 0 10 0,-1-3-10 16,2-1 10-16,-2-1-10 0,0 5 0 0,0-5 0 16,3 1 0-16,-1-3 0 0,0 3-8 0,1-5-8 15,-1 3-2-15,3-5-806 16,-3 2-162-16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BBF5E2F-2EA4-4BED-BDB7-3263066D10D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61C2587-C0BF-41B9-B0FA-D76263C040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34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0A1846-15C1-4F35-AD6E-2FC96FAC81C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C037-32FA-4360-ABE3-07627B2B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5A9D-A4AF-4C69-803F-B3FD8FE7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6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5EC7-C509-45E9-A595-C7C08F50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1D1F-B34A-4BF8-908F-7A2369939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230188" indent="-230188">
              <a:buFont typeface="Wingdings" panose="05000000000000000000" pitchFamily="2" charset="2"/>
              <a:buChar char="§"/>
              <a:defRPr/>
            </a:lvl2pPr>
            <a:lvl3pPr marL="460375" indent="-230188">
              <a:buFont typeface="Wingdings" panose="05000000000000000000" pitchFamily="2" charset="2"/>
              <a:buChar char="§"/>
              <a:defRPr/>
            </a:lvl3pPr>
            <a:lvl4pPr marL="684213" indent="-223838">
              <a:buFont typeface="Wingdings" panose="05000000000000000000" pitchFamily="2" charset="2"/>
              <a:buChar char="§"/>
              <a:defRPr/>
            </a:lvl4pPr>
            <a:lvl5pPr marL="914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6A89D-691A-4F7C-98F1-F0C593DCA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837" y="636238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4E5DC575-B3DA-4894-AC1D-D96F1860F1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5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BDF3-C675-4FE4-A910-AC4D9638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326A-32E2-4FAA-B286-2C7318FA9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D807-F2AA-4847-A712-DB46B50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B119-C720-495E-B60C-22CBB658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A286-1540-4D00-A534-703021A3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3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E853-5CAF-42AD-AB47-7F5A49B7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8E34-F3E7-4F97-A3DF-30EEE989C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AB9D5-42F1-4DA5-90B3-823D47216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76C05-7108-4656-9F43-674919BE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A914-9DAA-4AE9-A76A-42447258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452A-1F51-42B5-8497-BB68481E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01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A46B-388C-4D77-BE61-52E7B1C9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CDA0-3BD6-450B-8B96-C3684DC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CCF2-765D-4D39-83E7-42743CE9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D599-93B8-46A3-9EF0-230980A89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E1B5-5F66-4EE8-9EE1-86A03BA8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E6235-3EAC-4DFF-9A14-1ADA715C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2BF57-DA9A-4492-A076-AB71F5BE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5FCD9-5D4E-4E57-9402-7599F98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3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0DDE-4BCF-4525-91BE-72A54FC8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6FE61-20C8-49B5-BF10-C0DCB24C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4D872-320C-4D19-B900-0E59609A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071D-2650-40F5-8B1E-46DF9DB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7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47EB5-7CA0-4A83-9D1B-19C14360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C3624-E3A1-4C8A-95B8-43FE56CE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764B-81AF-4873-8E85-B90AF320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2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3DD2-9E90-4EBF-9B07-2194BDC3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8BFE9-2F23-4BCD-B60A-0983EBBCE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5FE31-2336-4B0E-BC8F-3572FA6EC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FD6EC-511A-455D-8BD9-982DE439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7B1AA-215E-4D2A-873E-12B2C91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E25FC-1B80-4F9E-AB2D-C76EBB6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6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9F35-1611-42F7-A008-1247A6AC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68273-8ED8-4A31-9442-466BDD24B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F42B4-A61A-4FDA-B0DC-F40834BD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9FEBD-503F-464B-B22C-555050B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58AB-1586-418B-A030-C9B1CAB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F43F4-342D-4F33-99B8-27ACFF6C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4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AEEE-3587-4C7D-BAA3-0C3E401F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54F2-609F-41BE-BF94-9566C0BC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AD64-81FE-45C7-87BE-C99041D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9082A-2241-44ED-B9AD-9750B21A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10290-45AC-4A7C-9A77-667E4B9C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7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DDBF4-DC75-4000-B4CD-4560FF8BC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8E350-8C93-428E-9B85-FE7F2198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166D-1728-4813-9139-87CA0135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C6B2-CD29-4F7A-8C8F-E7523A74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101A-1A5F-4B8A-B35C-38FD5CC0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03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488D-F10A-F444-9C2F-41D3ED90B576}" type="datetimeFigureOut">
              <a:rPr lang="en-US" smtClean="0"/>
              <a:pPr/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A5C-46AF-4442-A53A-428D79FAD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1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488D-F10A-F444-9C2F-41D3ED90B576}" type="datetimeFigureOut">
              <a:rPr lang="en-US" smtClean="0"/>
              <a:pPr/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A5C-46AF-4442-A53A-428D79FAD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18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488D-F10A-F444-9C2F-41D3ED90B576}" type="datetimeFigureOut">
              <a:rPr lang="en-US" smtClean="0"/>
              <a:pPr/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A5C-46AF-4442-A53A-428D79FAD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04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488D-F10A-F444-9C2F-41D3ED90B576}" type="datetimeFigureOut">
              <a:rPr lang="en-US" smtClean="0"/>
              <a:pPr/>
              <a:t>11/1/2018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A5C-46AF-4442-A53A-428D79FAD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95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488D-F10A-F444-9C2F-41D3ED90B576}" type="datetimeFigureOut">
              <a:rPr lang="en-US" smtClean="0"/>
              <a:pPr/>
              <a:t>11/1/2018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A5C-46AF-4442-A53A-428D79FAD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488D-F10A-F444-9C2F-41D3ED90B576}" type="datetimeFigureOut">
              <a:rPr lang="en-US" smtClean="0"/>
              <a:pPr/>
              <a:t>11/1/2018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A5C-46AF-4442-A53A-428D79FAD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235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488D-F10A-F444-9C2F-41D3ED90B576}" type="datetimeFigureOut">
              <a:rPr lang="en-US" smtClean="0"/>
              <a:pPr/>
              <a:t>11/1/2018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A5C-46AF-4442-A53A-428D79FAD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506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488D-F10A-F444-9C2F-41D3ED90B576}" type="datetimeFigureOut">
              <a:rPr lang="en-US" smtClean="0"/>
              <a:pPr/>
              <a:t>11/1/2018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A5C-46AF-4442-A53A-428D79FAD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2408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488D-F10A-F444-9C2F-41D3ED90B576}" type="datetimeFigureOut">
              <a:rPr lang="en-US" smtClean="0"/>
              <a:pPr/>
              <a:t>11/1/2018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A5C-46AF-4442-A53A-428D79FAD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13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488D-F10A-F444-9C2F-41D3ED90B576}" type="datetimeFigureOut">
              <a:rPr lang="en-US" smtClean="0"/>
              <a:pPr/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A5C-46AF-4442-A53A-428D79FAD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74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488D-F10A-F444-9C2F-41D3ED90B576}" type="datetimeFigureOut">
              <a:rPr lang="en-US" smtClean="0"/>
              <a:pPr/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A5C-46AF-4442-A53A-428D79FAD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46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2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5488D-F10A-F444-9C2F-41D3ED90B576}" type="datetimeFigureOut">
              <a:rPr lang="en-US" smtClean="0"/>
              <a:pPr/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20A5C-46AF-4442-A53A-428D79FAD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03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6627" y="1783959"/>
            <a:ext cx="5170390" cy="3663172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122</a:t>
            </a:r>
            <a:br>
              <a:rPr lang="en-US" dirty="0"/>
            </a:br>
            <a:r>
              <a:rPr lang="en-US" dirty="0"/>
              <a:t>Self-balancing Trees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close up of a logo&#10;&#10;Description generated with high confidence">
            <a:extLst>
              <a:ext uri="{FF2B5EF4-FFF2-40B4-BE49-F238E27FC236}">
                <a16:creationId xmlns:a16="http://schemas.microsoft.com/office/drawing/2014/main" id="{AA5B363E-1D9B-4292-9FD3-93365CFB6C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07" r="2352"/>
          <a:stretch/>
        </p:blipFill>
        <p:spPr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31446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434-B8FC-4B22-9345-A8380DB6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2202900" cy="627812"/>
          </a:xfrm>
        </p:spPr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9867-BE83-44DA-B527-679E24DCE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4474151" cy="833428"/>
          </a:xfrm>
        </p:spPr>
        <p:txBody>
          <a:bodyPr/>
          <a:lstStyle/>
          <a:p>
            <a:r>
              <a:rPr lang="en-US" dirty="0"/>
              <a:t>Trees</a:t>
            </a:r>
          </a:p>
          <a:p>
            <a:r>
              <a:rPr lang="en-US" dirty="0"/>
              <a:t>Binary search trees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F4B25A-A567-4CE2-A621-7C68BB2B8189}"/>
              </a:ext>
            </a:extLst>
          </p:cNvPr>
          <p:cNvSpPr txBox="1">
            <a:spLocks/>
          </p:cNvSpPr>
          <p:nvPr/>
        </p:nvSpPr>
        <p:spPr>
          <a:xfrm>
            <a:off x="4807531" y="1119019"/>
            <a:ext cx="4474151" cy="3983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More BSTs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AVL Trees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025396-6B6F-46DD-A41C-5D58674A98DF}"/>
              </a:ext>
            </a:extLst>
          </p:cNvPr>
          <p:cNvSpPr txBox="1">
            <a:spLocks/>
          </p:cNvSpPr>
          <p:nvPr/>
        </p:nvSpPr>
        <p:spPr>
          <a:xfrm>
            <a:off x="4677744" y="363957"/>
            <a:ext cx="2202900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Today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69671F-21BA-48F3-8FD7-BE71F9C8388F}"/>
              </a:ext>
            </a:extLst>
          </p:cNvPr>
          <p:cNvSpPr txBox="1">
            <a:spLocks/>
          </p:cNvSpPr>
          <p:nvPr/>
        </p:nvSpPr>
        <p:spPr>
          <a:xfrm>
            <a:off x="8641465" y="367133"/>
            <a:ext cx="2202900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90B3AC-390D-4FC5-8614-BCEA0743B65E}"/>
              </a:ext>
            </a:extLst>
          </p:cNvPr>
          <p:cNvSpPr txBox="1">
            <a:spLocks/>
          </p:cNvSpPr>
          <p:nvPr/>
        </p:nvSpPr>
        <p:spPr>
          <a:xfrm>
            <a:off x="8641465" y="1113179"/>
            <a:ext cx="3135405" cy="3983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Worklists revisited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15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0FCF-5044-4AEC-A83B-40092B53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45E1D-E5A6-45DF-B856-F34959223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time: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bst_lookup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996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69FCE-2494-42DC-88A1-80D5F72C3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032" y="209998"/>
            <a:ext cx="10515600" cy="5293232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bst_insert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(tree* T, entry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Empty case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Non-empty case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key_compare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entry_key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(e),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entry_key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(T-&gt;data));      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T-&gt;data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0)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T-&gt;left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bst_insert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(T-&gt;left, e);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T-&gt;right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bst_insert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(T-&gt;right, e);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0FC4B5-1850-410F-94A0-07544E39C720}"/>
                  </a:ext>
                </a:extLst>
              </p14:cNvPr>
              <p14:cNvContentPartPr/>
              <p14:nvPr/>
            </p14:nvContentPartPr>
            <p14:xfrm>
              <a:off x="6703729" y="1354770"/>
              <a:ext cx="4964686" cy="3321011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0FC4B5-1850-410F-94A0-07544E39C7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4369" y="1345410"/>
                <a:ext cx="4983406" cy="3339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141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15B70BA-69C0-450C-A3E0-EF9E0BD74328}"/>
              </a:ext>
            </a:extLst>
          </p:cNvPr>
          <p:cNvSpPr txBox="1">
            <a:spLocks/>
          </p:cNvSpPr>
          <p:nvPr/>
        </p:nvSpPr>
        <p:spPr>
          <a:xfrm>
            <a:off x="208032" y="209998"/>
            <a:ext cx="10515600" cy="529323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bst_insert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(tree* T, entry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Empty case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(T == NULL)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tree* R 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R-&gt;data 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R-&gt;left  = NULL;  // Not necessary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R-&gt;right = NULL;  // Not necessary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 = R;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Non-empty case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4FCE1F4-C667-41B3-9284-54B0A33D1441}"/>
                  </a:ext>
                </a:extLst>
              </p14:cNvPr>
              <p14:cNvContentPartPr/>
              <p14:nvPr/>
            </p14:nvContentPartPr>
            <p14:xfrm>
              <a:off x="6703729" y="1354770"/>
              <a:ext cx="4964686" cy="3321011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4FCE1F4-C667-41B3-9284-54B0A33D14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4369" y="1345410"/>
                <a:ext cx="4983406" cy="3339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477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8D22FF7-4C12-4329-B405-78681252D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032" y="209998"/>
            <a:ext cx="10515600" cy="5293232"/>
          </a:xfrm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tree*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bst_insert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(tree* T, entry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Empty case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(T == NULL)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tree* R 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R-&gt;data 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R-&gt;left  = NULL;  // Not necessary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R-&gt;right = NULL;  // Not necessary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R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Non-empty case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7A943CC-D675-4B29-8429-2D7307E385C7}"/>
                  </a:ext>
                </a:extLst>
              </p14:cNvPr>
              <p14:cNvContentPartPr/>
              <p14:nvPr/>
            </p14:nvContentPartPr>
            <p14:xfrm>
              <a:off x="6703729" y="1354770"/>
              <a:ext cx="4964686" cy="3321011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7A943CC-D675-4B29-8429-2D7307E385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4369" y="1345410"/>
                <a:ext cx="4983406" cy="3339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92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D75AE-1D41-4CC5-AAD4-64F3851C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54E0-6747-445E-9155-7D93BC738E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3812240"/>
              </a:xfrm>
            </p:spPr>
            <p:txBody>
              <a:bodyPr/>
              <a:lstStyle/>
              <a:p>
                <a:r>
                  <a:rPr lang="en-US" sz="3200" dirty="0"/>
                  <a:t>What is the complexity of our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bst_insert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sz="3200" dirty="0"/>
                  <a:t>function?</a:t>
                </a:r>
              </a:p>
              <a:p>
                <a:r>
                  <a:rPr lang="en-US" sz="3200" dirty="0"/>
                  <a:t>	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	</a:t>
                </a:r>
                <a:endParaRPr lang="en-US" sz="3200" i="1" dirty="0">
                  <a:latin typeface="Cambria Math" panose="02040503050406030204" pitchFamily="18" charset="0"/>
                </a:endParaRPr>
              </a:p>
              <a:p>
                <a:r>
                  <a:rPr lang="en-US" sz="3200" dirty="0"/>
                  <a:t>	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20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r>
                  <a:rPr lang="en-US" sz="3200" dirty="0"/>
                  <a:t> 	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r>
                  <a:rPr lang="en-US" sz="3200" dirty="0"/>
                  <a:t>	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200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r>
                  <a:rPr lang="en-US" sz="3200" dirty="0"/>
                  <a:t>	Other</a:t>
                </a:r>
              </a:p>
              <a:p>
                <a:endParaRPr lang="en-US" sz="3200" dirty="0"/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54E0-6747-445E-9155-7D93BC738E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3812240"/>
              </a:xfrm>
              <a:blipFill>
                <a:blip r:embed="rId2"/>
                <a:stretch>
                  <a:fillRect l="-1507" t="-3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08A4241F-453C-4151-AC3D-156028C3F9FC}"/>
              </a:ext>
            </a:extLst>
          </p:cNvPr>
          <p:cNvGrpSpPr/>
          <p:nvPr/>
        </p:nvGrpSpPr>
        <p:grpSpPr>
          <a:xfrm>
            <a:off x="775981" y="1741848"/>
            <a:ext cx="424374" cy="2640102"/>
            <a:chOff x="538840" y="2340429"/>
            <a:chExt cx="500745" cy="310406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985F11-B2BF-4A83-882A-12E2AE73F598}"/>
                </a:ext>
              </a:extLst>
            </p:cNvPr>
            <p:cNvSpPr/>
            <p:nvPr/>
          </p:nvSpPr>
          <p:spPr>
            <a:xfrm>
              <a:off x="544286" y="2340429"/>
              <a:ext cx="495299" cy="47353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7DE85A-6045-475B-8A5B-1579E6D1C781}"/>
                </a:ext>
              </a:extLst>
            </p:cNvPr>
            <p:cNvSpPr/>
            <p:nvPr/>
          </p:nvSpPr>
          <p:spPr>
            <a:xfrm>
              <a:off x="538842" y="3000197"/>
              <a:ext cx="495299" cy="473530"/>
            </a:xfrm>
            <a:prstGeom prst="rect">
              <a:avLst/>
            </a:prstGeom>
            <a:solidFill>
              <a:srgbClr val="9BBB59">
                <a:lumMod val="60000"/>
                <a:lumOff val="40000"/>
              </a:srgb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D5942CC-8F60-4070-A54C-41600DE6BFAE}"/>
                </a:ext>
              </a:extLst>
            </p:cNvPr>
            <p:cNvSpPr/>
            <p:nvPr/>
          </p:nvSpPr>
          <p:spPr>
            <a:xfrm>
              <a:off x="538841" y="3655696"/>
              <a:ext cx="495299" cy="473530"/>
            </a:xfrm>
            <a:prstGeom prst="rect">
              <a:avLst/>
            </a:prstGeom>
            <a:solidFill>
              <a:srgbClr val="4F81BD">
                <a:lumMod val="60000"/>
                <a:lumOff val="40000"/>
              </a:srgb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76B86B-C126-47A4-8AF4-00A85DC58C46}"/>
                </a:ext>
              </a:extLst>
            </p:cNvPr>
            <p:cNvSpPr/>
            <p:nvPr/>
          </p:nvSpPr>
          <p:spPr>
            <a:xfrm>
              <a:off x="538841" y="4315464"/>
              <a:ext cx="495299" cy="473530"/>
            </a:xfrm>
            <a:prstGeom prst="rect">
              <a:avLst/>
            </a:prstGeom>
            <a:solidFill>
              <a:srgbClr val="F5E871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5C712D-8FA6-4159-A057-255971D3640F}"/>
                </a:ext>
              </a:extLst>
            </p:cNvPr>
            <p:cNvSpPr/>
            <p:nvPr/>
          </p:nvSpPr>
          <p:spPr>
            <a:xfrm>
              <a:off x="538840" y="4970963"/>
              <a:ext cx="495299" cy="473530"/>
            </a:xfrm>
            <a:prstGeom prst="rect">
              <a:avLst/>
            </a:prstGeom>
            <a:solidFill>
              <a:srgbClr val="F9A883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A1DECF4-8C8E-45D3-B08F-323ED6C4D5BA}"/>
                  </a:ext>
                </a:extLst>
              </p14:cNvPr>
              <p14:cNvContentPartPr/>
              <p14:nvPr/>
            </p14:nvContentPartPr>
            <p14:xfrm>
              <a:off x="6524259" y="1853077"/>
              <a:ext cx="4964686" cy="3321011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A1DECF4-8C8E-45D3-B08F-323ED6C4D5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4899" y="1843717"/>
                <a:ext cx="4983406" cy="3339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4001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D75AE-1D41-4CC5-AAD4-64F3851C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54E0-6747-445E-9155-7D93BC738E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3812240"/>
              </a:xfrm>
            </p:spPr>
            <p:txBody>
              <a:bodyPr/>
              <a:lstStyle/>
              <a:p>
                <a:r>
                  <a:rPr lang="en-US" sz="3200" dirty="0"/>
                  <a:t>What is the complexity of our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bst_insert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sz="3200" dirty="0"/>
                  <a:t>function?</a:t>
                </a:r>
              </a:p>
              <a:p>
                <a:r>
                  <a:rPr lang="en-US" sz="3200" dirty="0"/>
                  <a:t>	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	</a:t>
                </a:r>
                <a:endParaRPr lang="en-US" sz="3200" i="1" dirty="0">
                  <a:latin typeface="Cambria Math" panose="02040503050406030204" pitchFamily="18" charset="0"/>
                </a:endParaRPr>
              </a:p>
              <a:p>
                <a:r>
                  <a:rPr lang="en-US" sz="3200" dirty="0"/>
                  <a:t>	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20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r>
                  <a:rPr lang="en-US" sz="3200" dirty="0"/>
                  <a:t> 	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r>
                  <a:rPr lang="en-US" sz="3200" dirty="0"/>
                  <a:t>	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200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r>
                  <a:rPr lang="en-US" sz="3200" dirty="0"/>
                  <a:t>	Other</a:t>
                </a:r>
              </a:p>
              <a:p>
                <a:endParaRPr lang="en-US" sz="3200" dirty="0"/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54E0-6747-445E-9155-7D93BC738E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3812240"/>
              </a:xfrm>
              <a:blipFill>
                <a:blip r:embed="rId2"/>
                <a:stretch>
                  <a:fillRect l="-1507" t="-3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08A4241F-453C-4151-AC3D-156028C3F9FC}"/>
              </a:ext>
            </a:extLst>
          </p:cNvPr>
          <p:cNvGrpSpPr/>
          <p:nvPr/>
        </p:nvGrpSpPr>
        <p:grpSpPr>
          <a:xfrm>
            <a:off x="775981" y="1741848"/>
            <a:ext cx="424374" cy="2640102"/>
            <a:chOff x="538840" y="2340429"/>
            <a:chExt cx="500745" cy="310406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985F11-B2BF-4A83-882A-12E2AE73F598}"/>
                </a:ext>
              </a:extLst>
            </p:cNvPr>
            <p:cNvSpPr/>
            <p:nvPr/>
          </p:nvSpPr>
          <p:spPr>
            <a:xfrm>
              <a:off x="544286" y="2340429"/>
              <a:ext cx="495299" cy="4735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7DE85A-6045-475B-8A5B-1579E6D1C781}"/>
                </a:ext>
              </a:extLst>
            </p:cNvPr>
            <p:cNvSpPr/>
            <p:nvPr/>
          </p:nvSpPr>
          <p:spPr>
            <a:xfrm>
              <a:off x="538842" y="3000197"/>
              <a:ext cx="495299" cy="4735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D5942CC-8F60-4070-A54C-41600DE6BFAE}"/>
                </a:ext>
              </a:extLst>
            </p:cNvPr>
            <p:cNvSpPr/>
            <p:nvPr/>
          </p:nvSpPr>
          <p:spPr>
            <a:xfrm>
              <a:off x="538841" y="3655696"/>
              <a:ext cx="495299" cy="473530"/>
            </a:xfrm>
            <a:prstGeom prst="rect">
              <a:avLst/>
            </a:prstGeom>
            <a:solidFill>
              <a:srgbClr val="4F81BD">
                <a:lumMod val="60000"/>
                <a:lumOff val="40000"/>
              </a:srgb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76B86B-C126-47A4-8AF4-00A85DC58C46}"/>
                </a:ext>
              </a:extLst>
            </p:cNvPr>
            <p:cNvSpPr/>
            <p:nvPr/>
          </p:nvSpPr>
          <p:spPr>
            <a:xfrm>
              <a:off x="538841" y="4315464"/>
              <a:ext cx="495299" cy="4735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5C712D-8FA6-4159-A057-255971D3640F}"/>
                </a:ext>
              </a:extLst>
            </p:cNvPr>
            <p:cNvSpPr/>
            <p:nvPr/>
          </p:nvSpPr>
          <p:spPr>
            <a:xfrm>
              <a:off x="538840" y="4970963"/>
              <a:ext cx="495299" cy="4735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A1DECF4-8C8E-45D3-B08F-323ED6C4D5BA}"/>
                  </a:ext>
                </a:extLst>
              </p14:cNvPr>
              <p14:cNvContentPartPr/>
              <p14:nvPr/>
            </p14:nvContentPartPr>
            <p14:xfrm>
              <a:off x="6524259" y="1853077"/>
              <a:ext cx="4964686" cy="3321011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A1DECF4-8C8E-45D3-B08F-323ED6C4D5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4899" y="1843717"/>
                <a:ext cx="4983406" cy="3339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7595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3196-38B0-40B7-B662-80C046DB1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7BFF3E-8E03-4974-A897-5E5740CD18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297066"/>
              </p:ext>
            </p:extLst>
          </p:nvPr>
        </p:nvGraphicFramePr>
        <p:xfrm>
          <a:off x="314150" y="1276141"/>
          <a:ext cx="11724516" cy="3641967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954086">
                  <a:extLst>
                    <a:ext uri="{9D8B030D-6E8A-4147-A177-3AD203B41FA5}">
                      <a16:colId xmlns:a16="http://schemas.microsoft.com/office/drawing/2014/main" val="3891501575"/>
                    </a:ext>
                  </a:extLst>
                </a:gridCol>
                <a:gridCol w="1954086">
                  <a:extLst>
                    <a:ext uri="{9D8B030D-6E8A-4147-A177-3AD203B41FA5}">
                      <a16:colId xmlns:a16="http://schemas.microsoft.com/office/drawing/2014/main" val="1318852784"/>
                    </a:ext>
                  </a:extLst>
                </a:gridCol>
                <a:gridCol w="1683061">
                  <a:extLst>
                    <a:ext uri="{9D8B030D-6E8A-4147-A177-3AD203B41FA5}">
                      <a16:colId xmlns:a16="http://schemas.microsoft.com/office/drawing/2014/main" val="447607108"/>
                    </a:ext>
                  </a:extLst>
                </a:gridCol>
                <a:gridCol w="2225111">
                  <a:extLst>
                    <a:ext uri="{9D8B030D-6E8A-4147-A177-3AD203B41FA5}">
                      <a16:colId xmlns:a16="http://schemas.microsoft.com/office/drawing/2014/main" val="2250355406"/>
                    </a:ext>
                  </a:extLst>
                </a:gridCol>
                <a:gridCol w="1954086">
                  <a:extLst>
                    <a:ext uri="{9D8B030D-6E8A-4147-A177-3AD203B41FA5}">
                      <a16:colId xmlns:a16="http://schemas.microsoft.com/office/drawing/2014/main" val="1298334776"/>
                    </a:ext>
                  </a:extLst>
                </a:gridCol>
                <a:gridCol w="1954086">
                  <a:extLst>
                    <a:ext uri="{9D8B030D-6E8A-4147-A177-3AD203B41FA5}">
                      <a16:colId xmlns:a16="http://schemas.microsoft.com/office/drawing/2014/main" val="2988108934"/>
                    </a:ext>
                  </a:extLst>
                </a:gridCol>
              </a:tblGrid>
              <a:tr h="182098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Unsorted Arrays /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Linked Lists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Sorted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Arrays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Hash tables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Common case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(amortized)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Hash tables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Worst case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Binary Search Tree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Goal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931537"/>
                  </a:ext>
                </a:extLst>
              </a:tr>
              <a:tr h="9104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lookup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O(n)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O(log n)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O(1)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O(n)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O(log n)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668661"/>
                  </a:ext>
                </a:extLst>
              </a:tr>
              <a:tr h="9104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insert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O(1)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O(n)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O(1)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O(n)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O(log n)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663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976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6D60-73B4-40A6-8FE3-9F82EA943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with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78FF0-B2F2-484D-A6D4-142269B08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8" y="1113178"/>
            <a:ext cx="5669187" cy="5455915"/>
          </a:xfrm>
        </p:spPr>
        <p:txBody>
          <a:bodyPr/>
          <a:lstStyle/>
          <a:p>
            <a:r>
              <a:rPr lang="en-US" dirty="0"/>
              <a:t>BST functions</a:t>
            </a:r>
          </a:p>
          <a:p>
            <a:endParaRPr lang="en-US" sz="2000" dirty="0"/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tree*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bst_insert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(tree*, entry e);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bst_lookup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(tree* T, key k);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3DE6C4-5DE8-4B3C-9496-4A8F84FE301F}"/>
              </a:ext>
            </a:extLst>
          </p:cNvPr>
          <p:cNvSpPr txBox="1">
            <a:spLocks/>
          </p:cNvSpPr>
          <p:nvPr/>
        </p:nvSpPr>
        <p:spPr>
          <a:xfrm>
            <a:off x="6541045" y="1113178"/>
            <a:ext cx="5610752" cy="5601771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Dictionary interface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typedef ______*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dict_t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dict_t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dict_new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/*@ensures \result != NULL; @*/ 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dict_lookup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dict_t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D, key k)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/*@...@*/ 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dict_insert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dict_t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D, entry e)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/*@...@*/ ;</a:t>
            </a:r>
          </a:p>
        </p:txBody>
      </p:sp>
    </p:spTree>
    <p:extLst>
      <p:ext uri="{BB962C8B-B14F-4D97-AF65-F5344CB8AC3E}">
        <p14:creationId xmlns:p14="http://schemas.microsoft.com/office/powerpoint/2010/main" val="188904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0BAF-50D9-4F04-8673-E190B2CC9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BA3BB-0688-4E83-962F-ABA999A4E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1542664" cy="2039539"/>
          </a:xfrm>
        </p:spPr>
        <p:txBody>
          <a:bodyPr/>
          <a:lstStyle/>
          <a:p>
            <a:r>
              <a:rPr lang="en-US" dirty="0"/>
              <a:t>HEIGHT </a:t>
            </a:r>
            <a:r>
              <a:rPr lang="en-US" dirty="0">
                <a:solidFill>
                  <a:schemeClr val="tx1"/>
                </a:solidFill>
              </a:rPr>
              <a:t>= length of longest path from root to a leaf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(NULL) = 0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(T) = 1 + 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sz="3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(T-&gt;left), </a:t>
            </a:r>
            <a:r>
              <a:rPr lang="en-US" sz="2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(T-&gt;right)</a:t>
            </a:r>
            <a:r>
              <a:rPr lang="en-US" sz="3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C941A5C-E5A7-428A-91C8-04199C874C31}"/>
              </a:ext>
            </a:extLst>
          </p:cNvPr>
          <p:cNvGrpSpPr/>
          <p:nvPr/>
        </p:nvGrpSpPr>
        <p:grpSpPr>
          <a:xfrm>
            <a:off x="4162483" y="2844177"/>
            <a:ext cx="4173704" cy="3775718"/>
            <a:chOff x="6096000" y="916120"/>
            <a:chExt cx="5692990" cy="557474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2BD4D9D-F416-4FDF-9A32-B6CEC644CC3B}"/>
                </a:ext>
              </a:extLst>
            </p:cNvPr>
            <p:cNvSpPr/>
            <p:nvPr/>
          </p:nvSpPr>
          <p:spPr>
            <a:xfrm>
              <a:off x="8082070" y="916120"/>
              <a:ext cx="594360" cy="5943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10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10FB02-5192-43D6-8808-E16C3D1EA563}"/>
                </a:ext>
              </a:extLst>
            </p:cNvPr>
            <p:cNvSpPr/>
            <p:nvPr/>
          </p:nvSpPr>
          <p:spPr>
            <a:xfrm>
              <a:off x="6784609" y="2001800"/>
              <a:ext cx="594360" cy="5943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5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00EF33D-D07D-49B2-A9D7-70FF17973D8F}"/>
                </a:ext>
              </a:extLst>
            </p:cNvPr>
            <p:cNvSpPr/>
            <p:nvPr/>
          </p:nvSpPr>
          <p:spPr>
            <a:xfrm>
              <a:off x="9582698" y="2006989"/>
              <a:ext cx="594360" cy="5943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15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40D214C-ACE0-4A80-972D-F9D4A61D7B53}"/>
                </a:ext>
              </a:extLst>
            </p:cNvPr>
            <p:cNvSpPr/>
            <p:nvPr/>
          </p:nvSpPr>
          <p:spPr>
            <a:xfrm>
              <a:off x="6096000" y="3321183"/>
              <a:ext cx="594360" cy="5943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3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7351A98-62EF-442E-9E33-A14FF1E9AECA}"/>
                </a:ext>
              </a:extLst>
            </p:cNvPr>
            <p:cNvSpPr/>
            <p:nvPr/>
          </p:nvSpPr>
          <p:spPr>
            <a:xfrm>
              <a:off x="7378969" y="3321183"/>
              <a:ext cx="594360" cy="5943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7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34089C0-08F7-48C4-AA53-5F1203ECCA3D}"/>
                </a:ext>
              </a:extLst>
            </p:cNvPr>
            <p:cNvSpPr/>
            <p:nvPr/>
          </p:nvSpPr>
          <p:spPr>
            <a:xfrm>
              <a:off x="8896434" y="3321183"/>
              <a:ext cx="594360" cy="5943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12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654FDA8-E8FA-4EA8-B2B4-36C3568C9F35}"/>
                </a:ext>
              </a:extLst>
            </p:cNvPr>
            <p:cNvSpPr/>
            <p:nvPr/>
          </p:nvSpPr>
          <p:spPr>
            <a:xfrm>
              <a:off x="10303090" y="3321183"/>
              <a:ext cx="594360" cy="5943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20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6794E59-5311-432B-B731-9F902CAF72F7}"/>
                </a:ext>
              </a:extLst>
            </p:cNvPr>
            <p:cNvSpPr/>
            <p:nvPr/>
          </p:nvSpPr>
          <p:spPr>
            <a:xfrm>
              <a:off x="9804097" y="4618407"/>
              <a:ext cx="594360" cy="5943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17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D8D21AB-1DEE-45FA-BFC2-AC0A37741798}"/>
                </a:ext>
              </a:extLst>
            </p:cNvPr>
            <p:cNvSpPr/>
            <p:nvPr/>
          </p:nvSpPr>
          <p:spPr>
            <a:xfrm>
              <a:off x="10868654" y="4618407"/>
              <a:ext cx="594360" cy="5943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25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D97E442-385B-4A93-AA82-D0977DC58A70}"/>
                </a:ext>
              </a:extLst>
            </p:cNvPr>
            <p:cNvSpPr/>
            <p:nvPr/>
          </p:nvSpPr>
          <p:spPr>
            <a:xfrm>
              <a:off x="11194630" y="5896509"/>
              <a:ext cx="594360" cy="5943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30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F60AA42-D3D1-4246-9E03-BB6C2342FEAD}"/>
                </a:ext>
              </a:extLst>
            </p:cNvPr>
            <p:cNvSpPr/>
            <p:nvPr/>
          </p:nvSpPr>
          <p:spPr>
            <a:xfrm>
              <a:off x="8302074" y="4618407"/>
              <a:ext cx="594360" cy="59436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11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88E9421-D237-4986-A494-4014C7A00DB4}"/>
                </a:ext>
              </a:extLst>
            </p:cNvPr>
            <p:cNvCxnSpPr>
              <a:cxnSpLocks/>
              <a:stCxn id="4" idx="3"/>
              <a:endCxn id="5" idx="7"/>
            </p:cNvCxnSpPr>
            <p:nvPr/>
          </p:nvCxnSpPr>
          <p:spPr>
            <a:xfrm flipH="1">
              <a:off x="7291927" y="1423438"/>
              <a:ext cx="877185" cy="665404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063584C-5313-4B2C-9200-07B0386949B3}"/>
                </a:ext>
              </a:extLst>
            </p:cNvPr>
            <p:cNvCxnSpPr>
              <a:cxnSpLocks/>
              <a:stCxn id="4" idx="5"/>
              <a:endCxn id="6" idx="1"/>
            </p:cNvCxnSpPr>
            <p:nvPr/>
          </p:nvCxnSpPr>
          <p:spPr>
            <a:xfrm>
              <a:off x="8589388" y="1423438"/>
              <a:ext cx="1080352" cy="670593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D036386-B6BA-4B7B-87BF-C5C5CB7C947B}"/>
                </a:ext>
              </a:extLst>
            </p:cNvPr>
            <p:cNvCxnSpPr>
              <a:cxnSpLocks/>
              <a:stCxn id="5" idx="4"/>
              <a:endCxn id="8" idx="0"/>
            </p:cNvCxnSpPr>
            <p:nvPr/>
          </p:nvCxnSpPr>
          <p:spPr>
            <a:xfrm>
              <a:off x="7081789" y="2596160"/>
              <a:ext cx="594360" cy="725023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A6F8525-20EA-40BB-937A-A98433D39E81}"/>
                </a:ext>
              </a:extLst>
            </p:cNvPr>
            <p:cNvCxnSpPr>
              <a:cxnSpLocks/>
              <a:stCxn id="5" idx="4"/>
              <a:endCxn id="7" idx="0"/>
            </p:cNvCxnSpPr>
            <p:nvPr/>
          </p:nvCxnSpPr>
          <p:spPr>
            <a:xfrm flipH="1">
              <a:off x="6393180" y="2596160"/>
              <a:ext cx="688609" cy="725023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4CD96A3-AD80-4BBF-8F06-5AC30F4FB74F}"/>
                </a:ext>
              </a:extLst>
            </p:cNvPr>
            <p:cNvCxnSpPr>
              <a:cxnSpLocks/>
              <a:stCxn id="9" idx="4"/>
              <a:endCxn id="15" idx="0"/>
            </p:cNvCxnSpPr>
            <p:nvPr/>
          </p:nvCxnSpPr>
          <p:spPr>
            <a:xfrm flipH="1">
              <a:off x="8599254" y="3915543"/>
              <a:ext cx="594360" cy="702864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9861B5B-AE6E-4477-8114-9E187FB3D7F8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 flipH="1">
              <a:off x="9193614" y="2601349"/>
              <a:ext cx="686264" cy="719834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0E9F74F-5271-4553-9DF2-94455EBBD4F8}"/>
                </a:ext>
              </a:extLst>
            </p:cNvPr>
            <p:cNvCxnSpPr>
              <a:cxnSpLocks/>
              <a:stCxn id="6" idx="4"/>
              <a:endCxn id="10" idx="0"/>
            </p:cNvCxnSpPr>
            <p:nvPr/>
          </p:nvCxnSpPr>
          <p:spPr>
            <a:xfrm>
              <a:off x="9879878" y="2601349"/>
              <a:ext cx="720392" cy="719834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5409EA2-D3DB-4EB1-A72B-DB5B980B5272}"/>
                </a:ext>
              </a:extLst>
            </p:cNvPr>
            <p:cNvCxnSpPr>
              <a:cxnSpLocks/>
              <a:stCxn id="10" idx="4"/>
              <a:endCxn id="12" idx="0"/>
            </p:cNvCxnSpPr>
            <p:nvPr/>
          </p:nvCxnSpPr>
          <p:spPr>
            <a:xfrm>
              <a:off x="10600270" y="3915543"/>
              <a:ext cx="565564" cy="702864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66A99FB-D214-43DA-B6F2-CCEBCD181BC1}"/>
                </a:ext>
              </a:extLst>
            </p:cNvPr>
            <p:cNvCxnSpPr>
              <a:cxnSpLocks/>
              <a:stCxn id="10" idx="4"/>
              <a:endCxn id="11" idx="0"/>
            </p:cNvCxnSpPr>
            <p:nvPr/>
          </p:nvCxnSpPr>
          <p:spPr>
            <a:xfrm flipH="1">
              <a:off x="10101277" y="3915543"/>
              <a:ext cx="498993" cy="702864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86DFE25-C7B3-4153-857F-CF1689ED9747}"/>
                </a:ext>
              </a:extLst>
            </p:cNvPr>
            <p:cNvCxnSpPr>
              <a:cxnSpLocks/>
              <a:stCxn id="12" idx="4"/>
              <a:endCxn id="13" idx="0"/>
            </p:cNvCxnSpPr>
            <p:nvPr/>
          </p:nvCxnSpPr>
          <p:spPr>
            <a:xfrm>
              <a:off x="11165834" y="5212767"/>
              <a:ext cx="325976" cy="683742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6603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2300-0BAD-4D6A-B467-D2996AAB4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 tree as we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C400E-16CA-40D4-ABC9-49DD8A26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6308706" cy="2039539"/>
          </a:xfrm>
        </p:spPr>
        <p:txBody>
          <a:bodyPr/>
          <a:lstStyle/>
          <a:p>
            <a:r>
              <a:rPr lang="en-US" dirty="0"/>
              <a:t>Maintain balance and order invariants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Guarantee O(log n) operations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Cheap to maintain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26A5A5-7052-4845-86FF-F2FDE9A9A0F4}"/>
              </a:ext>
            </a:extLst>
          </p:cNvPr>
          <p:cNvSpPr/>
          <p:nvPr/>
        </p:nvSpPr>
        <p:spPr>
          <a:xfrm>
            <a:off x="8997379" y="1821215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7F6044-ABA2-4E7E-8D44-4F49A2426D1D}"/>
              </a:ext>
            </a:extLst>
          </p:cNvPr>
          <p:cNvSpPr/>
          <p:nvPr/>
        </p:nvSpPr>
        <p:spPr>
          <a:xfrm>
            <a:off x="7520732" y="2729345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22AD29-7387-4E71-8D66-C943FA2542EB}"/>
              </a:ext>
            </a:extLst>
          </p:cNvPr>
          <p:cNvSpPr/>
          <p:nvPr/>
        </p:nvSpPr>
        <p:spPr>
          <a:xfrm>
            <a:off x="10547689" y="2729345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4263A4-7CAF-48E2-B36D-9033C53BEC10}"/>
              </a:ext>
            </a:extLst>
          </p:cNvPr>
          <p:cNvSpPr/>
          <p:nvPr/>
        </p:nvSpPr>
        <p:spPr>
          <a:xfrm>
            <a:off x="6548258" y="3832961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675D91-FE5B-428D-9BE6-9795A85FA37C}"/>
              </a:ext>
            </a:extLst>
          </p:cNvPr>
          <p:cNvSpPr/>
          <p:nvPr/>
        </p:nvSpPr>
        <p:spPr>
          <a:xfrm>
            <a:off x="8395579" y="3832961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970AAE-5388-4701-9368-D1515EE8A9FA}"/>
              </a:ext>
            </a:extLst>
          </p:cNvPr>
          <p:cNvSpPr/>
          <p:nvPr/>
        </p:nvSpPr>
        <p:spPr>
          <a:xfrm>
            <a:off x="9778087" y="3832961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8E256FB-F742-43F7-8A0B-6F41A89639AA}"/>
              </a:ext>
            </a:extLst>
          </p:cNvPr>
          <p:cNvSpPr/>
          <p:nvPr/>
        </p:nvSpPr>
        <p:spPr>
          <a:xfrm>
            <a:off x="11324555" y="3832961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34DBBCF-6FFC-4DA3-9FA3-C1B367C8ECCD}"/>
              </a:ext>
            </a:extLst>
          </p:cNvPr>
          <p:cNvSpPr/>
          <p:nvPr/>
        </p:nvSpPr>
        <p:spPr>
          <a:xfrm>
            <a:off x="6138224" y="4918039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B2AB7B-E8ED-4B01-B16F-ED569B3F886A}"/>
              </a:ext>
            </a:extLst>
          </p:cNvPr>
          <p:cNvSpPr/>
          <p:nvPr/>
        </p:nvSpPr>
        <p:spPr>
          <a:xfrm>
            <a:off x="7025404" y="4918039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A387F7C-5573-4598-8A46-5A8FEC96CB79}"/>
              </a:ext>
            </a:extLst>
          </p:cNvPr>
          <p:cNvSpPr/>
          <p:nvPr/>
        </p:nvSpPr>
        <p:spPr>
          <a:xfrm>
            <a:off x="8067239" y="4910451"/>
            <a:ext cx="495327" cy="4971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accent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C01A7D-23FE-47EC-AEF8-2C8A14BE076F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7943520" y="2245567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F38B01-CDF4-470E-8169-A6444B5CFC76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9420167" y="2245567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6F2F9F-C01E-43D3-AF99-3C94D7CE1E4D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>
            <a:off x="7768396" y="3226505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2AFBD4-64AC-4C94-B007-7AA469E3E9DE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 flipH="1">
            <a:off x="6795922" y="3226505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F890C2-70C5-47F3-9DCF-875C83FF7BE7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10025751" y="3226505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58F9853-A018-45DF-A0C0-D69B53450A50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10795354" y="3226505"/>
            <a:ext cx="776865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A4A045-B831-40E4-9706-DC85A78E43E9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>
            <a:off x="6795922" y="4330121"/>
            <a:ext cx="477146" cy="58791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40D3C9-3432-425A-A17B-B00AF011BB6A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6385888" y="4330121"/>
            <a:ext cx="410034" cy="58791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419DD66-185A-43B8-8B47-1369C7C81517}"/>
              </a:ext>
            </a:extLst>
          </p:cNvPr>
          <p:cNvCxnSpPr>
            <a:cxnSpLocks/>
            <a:stCxn id="9" idx="4"/>
            <a:endCxn id="14" idx="0"/>
          </p:cNvCxnSpPr>
          <p:nvPr/>
        </p:nvCxnSpPr>
        <p:spPr>
          <a:xfrm flipH="1">
            <a:off x="8314903" y="4330121"/>
            <a:ext cx="328340" cy="58033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867D116-DD04-47C7-91CA-A2E8B13D539F}"/>
              </a:ext>
            </a:extLst>
          </p:cNvPr>
          <p:cNvSpPr/>
          <p:nvPr/>
        </p:nvSpPr>
        <p:spPr>
          <a:xfrm>
            <a:off x="6860805" y="109935"/>
            <a:ext cx="46193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Possible invariant:</a:t>
            </a:r>
          </a:p>
          <a:p>
            <a:r>
              <a:rPr lang="en-US" sz="2800" dirty="0"/>
              <a:t>Maintain left-to-right shape</a:t>
            </a:r>
          </a:p>
        </p:txBody>
      </p:sp>
    </p:spTree>
    <p:extLst>
      <p:ext uri="{BB962C8B-B14F-4D97-AF65-F5344CB8AC3E}">
        <p14:creationId xmlns:p14="http://schemas.microsoft.com/office/powerpoint/2010/main" val="367299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4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2300-0BAD-4D6A-B467-D2996AAB4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 tree as we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C400E-16CA-40D4-ABC9-49DD8A26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6308706" cy="2039539"/>
          </a:xfrm>
        </p:spPr>
        <p:txBody>
          <a:bodyPr/>
          <a:lstStyle/>
          <a:p>
            <a:r>
              <a:rPr lang="en-US" dirty="0"/>
              <a:t>Maintain balance and order invariants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Guarantee O(log n) operations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Cheap to maintain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Card Question:</a:t>
            </a:r>
          </a:p>
          <a:p>
            <a:r>
              <a:rPr lang="en-US" dirty="0">
                <a:solidFill>
                  <a:schemeClr val="tx1"/>
                </a:solidFill>
              </a:rPr>
              <a:t>If we insert 2:</a:t>
            </a:r>
          </a:p>
          <a:p>
            <a:r>
              <a:rPr lang="en-US" dirty="0">
                <a:solidFill>
                  <a:schemeClr val="tx1"/>
                </a:solidFill>
              </a:rPr>
              <a:t>How many nodes need a new parent to maintain order and this shape invariant?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26A5A5-7052-4845-86FF-F2FDE9A9A0F4}"/>
              </a:ext>
            </a:extLst>
          </p:cNvPr>
          <p:cNvSpPr/>
          <p:nvPr/>
        </p:nvSpPr>
        <p:spPr>
          <a:xfrm>
            <a:off x="9309926" y="116566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42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7F6044-ABA2-4E7E-8D44-4F49A2426D1D}"/>
              </a:ext>
            </a:extLst>
          </p:cNvPr>
          <p:cNvSpPr/>
          <p:nvPr/>
        </p:nvSpPr>
        <p:spPr>
          <a:xfrm>
            <a:off x="7833279" y="207379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22AD29-7387-4E71-8D66-C943FA2542EB}"/>
              </a:ext>
            </a:extLst>
          </p:cNvPr>
          <p:cNvSpPr/>
          <p:nvPr/>
        </p:nvSpPr>
        <p:spPr>
          <a:xfrm>
            <a:off x="10860236" y="207379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55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4263A4-7CAF-48E2-B36D-9033C53BEC10}"/>
              </a:ext>
            </a:extLst>
          </p:cNvPr>
          <p:cNvSpPr/>
          <p:nvPr/>
        </p:nvSpPr>
        <p:spPr>
          <a:xfrm>
            <a:off x="6860805" y="3177407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675D91-FE5B-428D-9BE6-9795A85FA37C}"/>
              </a:ext>
            </a:extLst>
          </p:cNvPr>
          <p:cNvSpPr/>
          <p:nvPr/>
        </p:nvSpPr>
        <p:spPr>
          <a:xfrm>
            <a:off x="8708126" y="3177407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31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C01A7D-23FE-47EC-AEF8-2C8A14BE076F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8256067" y="1590013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F38B01-CDF4-470E-8169-A6444B5CFC76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9732714" y="1590013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6F2F9F-C01E-43D3-AF99-3C94D7CE1E4D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>
            <a:off x="8080943" y="2570951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2AFBD4-64AC-4C94-B007-7AA469E3E9DE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 flipH="1">
            <a:off x="7108469" y="2570951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10704B9-F816-4810-BA0C-26D65EF12070}"/>
              </a:ext>
            </a:extLst>
          </p:cNvPr>
          <p:cNvSpPr/>
          <p:nvPr/>
        </p:nvSpPr>
        <p:spPr>
          <a:xfrm>
            <a:off x="9382465" y="4082397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6FE6D55-AD26-461E-9CB9-94CD6B730FB2}"/>
              </a:ext>
            </a:extLst>
          </p:cNvPr>
          <p:cNvSpPr/>
          <p:nvPr/>
        </p:nvSpPr>
        <p:spPr>
          <a:xfrm>
            <a:off x="7905818" y="4990527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F489B17-C85F-42B9-9CAB-5DFD9C8528C4}"/>
              </a:ext>
            </a:extLst>
          </p:cNvPr>
          <p:cNvSpPr/>
          <p:nvPr/>
        </p:nvSpPr>
        <p:spPr>
          <a:xfrm>
            <a:off x="10932775" y="4990527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DB8C176-0F0D-41AE-89D7-D89BCC781D1C}"/>
              </a:ext>
            </a:extLst>
          </p:cNvPr>
          <p:cNvSpPr/>
          <p:nvPr/>
        </p:nvSpPr>
        <p:spPr>
          <a:xfrm>
            <a:off x="6933344" y="6094143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5B2C172-8D3F-48F5-9A11-491CA650DBCC}"/>
              </a:ext>
            </a:extLst>
          </p:cNvPr>
          <p:cNvSpPr/>
          <p:nvPr/>
        </p:nvSpPr>
        <p:spPr>
          <a:xfrm>
            <a:off x="8780665" y="6094143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0C112B4-D9A6-4470-B0E9-C4DBA21F3634}"/>
              </a:ext>
            </a:extLst>
          </p:cNvPr>
          <p:cNvSpPr/>
          <p:nvPr/>
        </p:nvSpPr>
        <p:spPr>
          <a:xfrm>
            <a:off x="10163173" y="6094143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dirty="0">
              <a:solidFill>
                <a:schemeClr val="accent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09FEDEE-69BB-4A41-9BC0-9D992A856BF2}"/>
              </a:ext>
            </a:extLst>
          </p:cNvPr>
          <p:cNvCxnSpPr>
            <a:cxnSpLocks/>
            <a:stCxn id="29" idx="3"/>
            <a:endCxn id="30" idx="7"/>
          </p:cNvCxnSpPr>
          <p:nvPr/>
        </p:nvCxnSpPr>
        <p:spPr>
          <a:xfrm flipH="1">
            <a:off x="8328606" y="4506749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BD0AEC-1D20-46BE-96C3-E6304312BAAD}"/>
              </a:ext>
            </a:extLst>
          </p:cNvPr>
          <p:cNvCxnSpPr>
            <a:cxnSpLocks/>
            <a:stCxn id="29" idx="5"/>
            <a:endCxn id="31" idx="1"/>
          </p:cNvCxnSpPr>
          <p:nvPr/>
        </p:nvCxnSpPr>
        <p:spPr>
          <a:xfrm>
            <a:off x="9805253" y="4506749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97BF351-7812-4FDC-BD7D-E8D1C4CA3FED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>
            <a:off x="8153482" y="5487687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81C47F9-4EF9-4750-9F99-8EA78DAFD8AE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 flipH="1">
            <a:off x="7181008" y="5487687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254D9B-4A1A-4E71-A08C-5E28AA01941D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 flipH="1">
            <a:off x="10410837" y="5487687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5C03F72-A602-4353-99D2-A0C9C5599690}"/>
              </a:ext>
            </a:extLst>
          </p:cNvPr>
          <p:cNvSpPr/>
          <p:nvPr/>
        </p:nvSpPr>
        <p:spPr>
          <a:xfrm>
            <a:off x="6860805" y="109935"/>
            <a:ext cx="46193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Possible invariant:</a:t>
            </a:r>
          </a:p>
          <a:p>
            <a:r>
              <a:rPr lang="en-US" sz="2800" dirty="0"/>
              <a:t>Maintain left-to-right shape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4FD0AED-11A1-4ED6-94F2-219392BB631F}"/>
              </a:ext>
            </a:extLst>
          </p:cNvPr>
          <p:cNvSpPr/>
          <p:nvPr/>
        </p:nvSpPr>
        <p:spPr>
          <a:xfrm>
            <a:off x="655858" y="5245554"/>
            <a:ext cx="419759" cy="402752"/>
          </a:xfrm>
          <a:prstGeom prst="rect">
            <a:avLst/>
          </a:prstGeom>
          <a:solidFill>
            <a:srgbClr val="FF66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C30BC3E-C02D-4DA9-AECA-3FF99C2647AD}"/>
              </a:ext>
            </a:extLst>
          </p:cNvPr>
          <p:cNvSpPr/>
          <p:nvPr/>
        </p:nvSpPr>
        <p:spPr>
          <a:xfrm>
            <a:off x="655857" y="5869699"/>
            <a:ext cx="419759" cy="402752"/>
          </a:xfrm>
          <a:prstGeom prst="rect">
            <a:avLst/>
          </a:prstGeom>
          <a:solidFill>
            <a:srgbClr val="9BBB59">
              <a:lumMod val="60000"/>
              <a:lumOff val="40000"/>
            </a:srgb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6ECD54-0574-4CC1-A818-3F2A99A77291}"/>
              </a:ext>
            </a:extLst>
          </p:cNvPr>
          <p:cNvSpPr/>
          <p:nvPr/>
        </p:nvSpPr>
        <p:spPr>
          <a:xfrm>
            <a:off x="2724105" y="5245554"/>
            <a:ext cx="419759" cy="402752"/>
          </a:xfrm>
          <a:prstGeom prst="rect">
            <a:avLst/>
          </a:prstGeom>
          <a:solidFill>
            <a:srgbClr val="4F81BD">
              <a:lumMod val="60000"/>
              <a:lumOff val="40000"/>
            </a:srgb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1881A7-C41C-4D22-90C6-5AD8A03BE24B}"/>
              </a:ext>
            </a:extLst>
          </p:cNvPr>
          <p:cNvSpPr/>
          <p:nvPr/>
        </p:nvSpPr>
        <p:spPr>
          <a:xfrm>
            <a:off x="2724105" y="5892766"/>
            <a:ext cx="419759" cy="402752"/>
          </a:xfrm>
          <a:prstGeom prst="rect">
            <a:avLst/>
          </a:prstGeom>
          <a:solidFill>
            <a:srgbClr val="F5E871"/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504325-7B19-48F5-9ACC-663D4D4D19B0}"/>
              </a:ext>
            </a:extLst>
          </p:cNvPr>
          <p:cNvSpPr/>
          <p:nvPr/>
        </p:nvSpPr>
        <p:spPr>
          <a:xfrm>
            <a:off x="4773924" y="5239107"/>
            <a:ext cx="419759" cy="402752"/>
          </a:xfrm>
          <a:prstGeom prst="rect">
            <a:avLst/>
          </a:prstGeom>
          <a:solidFill>
            <a:srgbClr val="F9A883"/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9A2252C-04FB-4ACF-96C5-9739AC229293}"/>
              </a:ext>
            </a:extLst>
          </p:cNvPr>
          <p:cNvSpPr/>
          <p:nvPr/>
        </p:nvSpPr>
        <p:spPr>
          <a:xfrm>
            <a:off x="1250743" y="5185320"/>
            <a:ext cx="4797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1E8CE8-8503-4C8C-9946-B0533C6A339E}"/>
              </a:ext>
            </a:extLst>
          </p:cNvPr>
          <p:cNvSpPr/>
          <p:nvPr/>
        </p:nvSpPr>
        <p:spPr>
          <a:xfrm>
            <a:off x="1255158" y="5809465"/>
            <a:ext cx="556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2BC5D63-9C33-4FBE-A1F1-E4508DF51924}"/>
              </a:ext>
            </a:extLst>
          </p:cNvPr>
          <p:cNvSpPr/>
          <p:nvPr/>
        </p:nvSpPr>
        <p:spPr>
          <a:xfrm>
            <a:off x="3343598" y="5185320"/>
            <a:ext cx="4797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A9F0F84-F654-4CA5-8344-04BBD8356AC9}"/>
              </a:ext>
            </a:extLst>
          </p:cNvPr>
          <p:cNvSpPr/>
          <p:nvPr/>
        </p:nvSpPr>
        <p:spPr>
          <a:xfrm>
            <a:off x="3348013" y="5809465"/>
            <a:ext cx="556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1EF5C6F-DF95-4C84-B944-1100D2829E18}"/>
              </a:ext>
            </a:extLst>
          </p:cNvPr>
          <p:cNvSpPr/>
          <p:nvPr/>
        </p:nvSpPr>
        <p:spPr>
          <a:xfrm>
            <a:off x="5436932" y="5185320"/>
            <a:ext cx="4797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19039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2300-0BAD-4D6A-B467-D2996AAB4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 tree as we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C400E-16CA-40D4-ABC9-49DD8A26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6308706" cy="2039539"/>
          </a:xfrm>
        </p:spPr>
        <p:txBody>
          <a:bodyPr/>
          <a:lstStyle/>
          <a:p>
            <a:r>
              <a:rPr lang="en-US" dirty="0"/>
              <a:t>Maintain balance and order invariants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Guarantee O(log n) operations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Cheap to maintain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Card Question:</a:t>
            </a:r>
          </a:p>
          <a:p>
            <a:r>
              <a:rPr lang="en-US" dirty="0">
                <a:solidFill>
                  <a:schemeClr val="tx1"/>
                </a:solidFill>
              </a:rPr>
              <a:t>If we insert 2:</a:t>
            </a:r>
          </a:p>
          <a:p>
            <a:r>
              <a:rPr lang="en-US" dirty="0">
                <a:solidFill>
                  <a:schemeClr val="tx1"/>
                </a:solidFill>
              </a:rPr>
              <a:t>How many nodes need a new parent to maintain order and this shape invariant?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26A5A5-7052-4845-86FF-F2FDE9A9A0F4}"/>
              </a:ext>
            </a:extLst>
          </p:cNvPr>
          <p:cNvSpPr/>
          <p:nvPr/>
        </p:nvSpPr>
        <p:spPr>
          <a:xfrm>
            <a:off x="9309926" y="116566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42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7F6044-ABA2-4E7E-8D44-4F49A2426D1D}"/>
              </a:ext>
            </a:extLst>
          </p:cNvPr>
          <p:cNvSpPr/>
          <p:nvPr/>
        </p:nvSpPr>
        <p:spPr>
          <a:xfrm>
            <a:off x="7833279" y="207379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22AD29-7387-4E71-8D66-C943FA2542EB}"/>
              </a:ext>
            </a:extLst>
          </p:cNvPr>
          <p:cNvSpPr/>
          <p:nvPr/>
        </p:nvSpPr>
        <p:spPr>
          <a:xfrm>
            <a:off x="10860236" y="2073791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55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4263A4-7CAF-48E2-B36D-9033C53BEC10}"/>
              </a:ext>
            </a:extLst>
          </p:cNvPr>
          <p:cNvSpPr/>
          <p:nvPr/>
        </p:nvSpPr>
        <p:spPr>
          <a:xfrm>
            <a:off x="6860805" y="3177407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675D91-FE5B-428D-9BE6-9795A85FA37C}"/>
              </a:ext>
            </a:extLst>
          </p:cNvPr>
          <p:cNvSpPr/>
          <p:nvPr/>
        </p:nvSpPr>
        <p:spPr>
          <a:xfrm>
            <a:off x="8708126" y="3177407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31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C01A7D-23FE-47EC-AEF8-2C8A14BE076F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8256067" y="1590013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F38B01-CDF4-470E-8169-A6444B5CFC76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9732714" y="1590013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6F2F9F-C01E-43D3-AF99-3C94D7CE1E4D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>
            <a:off x="8080943" y="2570951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2AFBD4-64AC-4C94-B007-7AA469E3E9DE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 flipH="1">
            <a:off x="7108469" y="2570951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10704B9-F816-4810-BA0C-26D65EF12070}"/>
              </a:ext>
            </a:extLst>
          </p:cNvPr>
          <p:cNvSpPr/>
          <p:nvPr/>
        </p:nvSpPr>
        <p:spPr>
          <a:xfrm>
            <a:off x="9382465" y="4082397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31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6FE6D55-AD26-461E-9CB9-94CD6B730FB2}"/>
              </a:ext>
            </a:extLst>
          </p:cNvPr>
          <p:cNvSpPr/>
          <p:nvPr/>
        </p:nvSpPr>
        <p:spPr>
          <a:xfrm>
            <a:off x="7905818" y="4990527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F489B17-C85F-42B9-9CAB-5DFD9C8528C4}"/>
              </a:ext>
            </a:extLst>
          </p:cNvPr>
          <p:cNvSpPr/>
          <p:nvPr/>
        </p:nvSpPr>
        <p:spPr>
          <a:xfrm>
            <a:off x="10932775" y="4990527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55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DB8C176-0F0D-41AE-89D7-D89BCC781D1C}"/>
              </a:ext>
            </a:extLst>
          </p:cNvPr>
          <p:cNvSpPr/>
          <p:nvPr/>
        </p:nvSpPr>
        <p:spPr>
          <a:xfrm>
            <a:off x="6933344" y="6094143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5B2C172-8D3F-48F5-9A11-491CA650DBCC}"/>
              </a:ext>
            </a:extLst>
          </p:cNvPr>
          <p:cNvSpPr/>
          <p:nvPr/>
        </p:nvSpPr>
        <p:spPr>
          <a:xfrm>
            <a:off x="8780665" y="6094143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0C112B4-D9A6-4470-B0E9-C4DBA21F3634}"/>
              </a:ext>
            </a:extLst>
          </p:cNvPr>
          <p:cNvSpPr/>
          <p:nvPr/>
        </p:nvSpPr>
        <p:spPr>
          <a:xfrm>
            <a:off x="10163173" y="6094143"/>
            <a:ext cx="495327" cy="49716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42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09FEDEE-69BB-4A41-9BC0-9D992A856BF2}"/>
              </a:ext>
            </a:extLst>
          </p:cNvPr>
          <p:cNvCxnSpPr>
            <a:cxnSpLocks/>
            <a:stCxn id="29" idx="3"/>
            <a:endCxn id="30" idx="7"/>
          </p:cNvCxnSpPr>
          <p:nvPr/>
        </p:nvCxnSpPr>
        <p:spPr>
          <a:xfrm flipH="1">
            <a:off x="8328606" y="4506749"/>
            <a:ext cx="1126398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BD0AEC-1D20-46BE-96C3-E6304312BAAD}"/>
              </a:ext>
            </a:extLst>
          </p:cNvPr>
          <p:cNvCxnSpPr>
            <a:cxnSpLocks/>
            <a:stCxn id="29" idx="5"/>
            <a:endCxn id="31" idx="1"/>
          </p:cNvCxnSpPr>
          <p:nvPr/>
        </p:nvCxnSpPr>
        <p:spPr>
          <a:xfrm>
            <a:off x="9805253" y="4506749"/>
            <a:ext cx="1200061" cy="55658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97BF351-7812-4FDC-BD7D-E8D1C4CA3FED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>
            <a:off x="8153482" y="5487687"/>
            <a:ext cx="874847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81C47F9-4EF9-4750-9F99-8EA78DAFD8AE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 flipH="1">
            <a:off x="7181008" y="5487687"/>
            <a:ext cx="972474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254D9B-4A1A-4E71-A08C-5E28AA01941D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 flipH="1">
            <a:off x="10410837" y="5487687"/>
            <a:ext cx="769603" cy="60645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5C03F72-A602-4353-99D2-A0C9C5599690}"/>
              </a:ext>
            </a:extLst>
          </p:cNvPr>
          <p:cNvSpPr/>
          <p:nvPr/>
        </p:nvSpPr>
        <p:spPr>
          <a:xfrm>
            <a:off x="6860805" y="109935"/>
            <a:ext cx="46193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Possible invariant:</a:t>
            </a:r>
          </a:p>
          <a:p>
            <a:r>
              <a:rPr lang="en-US" sz="2800" dirty="0"/>
              <a:t>Maintain left-to-right shape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4FD0AED-11A1-4ED6-94F2-219392BB631F}"/>
              </a:ext>
            </a:extLst>
          </p:cNvPr>
          <p:cNvSpPr/>
          <p:nvPr/>
        </p:nvSpPr>
        <p:spPr>
          <a:xfrm>
            <a:off x="655858" y="5245554"/>
            <a:ext cx="419759" cy="40275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C30BC3E-C02D-4DA9-AECA-3FF99C2647AD}"/>
              </a:ext>
            </a:extLst>
          </p:cNvPr>
          <p:cNvSpPr/>
          <p:nvPr/>
        </p:nvSpPr>
        <p:spPr>
          <a:xfrm>
            <a:off x="655857" y="5869699"/>
            <a:ext cx="419759" cy="40275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6ECD54-0574-4CC1-A818-3F2A99A77291}"/>
              </a:ext>
            </a:extLst>
          </p:cNvPr>
          <p:cNvSpPr/>
          <p:nvPr/>
        </p:nvSpPr>
        <p:spPr>
          <a:xfrm>
            <a:off x="2724105" y="5245554"/>
            <a:ext cx="419759" cy="40275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1881A7-C41C-4D22-90C6-5AD8A03BE24B}"/>
              </a:ext>
            </a:extLst>
          </p:cNvPr>
          <p:cNvSpPr/>
          <p:nvPr/>
        </p:nvSpPr>
        <p:spPr>
          <a:xfrm>
            <a:off x="2724105" y="5892766"/>
            <a:ext cx="419759" cy="40275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504325-7B19-48F5-9ACC-663D4D4D19B0}"/>
              </a:ext>
            </a:extLst>
          </p:cNvPr>
          <p:cNvSpPr/>
          <p:nvPr/>
        </p:nvSpPr>
        <p:spPr>
          <a:xfrm>
            <a:off x="4773924" y="5239107"/>
            <a:ext cx="419759" cy="402752"/>
          </a:xfrm>
          <a:prstGeom prst="rect">
            <a:avLst/>
          </a:prstGeom>
          <a:solidFill>
            <a:srgbClr val="F9A883"/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9A2252C-04FB-4ACF-96C5-9739AC229293}"/>
              </a:ext>
            </a:extLst>
          </p:cNvPr>
          <p:cNvSpPr/>
          <p:nvPr/>
        </p:nvSpPr>
        <p:spPr>
          <a:xfrm>
            <a:off x="1250743" y="5185320"/>
            <a:ext cx="4797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1E8CE8-8503-4C8C-9946-B0533C6A339E}"/>
              </a:ext>
            </a:extLst>
          </p:cNvPr>
          <p:cNvSpPr/>
          <p:nvPr/>
        </p:nvSpPr>
        <p:spPr>
          <a:xfrm>
            <a:off x="1255158" y="5809465"/>
            <a:ext cx="556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2BC5D63-9C33-4FBE-A1F1-E4508DF51924}"/>
              </a:ext>
            </a:extLst>
          </p:cNvPr>
          <p:cNvSpPr/>
          <p:nvPr/>
        </p:nvSpPr>
        <p:spPr>
          <a:xfrm>
            <a:off x="3343598" y="5185320"/>
            <a:ext cx="4797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A9F0F84-F654-4CA5-8344-04BBD8356AC9}"/>
              </a:ext>
            </a:extLst>
          </p:cNvPr>
          <p:cNvSpPr/>
          <p:nvPr/>
        </p:nvSpPr>
        <p:spPr>
          <a:xfrm>
            <a:off x="3348013" y="5809465"/>
            <a:ext cx="556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1EF5C6F-DF95-4C84-B944-1100D2829E18}"/>
              </a:ext>
            </a:extLst>
          </p:cNvPr>
          <p:cNvSpPr/>
          <p:nvPr/>
        </p:nvSpPr>
        <p:spPr>
          <a:xfrm>
            <a:off x="5436932" y="5185320"/>
            <a:ext cx="4797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35441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9D0D-1D0B-462C-B187-07D6B2FB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Maintain balance with each insertion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45E9A-0539-43C5-8AA2-FA7F48416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Georgy </a:t>
            </a:r>
            <a:r>
              <a:rPr lang="en-US" b="1" dirty="0"/>
              <a:t>A</a:t>
            </a:r>
            <a:r>
              <a:rPr lang="en-US" dirty="0"/>
              <a:t>delson-</a:t>
            </a:r>
            <a:r>
              <a:rPr lang="en-US" b="1" dirty="0" err="1"/>
              <a:t>V</a:t>
            </a:r>
            <a:r>
              <a:rPr lang="en-US" dirty="0" err="1"/>
              <a:t>elsky</a:t>
            </a:r>
            <a:r>
              <a:rPr lang="en-US" dirty="0"/>
              <a:t> and Evgenii </a:t>
            </a:r>
            <a:r>
              <a:rPr lang="en-US" b="1" dirty="0"/>
              <a:t>L</a:t>
            </a:r>
            <a:r>
              <a:rPr lang="en-US" dirty="0"/>
              <a:t>andis, 1962</a:t>
            </a:r>
          </a:p>
        </p:txBody>
      </p:sp>
      <p:pic>
        <p:nvPicPr>
          <p:cNvPr id="1026" name="Picture 2" descr="https://upload.wikimedia.org/wikipedia/commons/f/fd/AVL_Tree_Example.gif">
            <a:extLst>
              <a:ext uri="{FF2B5EF4-FFF2-40B4-BE49-F238E27FC236}">
                <a16:creationId xmlns:a16="http://schemas.microsoft.com/office/drawing/2014/main" id="{B6BB5068-131A-411E-8707-DC047AFB1DA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009" y="1975703"/>
            <a:ext cx="6949981" cy="3909364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7A2D87-418E-4002-BCFE-1DD783AADA72}"/>
              </a:ext>
            </a:extLst>
          </p:cNvPr>
          <p:cNvSpPr txBox="1"/>
          <p:nvPr/>
        </p:nvSpPr>
        <p:spPr>
          <a:xfrm>
            <a:off x="420736" y="6426853"/>
            <a:ext cx="7278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Image: CC: https://commons.wikimedia.org/wiki/File:AVL_Tree_Example.gif</a:t>
            </a:r>
          </a:p>
        </p:txBody>
      </p:sp>
    </p:spTree>
    <p:extLst>
      <p:ext uri="{BB962C8B-B14F-4D97-AF65-F5344CB8AC3E}">
        <p14:creationId xmlns:p14="http://schemas.microsoft.com/office/powerpoint/2010/main" val="3332052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30F0-7883-4017-9B79-015A91B2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Balance/Height Invariant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22E06-7EAA-430B-B430-31CBEB5D4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1413638" cy="3111013"/>
          </a:xfrm>
        </p:spPr>
        <p:txBody>
          <a:bodyPr/>
          <a:lstStyle/>
          <a:p>
            <a:r>
              <a:rPr lang="en-US" dirty="0"/>
              <a:t>At every node, the heights of the left and right subtrees differ by at most 1</a:t>
            </a:r>
          </a:p>
          <a:p>
            <a:r>
              <a:rPr lang="en-US" dirty="0">
                <a:solidFill>
                  <a:schemeClr val="tx1"/>
                </a:solidFill>
              </a:rPr>
              <a:t>Given height(T) = </a:t>
            </a:r>
            <a:r>
              <a:rPr lang="en-US" i="1" dirty="0">
                <a:solidFill>
                  <a:schemeClr val="tx1"/>
                </a:solidFill>
              </a:rPr>
              <a:t>h</a:t>
            </a:r>
            <a:r>
              <a:rPr lang="en-US" dirty="0">
                <a:solidFill>
                  <a:schemeClr val="tx1"/>
                </a:solidFill>
              </a:rPr>
              <a:t>, one of the following must hold: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height(T-&gt;left) = </a:t>
            </a:r>
            <a:r>
              <a:rPr lang="en-US" i="1" dirty="0">
                <a:solidFill>
                  <a:schemeClr val="tx1"/>
                </a:solidFill>
              </a:rPr>
              <a:t>h</a:t>
            </a:r>
            <a:r>
              <a:rPr lang="en-US" dirty="0">
                <a:solidFill>
                  <a:schemeClr val="tx1"/>
                </a:solidFill>
              </a:rPr>
              <a:t>-1 and height(T-&gt;right) = </a:t>
            </a:r>
            <a:r>
              <a:rPr lang="en-US" i="1" dirty="0">
                <a:solidFill>
                  <a:schemeClr val="tx1"/>
                </a:solidFill>
              </a:rPr>
              <a:t>h</a:t>
            </a:r>
            <a:r>
              <a:rPr lang="en-US" dirty="0">
                <a:solidFill>
                  <a:schemeClr val="tx1"/>
                </a:solidFill>
              </a:rPr>
              <a:t>-1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height(T-&gt;left) = </a:t>
            </a:r>
            <a:r>
              <a:rPr lang="en-US" i="1" dirty="0">
                <a:solidFill>
                  <a:schemeClr val="tx1"/>
                </a:solidFill>
              </a:rPr>
              <a:t>h</a:t>
            </a:r>
            <a:r>
              <a:rPr lang="en-US" dirty="0">
                <a:solidFill>
                  <a:schemeClr val="tx1"/>
                </a:solidFill>
              </a:rPr>
              <a:t>-1 and height(T-&gt;right) = </a:t>
            </a:r>
            <a:r>
              <a:rPr lang="en-US" i="1" dirty="0">
                <a:solidFill>
                  <a:schemeClr val="tx1"/>
                </a:solidFill>
              </a:rPr>
              <a:t>h</a:t>
            </a:r>
            <a:r>
              <a:rPr lang="en-US" dirty="0">
                <a:solidFill>
                  <a:schemeClr val="tx1"/>
                </a:solidFill>
              </a:rPr>
              <a:t>-2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height(T-&gt;left) = </a:t>
            </a:r>
            <a:r>
              <a:rPr lang="en-US" i="1" dirty="0">
                <a:solidFill>
                  <a:schemeClr val="tx1"/>
                </a:solidFill>
              </a:rPr>
              <a:t>h</a:t>
            </a:r>
            <a:r>
              <a:rPr lang="en-US" dirty="0">
                <a:solidFill>
                  <a:schemeClr val="tx1"/>
                </a:solidFill>
              </a:rPr>
              <a:t>-2 and height(T-&gt;right) = </a:t>
            </a:r>
            <a:r>
              <a:rPr lang="en-US" i="1" dirty="0">
                <a:solidFill>
                  <a:schemeClr val="tx1"/>
                </a:solidFill>
              </a:rPr>
              <a:t>h</a:t>
            </a:r>
            <a:r>
              <a:rPr lang="en-US" dirty="0">
                <a:solidFill>
                  <a:schemeClr val="tx1"/>
                </a:solidFill>
              </a:rPr>
              <a:t>-1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12" name="Donut 45">
            <a:extLst>
              <a:ext uri="{FF2B5EF4-FFF2-40B4-BE49-F238E27FC236}">
                <a16:creationId xmlns:a16="http://schemas.microsoft.com/office/drawing/2014/main" id="{2FE9A945-5E53-4E0B-B2A1-E62C9C94EC57}"/>
              </a:ext>
            </a:extLst>
          </p:cNvPr>
          <p:cNvSpPr/>
          <p:nvPr/>
        </p:nvSpPr>
        <p:spPr>
          <a:xfrm>
            <a:off x="1887323" y="4779115"/>
            <a:ext cx="285834" cy="277765"/>
          </a:xfrm>
          <a:prstGeom prst="donut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7F9FC8-4D96-420C-8678-404A4A23E472}"/>
              </a:ext>
            </a:extLst>
          </p:cNvPr>
          <p:cNvCxnSpPr>
            <a:cxnSpLocks/>
            <a:stCxn id="12" idx="5"/>
            <a:endCxn id="16" idx="0"/>
          </p:cNvCxnSpPr>
          <p:nvPr/>
        </p:nvCxnSpPr>
        <p:spPr>
          <a:xfrm>
            <a:off x="2131298" y="5016202"/>
            <a:ext cx="834664" cy="521777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arrow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545E21-0A4C-4133-B84C-F7BDBF1722A1}"/>
              </a:ext>
            </a:extLst>
          </p:cNvPr>
          <p:cNvCxnSpPr>
            <a:cxnSpLocks/>
            <a:stCxn id="12" idx="3"/>
            <a:endCxn id="19" idx="0"/>
          </p:cNvCxnSpPr>
          <p:nvPr/>
        </p:nvCxnSpPr>
        <p:spPr>
          <a:xfrm flipH="1">
            <a:off x="945916" y="5016202"/>
            <a:ext cx="983266" cy="52035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arrow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7C63FDC-C0DF-43C1-8B7C-D5D19C57F838}"/>
              </a:ext>
            </a:extLst>
          </p:cNvPr>
          <p:cNvSpPr txBox="1"/>
          <p:nvPr/>
        </p:nvSpPr>
        <p:spPr>
          <a:xfrm>
            <a:off x="2179617" y="4627937"/>
            <a:ext cx="369012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D14D5B3-4E8F-4308-8896-5F6FC144954B}"/>
              </a:ext>
            </a:extLst>
          </p:cNvPr>
          <p:cNvSpPr/>
          <p:nvPr/>
        </p:nvSpPr>
        <p:spPr>
          <a:xfrm>
            <a:off x="2638267" y="5537979"/>
            <a:ext cx="655389" cy="108037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EA9E79-94D3-4727-BCA1-4D51723DA3E7}"/>
              </a:ext>
            </a:extLst>
          </p:cNvPr>
          <p:cNvSpPr txBox="1"/>
          <p:nvPr/>
        </p:nvSpPr>
        <p:spPr>
          <a:xfrm>
            <a:off x="173862" y="5276370"/>
            <a:ext cx="662360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h-1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811D61-88E2-4A75-9269-8F1885BA9CCE}"/>
              </a:ext>
            </a:extLst>
          </p:cNvPr>
          <p:cNvSpPr txBox="1"/>
          <p:nvPr/>
        </p:nvSpPr>
        <p:spPr>
          <a:xfrm>
            <a:off x="3088623" y="5276370"/>
            <a:ext cx="662361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h-1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E6BF85C1-DB0A-488D-9134-D478E651DDBA}"/>
              </a:ext>
            </a:extLst>
          </p:cNvPr>
          <p:cNvSpPr/>
          <p:nvPr/>
        </p:nvSpPr>
        <p:spPr>
          <a:xfrm>
            <a:off x="614736" y="5536552"/>
            <a:ext cx="662360" cy="1081807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Donut 45">
            <a:extLst>
              <a:ext uri="{FF2B5EF4-FFF2-40B4-BE49-F238E27FC236}">
                <a16:creationId xmlns:a16="http://schemas.microsoft.com/office/drawing/2014/main" id="{78CB9C2B-50B5-4216-B8D2-45302E1AF1AB}"/>
              </a:ext>
            </a:extLst>
          </p:cNvPr>
          <p:cNvSpPr/>
          <p:nvPr/>
        </p:nvSpPr>
        <p:spPr>
          <a:xfrm>
            <a:off x="6011989" y="4779115"/>
            <a:ext cx="285834" cy="277765"/>
          </a:xfrm>
          <a:prstGeom prst="donut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35E59C-BA71-4A0D-AC56-54C79F0993DB}"/>
              </a:ext>
            </a:extLst>
          </p:cNvPr>
          <p:cNvCxnSpPr>
            <a:stCxn id="23" idx="5"/>
            <a:endCxn id="27" idx="0"/>
          </p:cNvCxnSpPr>
          <p:nvPr/>
        </p:nvCxnSpPr>
        <p:spPr>
          <a:xfrm>
            <a:off x="6255964" y="5016203"/>
            <a:ext cx="834663" cy="521777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arrow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BB4337-F309-4EB1-8A1F-20564DFC8A28}"/>
              </a:ext>
            </a:extLst>
          </p:cNvPr>
          <p:cNvCxnSpPr>
            <a:cxnSpLocks/>
            <a:stCxn id="23" idx="3"/>
            <a:endCxn id="30" idx="0"/>
          </p:cNvCxnSpPr>
          <p:nvPr/>
        </p:nvCxnSpPr>
        <p:spPr>
          <a:xfrm flipH="1">
            <a:off x="5067097" y="5016202"/>
            <a:ext cx="986751" cy="555232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arrow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21E7891-EE58-4122-B134-F722B3F00EE9}"/>
              </a:ext>
            </a:extLst>
          </p:cNvPr>
          <p:cNvSpPr txBox="1"/>
          <p:nvPr/>
        </p:nvSpPr>
        <p:spPr>
          <a:xfrm>
            <a:off x="6304283" y="4627937"/>
            <a:ext cx="369012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</a:t>
            </a: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B4D9E629-F0B7-4FED-9A79-DCF9274CF24D}"/>
              </a:ext>
            </a:extLst>
          </p:cNvPr>
          <p:cNvSpPr/>
          <p:nvPr/>
        </p:nvSpPr>
        <p:spPr>
          <a:xfrm>
            <a:off x="6762933" y="5537980"/>
            <a:ext cx="655389" cy="695652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AD2BD8-0FF4-4041-89D2-B262885C5C0E}"/>
              </a:ext>
            </a:extLst>
          </p:cNvPr>
          <p:cNvSpPr txBox="1"/>
          <p:nvPr/>
        </p:nvSpPr>
        <p:spPr>
          <a:xfrm>
            <a:off x="4298528" y="5276370"/>
            <a:ext cx="662360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h-1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367C75-57E4-413A-BDEA-48EF5BB20F4A}"/>
              </a:ext>
            </a:extLst>
          </p:cNvPr>
          <p:cNvSpPr txBox="1"/>
          <p:nvPr/>
        </p:nvSpPr>
        <p:spPr>
          <a:xfrm>
            <a:off x="7213289" y="5276370"/>
            <a:ext cx="662360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h-2</a:t>
            </a: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4E0D8BCD-E944-4FA1-83B9-7A6CA2371FC6}"/>
              </a:ext>
            </a:extLst>
          </p:cNvPr>
          <p:cNvSpPr/>
          <p:nvPr/>
        </p:nvSpPr>
        <p:spPr>
          <a:xfrm>
            <a:off x="4739402" y="5571434"/>
            <a:ext cx="655389" cy="1081807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Donut 45">
            <a:extLst>
              <a:ext uri="{FF2B5EF4-FFF2-40B4-BE49-F238E27FC236}">
                <a16:creationId xmlns:a16="http://schemas.microsoft.com/office/drawing/2014/main" id="{525F2249-9AC9-486C-B0DA-443F64ACB3F1}"/>
              </a:ext>
            </a:extLst>
          </p:cNvPr>
          <p:cNvSpPr/>
          <p:nvPr/>
        </p:nvSpPr>
        <p:spPr>
          <a:xfrm>
            <a:off x="10039466" y="4779115"/>
            <a:ext cx="285834" cy="277765"/>
          </a:xfrm>
          <a:prstGeom prst="donut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89B2F3F-24F2-4BCB-9AFF-0FBFCB212BCC}"/>
              </a:ext>
            </a:extLst>
          </p:cNvPr>
          <p:cNvCxnSpPr>
            <a:cxnSpLocks/>
            <a:stCxn id="32" idx="5"/>
            <a:endCxn id="36" idx="0"/>
          </p:cNvCxnSpPr>
          <p:nvPr/>
        </p:nvCxnSpPr>
        <p:spPr>
          <a:xfrm>
            <a:off x="10283441" y="5016202"/>
            <a:ext cx="834664" cy="521778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arrow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D5E4F4-A199-4301-B6B1-01C3092118C7}"/>
              </a:ext>
            </a:extLst>
          </p:cNvPr>
          <p:cNvCxnSpPr>
            <a:cxnSpLocks/>
            <a:stCxn id="32" idx="3"/>
            <a:endCxn id="39" idx="0"/>
          </p:cNvCxnSpPr>
          <p:nvPr/>
        </p:nvCxnSpPr>
        <p:spPr>
          <a:xfrm flipH="1">
            <a:off x="9094574" y="5016202"/>
            <a:ext cx="986751" cy="555233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arrow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94CB523-DA22-4822-9894-FF817B07099D}"/>
              </a:ext>
            </a:extLst>
          </p:cNvPr>
          <p:cNvSpPr txBox="1"/>
          <p:nvPr/>
        </p:nvSpPr>
        <p:spPr>
          <a:xfrm>
            <a:off x="10331760" y="4627937"/>
            <a:ext cx="369012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</a:t>
            </a: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086D6993-3020-4605-B65D-4FDA50F8E5B9}"/>
              </a:ext>
            </a:extLst>
          </p:cNvPr>
          <p:cNvSpPr/>
          <p:nvPr/>
        </p:nvSpPr>
        <p:spPr>
          <a:xfrm>
            <a:off x="10790410" y="5537980"/>
            <a:ext cx="655389" cy="1080378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A2C31C-582E-4DA4-BB1C-63A1FB4DB13B}"/>
              </a:ext>
            </a:extLst>
          </p:cNvPr>
          <p:cNvSpPr txBox="1"/>
          <p:nvPr/>
        </p:nvSpPr>
        <p:spPr>
          <a:xfrm>
            <a:off x="8326005" y="5276370"/>
            <a:ext cx="662361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h-2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C36745-D337-49D8-A2B0-94E892293904}"/>
              </a:ext>
            </a:extLst>
          </p:cNvPr>
          <p:cNvSpPr txBox="1"/>
          <p:nvPr/>
        </p:nvSpPr>
        <p:spPr>
          <a:xfrm>
            <a:off x="11240766" y="5276370"/>
            <a:ext cx="662361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h-1</a:t>
            </a:r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C86137DB-7A02-4241-B717-E3C6C277BC98}"/>
              </a:ext>
            </a:extLst>
          </p:cNvPr>
          <p:cNvSpPr/>
          <p:nvPr/>
        </p:nvSpPr>
        <p:spPr>
          <a:xfrm>
            <a:off x="8766879" y="5571435"/>
            <a:ext cx="655389" cy="662197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4696226-D9F0-4450-B442-D6B3BFFC6EB2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435807" y="4264560"/>
            <a:ext cx="493375" cy="555233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arrow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6C01EE-C776-42AE-B682-4534EA3C8E40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563211" y="4257486"/>
            <a:ext cx="490637" cy="562307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arrow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E86EFE8-ADA3-41D5-ABD1-3D56BAFE30BB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9587950" y="4224101"/>
            <a:ext cx="493375" cy="595692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680812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30F0-7883-4017-9B79-015A91B2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Balance/Height Invariant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22E06-7EAA-430B-B430-31CBEB5D4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1413638" cy="3111013"/>
          </a:xfrm>
        </p:spPr>
        <p:txBody>
          <a:bodyPr/>
          <a:lstStyle/>
          <a:p>
            <a:r>
              <a:rPr lang="en-US" dirty="0"/>
              <a:t>At every node, the heights of the left and right subtrees differ by at most 1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8CCE03-9A9A-4364-82D6-991968ACD4BB}"/>
              </a:ext>
            </a:extLst>
          </p:cNvPr>
          <p:cNvGrpSpPr/>
          <p:nvPr/>
        </p:nvGrpSpPr>
        <p:grpSpPr>
          <a:xfrm>
            <a:off x="276550" y="1656849"/>
            <a:ext cx="2904215" cy="1591235"/>
            <a:chOff x="-5317" y="4517505"/>
            <a:chExt cx="3756301" cy="2100854"/>
          </a:xfrm>
        </p:grpSpPr>
        <p:sp>
          <p:nvSpPr>
            <p:cNvPr id="12" name="Donut 45">
              <a:extLst>
                <a:ext uri="{FF2B5EF4-FFF2-40B4-BE49-F238E27FC236}">
                  <a16:creationId xmlns:a16="http://schemas.microsoft.com/office/drawing/2014/main" id="{2FE9A945-5E53-4E0B-B2A1-E62C9C94EC57}"/>
                </a:ext>
              </a:extLst>
            </p:cNvPr>
            <p:cNvSpPr/>
            <p:nvPr/>
          </p:nvSpPr>
          <p:spPr>
            <a:xfrm>
              <a:off x="1887323" y="4779115"/>
              <a:ext cx="285834" cy="277765"/>
            </a:xfrm>
            <a:prstGeom prst="donut">
              <a:avLst/>
            </a:pr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97F9FC8-4D96-420C-8678-404A4A23E472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2131298" y="5016202"/>
              <a:ext cx="834664" cy="521777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arrow"/>
            </a:ln>
            <a:effectLst/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2545E21-0A4C-4133-B84C-F7BDBF1722A1}"/>
                </a:ext>
              </a:extLst>
            </p:cNvPr>
            <p:cNvCxnSpPr>
              <a:cxnSpLocks/>
              <a:stCxn id="12" idx="3"/>
              <a:endCxn id="19" idx="0"/>
            </p:cNvCxnSpPr>
            <p:nvPr/>
          </p:nvCxnSpPr>
          <p:spPr>
            <a:xfrm flipH="1">
              <a:off x="942431" y="5016203"/>
              <a:ext cx="986751" cy="521776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arrow"/>
            </a:ln>
            <a:effectLst/>
          </p:spPr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C63FDC-C0DF-43C1-8B7C-D5D19C57F838}"/>
                </a:ext>
              </a:extLst>
            </p:cNvPr>
            <p:cNvSpPr txBox="1"/>
            <p:nvPr/>
          </p:nvSpPr>
          <p:spPr>
            <a:xfrm>
              <a:off x="2257772" y="4517505"/>
              <a:ext cx="369012" cy="5232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</a:t>
              </a:r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D14D5B3-4E8F-4308-8896-5F6FC144954B}"/>
                </a:ext>
              </a:extLst>
            </p:cNvPr>
            <p:cNvSpPr/>
            <p:nvPr/>
          </p:nvSpPr>
          <p:spPr>
            <a:xfrm>
              <a:off x="2638267" y="5537979"/>
              <a:ext cx="655389" cy="1080379"/>
            </a:xfrm>
            <a:prstGeom prst="triangle">
              <a:avLst/>
            </a:pr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EA9E79-94D3-4727-BCA1-4D51723DA3E7}"/>
                </a:ext>
              </a:extLst>
            </p:cNvPr>
            <p:cNvSpPr txBox="1"/>
            <p:nvPr/>
          </p:nvSpPr>
          <p:spPr>
            <a:xfrm>
              <a:off x="-5317" y="5214057"/>
              <a:ext cx="662360" cy="5232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h-1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8811D61-88E2-4A75-9269-8F1885BA9CCE}"/>
                </a:ext>
              </a:extLst>
            </p:cNvPr>
            <p:cNvSpPr txBox="1"/>
            <p:nvPr/>
          </p:nvSpPr>
          <p:spPr>
            <a:xfrm>
              <a:off x="3088623" y="5276370"/>
              <a:ext cx="662361" cy="5232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h-1</a:t>
              </a: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6BF85C1-DB0A-488D-9134-D478E651DDBA}"/>
                </a:ext>
              </a:extLst>
            </p:cNvPr>
            <p:cNvSpPr/>
            <p:nvPr/>
          </p:nvSpPr>
          <p:spPr>
            <a:xfrm>
              <a:off x="614736" y="5537978"/>
              <a:ext cx="655388" cy="1080381"/>
            </a:xfrm>
            <a:prstGeom prst="triangle">
              <a:avLst/>
            </a:pr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C47D81B-0560-446F-A1F2-7CFFAF1220D5}"/>
              </a:ext>
            </a:extLst>
          </p:cNvPr>
          <p:cNvGrpSpPr/>
          <p:nvPr/>
        </p:nvGrpSpPr>
        <p:grpSpPr>
          <a:xfrm>
            <a:off x="264875" y="3315567"/>
            <a:ext cx="3054466" cy="1591235"/>
            <a:chOff x="-5317" y="4517505"/>
            <a:chExt cx="3950635" cy="2100854"/>
          </a:xfrm>
        </p:grpSpPr>
        <p:sp>
          <p:nvSpPr>
            <p:cNvPr id="42" name="Donut 45">
              <a:extLst>
                <a:ext uri="{FF2B5EF4-FFF2-40B4-BE49-F238E27FC236}">
                  <a16:creationId xmlns:a16="http://schemas.microsoft.com/office/drawing/2014/main" id="{A6E6AD90-216C-421D-935A-6BDFBFEBB7B3}"/>
                </a:ext>
              </a:extLst>
            </p:cNvPr>
            <p:cNvSpPr/>
            <p:nvPr/>
          </p:nvSpPr>
          <p:spPr>
            <a:xfrm>
              <a:off x="1887323" y="4779115"/>
              <a:ext cx="285834" cy="277765"/>
            </a:xfrm>
            <a:prstGeom prst="donut">
              <a:avLst/>
            </a:pr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A2BE09E-61DF-4131-8470-69F1C33263E9}"/>
                </a:ext>
              </a:extLst>
            </p:cNvPr>
            <p:cNvCxnSpPr>
              <a:cxnSpLocks/>
              <a:stCxn id="42" idx="5"/>
              <a:endCxn id="48" idx="0"/>
            </p:cNvCxnSpPr>
            <p:nvPr/>
          </p:nvCxnSpPr>
          <p:spPr>
            <a:xfrm>
              <a:off x="2131297" y="5016203"/>
              <a:ext cx="834665" cy="521776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arrow"/>
            </a:ln>
            <a:effectLst/>
          </p:spPr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35747E6-7B4E-4E7E-BCAC-7045492AA005}"/>
                </a:ext>
              </a:extLst>
            </p:cNvPr>
            <p:cNvCxnSpPr>
              <a:cxnSpLocks/>
              <a:stCxn id="42" idx="3"/>
              <a:endCxn id="51" idx="0"/>
            </p:cNvCxnSpPr>
            <p:nvPr/>
          </p:nvCxnSpPr>
          <p:spPr>
            <a:xfrm flipH="1">
              <a:off x="949980" y="5016203"/>
              <a:ext cx="979202" cy="521776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arrow"/>
            </a:ln>
            <a:effectLst/>
          </p:spPr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F75527B-472F-4E43-98D4-174023703B28}"/>
                </a:ext>
              </a:extLst>
            </p:cNvPr>
            <p:cNvSpPr txBox="1"/>
            <p:nvPr/>
          </p:nvSpPr>
          <p:spPr>
            <a:xfrm>
              <a:off x="2257772" y="4517505"/>
              <a:ext cx="369012" cy="5232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</a:t>
              </a:r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310962C1-5699-4757-8D47-1BE50B6A4EE7}"/>
                </a:ext>
              </a:extLst>
            </p:cNvPr>
            <p:cNvSpPr/>
            <p:nvPr/>
          </p:nvSpPr>
          <p:spPr>
            <a:xfrm>
              <a:off x="2638267" y="5537978"/>
              <a:ext cx="655388" cy="774134"/>
            </a:xfrm>
            <a:prstGeom prst="triangle">
              <a:avLst/>
            </a:pr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AD9887F-A256-40E9-B35F-3A4BB854D705}"/>
                </a:ext>
              </a:extLst>
            </p:cNvPr>
            <p:cNvSpPr txBox="1"/>
            <p:nvPr/>
          </p:nvSpPr>
          <p:spPr>
            <a:xfrm>
              <a:off x="-5317" y="5214057"/>
              <a:ext cx="662360" cy="5232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h-1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364ED42-E08D-4F13-BC1F-C71C9348653D}"/>
                </a:ext>
              </a:extLst>
            </p:cNvPr>
            <p:cNvSpPr txBox="1"/>
            <p:nvPr/>
          </p:nvSpPr>
          <p:spPr>
            <a:xfrm>
              <a:off x="3088623" y="5276370"/>
              <a:ext cx="856695" cy="69079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h-2</a:t>
              </a:r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80B501FD-20AF-4EF5-B92F-5DC943A89FAC}"/>
                </a:ext>
              </a:extLst>
            </p:cNvPr>
            <p:cNvSpPr/>
            <p:nvPr/>
          </p:nvSpPr>
          <p:spPr>
            <a:xfrm>
              <a:off x="614736" y="5537978"/>
              <a:ext cx="670489" cy="1080381"/>
            </a:xfrm>
            <a:prstGeom prst="triangle">
              <a:avLst/>
            </a:pr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C335D7A-6687-4ED3-A2C7-FB616303C914}"/>
              </a:ext>
            </a:extLst>
          </p:cNvPr>
          <p:cNvGrpSpPr/>
          <p:nvPr/>
        </p:nvGrpSpPr>
        <p:grpSpPr>
          <a:xfrm>
            <a:off x="276566" y="4937667"/>
            <a:ext cx="2904215" cy="1591234"/>
            <a:chOff x="-5317" y="4517505"/>
            <a:chExt cx="3756301" cy="2100853"/>
          </a:xfrm>
        </p:grpSpPr>
        <p:sp>
          <p:nvSpPr>
            <p:cNvPr id="53" name="Donut 45">
              <a:extLst>
                <a:ext uri="{FF2B5EF4-FFF2-40B4-BE49-F238E27FC236}">
                  <a16:creationId xmlns:a16="http://schemas.microsoft.com/office/drawing/2014/main" id="{84489235-3CA3-4CED-9242-5DF58B574F31}"/>
                </a:ext>
              </a:extLst>
            </p:cNvPr>
            <p:cNvSpPr/>
            <p:nvPr/>
          </p:nvSpPr>
          <p:spPr>
            <a:xfrm>
              <a:off x="1887323" y="4779115"/>
              <a:ext cx="285834" cy="277765"/>
            </a:xfrm>
            <a:prstGeom prst="donut">
              <a:avLst/>
            </a:pr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1E111DF-E1EE-4395-8EBC-12B084A8C9C2}"/>
                </a:ext>
              </a:extLst>
            </p:cNvPr>
            <p:cNvCxnSpPr>
              <a:cxnSpLocks/>
              <a:stCxn id="53" idx="5"/>
              <a:endCxn id="57" idx="0"/>
            </p:cNvCxnSpPr>
            <p:nvPr/>
          </p:nvCxnSpPr>
          <p:spPr>
            <a:xfrm>
              <a:off x="2131298" y="5016202"/>
              <a:ext cx="834664" cy="521777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arrow"/>
            </a:ln>
            <a:effectLst/>
          </p:spPr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A0C0701-55F6-4C90-96EE-25EA5C8FE1D2}"/>
                </a:ext>
              </a:extLst>
            </p:cNvPr>
            <p:cNvCxnSpPr>
              <a:cxnSpLocks/>
              <a:stCxn id="53" idx="3"/>
              <a:endCxn id="60" idx="0"/>
            </p:cNvCxnSpPr>
            <p:nvPr/>
          </p:nvCxnSpPr>
          <p:spPr>
            <a:xfrm flipH="1">
              <a:off x="942420" y="5016203"/>
              <a:ext cx="986762" cy="518276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arrow"/>
            </a:ln>
            <a:effectLst/>
          </p:spPr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C71E2C0-A925-4635-9197-AB61B14C628F}"/>
                </a:ext>
              </a:extLst>
            </p:cNvPr>
            <p:cNvSpPr txBox="1"/>
            <p:nvPr/>
          </p:nvSpPr>
          <p:spPr>
            <a:xfrm>
              <a:off x="2257772" y="4517505"/>
              <a:ext cx="369012" cy="5232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</a:t>
              </a:r>
            </a:p>
          </p:txBody>
        </p: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7A22F3D2-7C71-44C0-B4BD-8B6D0AFE2254}"/>
                </a:ext>
              </a:extLst>
            </p:cNvPr>
            <p:cNvSpPr/>
            <p:nvPr/>
          </p:nvSpPr>
          <p:spPr>
            <a:xfrm>
              <a:off x="2638267" y="5537979"/>
              <a:ext cx="655389" cy="1080379"/>
            </a:xfrm>
            <a:prstGeom prst="triangle">
              <a:avLst/>
            </a:pr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FEEF971-11D2-4B15-8BA5-47A39C4D2E6D}"/>
                </a:ext>
              </a:extLst>
            </p:cNvPr>
            <p:cNvSpPr txBox="1"/>
            <p:nvPr/>
          </p:nvSpPr>
          <p:spPr>
            <a:xfrm>
              <a:off x="-5317" y="5214056"/>
              <a:ext cx="856695" cy="69079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h-2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22CBCBE-AF3E-45E3-BF4B-B23CC3CC9A38}"/>
                </a:ext>
              </a:extLst>
            </p:cNvPr>
            <p:cNvSpPr txBox="1"/>
            <p:nvPr/>
          </p:nvSpPr>
          <p:spPr>
            <a:xfrm>
              <a:off x="3088623" y="5276370"/>
              <a:ext cx="662361" cy="5232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h-1</a:t>
              </a:r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23632279-9E5A-432D-9060-CA77EBB8A56B}"/>
                </a:ext>
              </a:extLst>
            </p:cNvPr>
            <p:cNvSpPr/>
            <p:nvPr/>
          </p:nvSpPr>
          <p:spPr>
            <a:xfrm>
              <a:off x="614736" y="5534478"/>
              <a:ext cx="655368" cy="690790"/>
            </a:xfrm>
            <a:prstGeom prst="triangle">
              <a:avLst/>
            </a:pr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B2D64B70-E761-4494-8FA8-272A49A9EEB6}"/>
              </a:ext>
            </a:extLst>
          </p:cNvPr>
          <p:cNvSpPr/>
          <p:nvPr/>
        </p:nvSpPr>
        <p:spPr>
          <a:xfrm>
            <a:off x="7198254" y="1970270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10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877FBD6-FD00-4CB3-9641-64943E985E6C}"/>
              </a:ext>
            </a:extLst>
          </p:cNvPr>
          <p:cNvSpPr/>
          <p:nvPr/>
        </p:nvSpPr>
        <p:spPr>
          <a:xfrm>
            <a:off x="6081132" y="2848170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5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D7C34F7-628F-4EBC-BD09-DE1E383CFD0A}"/>
              </a:ext>
            </a:extLst>
          </p:cNvPr>
          <p:cNvSpPr/>
          <p:nvPr/>
        </p:nvSpPr>
        <p:spPr>
          <a:xfrm>
            <a:off x="8490304" y="2852366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15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432F470-815C-4521-ADE4-7A475A7D13DF}"/>
              </a:ext>
            </a:extLst>
          </p:cNvPr>
          <p:cNvSpPr/>
          <p:nvPr/>
        </p:nvSpPr>
        <p:spPr>
          <a:xfrm>
            <a:off x="5488235" y="3915047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3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AE8C2E-85BC-40AE-9606-9168829116FF}"/>
              </a:ext>
            </a:extLst>
          </p:cNvPr>
          <p:cNvSpPr/>
          <p:nvPr/>
        </p:nvSpPr>
        <p:spPr>
          <a:xfrm>
            <a:off x="6592879" y="3915047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7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301CA7E-0707-4B8F-A9BA-897EEE0A13D7}"/>
              </a:ext>
            </a:extLst>
          </p:cNvPr>
          <p:cNvSpPr/>
          <p:nvPr/>
        </p:nvSpPr>
        <p:spPr>
          <a:xfrm>
            <a:off x="7899426" y="3915047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12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22D31C9-61BE-446C-9080-FF8A73C549E5}"/>
              </a:ext>
            </a:extLst>
          </p:cNvPr>
          <p:cNvSpPr/>
          <p:nvPr/>
        </p:nvSpPr>
        <p:spPr>
          <a:xfrm>
            <a:off x="9110566" y="3915047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20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2D32A08-6496-45E8-B690-0F851F12BAFD}"/>
              </a:ext>
            </a:extLst>
          </p:cNvPr>
          <p:cNvSpPr/>
          <p:nvPr/>
        </p:nvSpPr>
        <p:spPr>
          <a:xfrm>
            <a:off x="8680930" y="4964005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17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0773F68-8DC5-4D4F-A6C8-634E0854AC88}"/>
              </a:ext>
            </a:extLst>
          </p:cNvPr>
          <p:cNvSpPr/>
          <p:nvPr/>
        </p:nvSpPr>
        <p:spPr>
          <a:xfrm>
            <a:off x="9597520" y="4964005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25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C514829-443C-48EF-9270-E6AC59B5D7C6}"/>
              </a:ext>
            </a:extLst>
          </p:cNvPr>
          <p:cNvSpPr/>
          <p:nvPr/>
        </p:nvSpPr>
        <p:spPr>
          <a:xfrm>
            <a:off x="9878187" y="5997501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30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363BA8B-50D8-4ED1-9706-FD51F9C4060C}"/>
              </a:ext>
            </a:extLst>
          </p:cNvPr>
          <p:cNvSpPr/>
          <p:nvPr/>
        </p:nvSpPr>
        <p:spPr>
          <a:xfrm>
            <a:off x="7387679" y="4964005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11</a:t>
            </a:r>
            <a:endParaRPr lang="en-US" sz="1600" dirty="0">
              <a:solidFill>
                <a:schemeClr val="accent1"/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99F37B1-80F3-4072-9191-9EA8FCC0E416}"/>
              </a:ext>
            </a:extLst>
          </p:cNvPr>
          <p:cNvCxnSpPr>
            <a:cxnSpLocks/>
            <a:stCxn id="62" idx="3"/>
            <a:endCxn id="63" idx="7"/>
          </p:cNvCxnSpPr>
          <p:nvPr/>
        </p:nvCxnSpPr>
        <p:spPr>
          <a:xfrm flipH="1">
            <a:off x="6517936" y="2380496"/>
            <a:ext cx="755262" cy="538057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5C70BEC-5541-4FEF-8DC5-5939D489059A}"/>
              </a:ext>
            </a:extLst>
          </p:cNvPr>
          <p:cNvCxnSpPr>
            <a:cxnSpLocks/>
            <a:stCxn id="62" idx="5"/>
            <a:endCxn id="64" idx="1"/>
          </p:cNvCxnSpPr>
          <p:nvPr/>
        </p:nvCxnSpPr>
        <p:spPr>
          <a:xfrm>
            <a:off x="7635058" y="2380496"/>
            <a:ext cx="930190" cy="542253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CE9045E-98C3-4F59-A4E7-7127414B18F0}"/>
              </a:ext>
            </a:extLst>
          </p:cNvPr>
          <p:cNvCxnSpPr>
            <a:cxnSpLocks/>
            <a:stCxn id="63" idx="4"/>
            <a:endCxn id="66" idx="0"/>
          </p:cNvCxnSpPr>
          <p:nvPr/>
        </p:nvCxnSpPr>
        <p:spPr>
          <a:xfrm>
            <a:off x="6337005" y="3328780"/>
            <a:ext cx="511748" cy="586266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1A63BE9-DDD9-46BD-9A8E-14A1809A9A02}"/>
              </a:ext>
            </a:extLst>
          </p:cNvPr>
          <p:cNvCxnSpPr>
            <a:cxnSpLocks/>
            <a:stCxn id="63" idx="4"/>
            <a:endCxn id="65" idx="0"/>
          </p:cNvCxnSpPr>
          <p:nvPr/>
        </p:nvCxnSpPr>
        <p:spPr>
          <a:xfrm flipH="1">
            <a:off x="5744109" y="3328780"/>
            <a:ext cx="592897" cy="586266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CE85236-19E7-46C0-AB26-58DE0345E4FF}"/>
              </a:ext>
            </a:extLst>
          </p:cNvPr>
          <p:cNvCxnSpPr>
            <a:cxnSpLocks/>
            <a:stCxn id="67" idx="4"/>
            <a:endCxn id="72" idx="0"/>
          </p:cNvCxnSpPr>
          <p:nvPr/>
        </p:nvCxnSpPr>
        <p:spPr>
          <a:xfrm flipH="1">
            <a:off x="7643552" y="4395657"/>
            <a:ext cx="511748" cy="56834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828314C-8C62-431E-9241-8933DE3831F7}"/>
              </a:ext>
            </a:extLst>
          </p:cNvPr>
          <p:cNvCxnSpPr>
            <a:cxnSpLocks/>
            <a:stCxn id="64" idx="4"/>
            <a:endCxn id="67" idx="0"/>
          </p:cNvCxnSpPr>
          <p:nvPr/>
        </p:nvCxnSpPr>
        <p:spPr>
          <a:xfrm flipH="1">
            <a:off x="8155300" y="3332976"/>
            <a:ext cx="590878" cy="58207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586ED67-FF67-47A2-8667-B09F8D42280D}"/>
              </a:ext>
            </a:extLst>
          </p:cNvPr>
          <p:cNvCxnSpPr>
            <a:cxnSpLocks/>
            <a:stCxn id="64" idx="4"/>
            <a:endCxn id="68" idx="0"/>
          </p:cNvCxnSpPr>
          <p:nvPr/>
        </p:nvCxnSpPr>
        <p:spPr>
          <a:xfrm>
            <a:off x="8746178" y="3332976"/>
            <a:ext cx="620262" cy="58207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AC1067B-E990-4BAE-81EB-CEBB43A223A4}"/>
              </a:ext>
            </a:extLst>
          </p:cNvPr>
          <p:cNvCxnSpPr>
            <a:cxnSpLocks/>
            <a:stCxn id="68" idx="4"/>
            <a:endCxn id="70" idx="0"/>
          </p:cNvCxnSpPr>
          <p:nvPr/>
        </p:nvCxnSpPr>
        <p:spPr>
          <a:xfrm>
            <a:off x="9366440" y="4395657"/>
            <a:ext cx="486954" cy="56834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E1F592F-A649-4FAD-9FEB-D855290C093B}"/>
              </a:ext>
            </a:extLst>
          </p:cNvPr>
          <p:cNvCxnSpPr>
            <a:cxnSpLocks/>
            <a:stCxn id="68" idx="4"/>
            <a:endCxn id="69" idx="0"/>
          </p:cNvCxnSpPr>
          <p:nvPr/>
        </p:nvCxnSpPr>
        <p:spPr>
          <a:xfrm flipH="1">
            <a:off x="8936804" y="4395657"/>
            <a:ext cx="429636" cy="56834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2ACFC6C-5270-448B-927E-1A283C579203}"/>
              </a:ext>
            </a:extLst>
          </p:cNvPr>
          <p:cNvCxnSpPr>
            <a:cxnSpLocks/>
            <a:stCxn id="70" idx="4"/>
            <a:endCxn id="71" idx="0"/>
          </p:cNvCxnSpPr>
          <p:nvPr/>
        </p:nvCxnSpPr>
        <p:spPr>
          <a:xfrm>
            <a:off x="9853394" y="5444615"/>
            <a:ext cx="280667" cy="552886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95C28812-C636-4A2B-82B0-03D7D6F63265}"/>
              </a:ext>
            </a:extLst>
          </p:cNvPr>
          <p:cNvSpPr/>
          <p:nvPr/>
        </p:nvSpPr>
        <p:spPr>
          <a:xfrm>
            <a:off x="5842805" y="4937668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6</a:t>
            </a:r>
            <a:endParaRPr lang="en-US" sz="1600" dirty="0">
              <a:solidFill>
                <a:schemeClr val="accent1"/>
              </a:solidFill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25EB5CD-B208-47A1-81D3-952D59F74C80}"/>
              </a:ext>
            </a:extLst>
          </p:cNvPr>
          <p:cNvCxnSpPr>
            <a:cxnSpLocks/>
            <a:stCxn id="66" idx="3"/>
            <a:endCxn id="84" idx="0"/>
          </p:cNvCxnSpPr>
          <p:nvPr/>
        </p:nvCxnSpPr>
        <p:spPr>
          <a:xfrm flipH="1">
            <a:off x="6098679" y="4325273"/>
            <a:ext cx="569144" cy="61239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24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8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63BA0-E9F6-4D4E-BF3A-D023984A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D7E67-ABDB-4ED8-B38C-F725C4EBE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Insert using normal </a:t>
            </a:r>
            <a:r>
              <a:rPr lang="en-US" dirty="0" err="1">
                <a:solidFill>
                  <a:schemeClr val="tx1"/>
                </a:solidFill>
              </a:rPr>
              <a:t>bst_insert</a:t>
            </a:r>
            <a:endParaRPr lang="en-US" dirty="0">
              <a:solidFill>
                <a:schemeClr val="tx1"/>
              </a:solidFill>
            </a:endParaRPr>
          </a:p>
          <a:p>
            <a:pPr marL="744538" lvl="1" indent="-514350"/>
            <a:r>
              <a:rPr lang="en-US" sz="2800" dirty="0"/>
              <a:t>Which may temporarily break the AVL height invariant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Fix with rotations</a:t>
            </a:r>
          </a:p>
        </p:txBody>
      </p:sp>
      <p:pic>
        <p:nvPicPr>
          <p:cNvPr id="4" name="Picture 2" descr="https://upload.wikimedia.org/wikipedia/commons/f/fd/AVL_Tree_Example.gif">
            <a:extLst>
              <a:ext uri="{FF2B5EF4-FFF2-40B4-BE49-F238E27FC236}">
                <a16:creationId xmlns:a16="http://schemas.microsoft.com/office/drawing/2014/main" id="{1D875D25-65F5-41D0-844D-2AAA49A4998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199" y="2834336"/>
            <a:ext cx="5905500" cy="3321844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C8C886-4B09-429F-B0BD-216E3D133CE6}"/>
              </a:ext>
            </a:extLst>
          </p:cNvPr>
          <p:cNvSpPr txBox="1"/>
          <p:nvPr/>
        </p:nvSpPr>
        <p:spPr>
          <a:xfrm>
            <a:off x="420736" y="6426853"/>
            <a:ext cx="7278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Image: CC: https://commons.wikimedia.org/wiki/File:AVL_Tree_Example.gif</a:t>
            </a:r>
          </a:p>
        </p:txBody>
      </p:sp>
    </p:spTree>
    <p:extLst>
      <p:ext uri="{BB962C8B-B14F-4D97-AF65-F5344CB8AC3E}">
        <p14:creationId xmlns:p14="http://schemas.microsoft.com/office/powerpoint/2010/main" val="40693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79D1-D7DE-4E6B-A22C-7F206AD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</p:spPr>
        <p:txBody>
          <a:bodyPr/>
          <a:lstStyle/>
          <a:p>
            <a:r>
              <a:rPr lang="en-US" dirty="0"/>
              <a:t>Rotations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64F73-06B6-446F-A786-FB74C8C41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10515600" cy="1019768"/>
          </a:xfrm>
        </p:spPr>
        <p:txBody>
          <a:bodyPr/>
          <a:lstStyle/>
          <a:p>
            <a:r>
              <a:rPr lang="en-US" dirty="0"/>
              <a:t>Right rotation at 15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Make 10 the parent of 15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BB8F0B-3750-4E7E-BCEB-1506B1EDD3DF}"/>
              </a:ext>
            </a:extLst>
          </p:cNvPr>
          <p:cNvGrpSpPr/>
          <p:nvPr/>
        </p:nvGrpSpPr>
        <p:grpSpPr>
          <a:xfrm>
            <a:off x="6816633" y="2226336"/>
            <a:ext cx="4901700" cy="4507841"/>
            <a:chOff x="8530256" y="5263224"/>
            <a:chExt cx="4901700" cy="450784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4EFC8C-23BF-47ED-94C2-07569D2448B6}"/>
                </a:ext>
              </a:extLst>
            </p:cNvPr>
            <p:cNvSpPr/>
            <p:nvPr/>
          </p:nvSpPr>
          <p:spPr>
            <a:xfrm>
              <a:off x="10240275" y="5263224"/>
              <a:ext cx="511748" cy="48061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4770D7C-4527-47A8-8936-A7CF4104C1A1}"/>
                </a:ext>
              </a:extLst>
            </p:cNvPr>
            <p:cNvSpPr/>
            <p:nvPr/>
          </p:nvSpPr>
          <p:spPr>
            <a:xfrm>
              <a:off x="9123153" y="6141124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5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15AE534-57AB-4018-82C2-3AFE64C46EA8}"/>
                </a:ext>
              </a:extLst>
            </p:cNvPr>
            <p:cNvSpPr/>
            <p:nvPr/>
          </p:nvSpPr>
          <p:spPr>
            <a:xfrm>
              <a:off x="11532325" y="6145320"/>
              <a:ext cx="511748" cy="48061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15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ABE2F4C-E8B9-43D2-96E1-5E46576518DF}"/>
                </a:ext>
              </a:extLst>
            </p:cNvPr>
            <p:cNvSpPr/>
            <p:nvPr/>
          </p:nvSpPr>
          <p:spPr>
            <a:xfrm>
              <a:off x="8530256" y="7208001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3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DA26E11-2EFD-4259-8EA6-6E3604B6E168}"/>
                </a:ext>
              </a:extLst>
            </p:cNvPr>
            <p:cNvSpPr/>
            <p:nvPr/>
          </p:nvSpPr>
          <p:spPr>
            <a:xfrm>
              <a:off x="9634900" y="7208001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7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842630-53E5-4EDF-B066-9FF3BB7960C3}"/>
                </a:ext>
              </a:extLst>
            </p:cNvPr>
            <p:cNvSpPr/>
            <p:nvPr/>
          </p:nvSpPr>
          <p:spPr>
            <a:xfrm>
              <a:off x="10941447" y="7208001"/>
              <a:ext cx="511748" cy="4806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12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CC4B397-DA19-4F41-8095-24AC5CD459DF}"/>
                </a:ext>
              </a:extLst>
            </p:cNvPr>
            <p:cNvSpPr/>
            <p:nvPr/>
          </p:nvSpPr>
          <p:spPr>
            <a:xfrm>
              <a:off x="12152587" y="7208001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20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C0593A9-5D4B-4324-9B8A-9994647EBF60}"/>
                </a:ext>
              </a:extLst>
            </p:cNvPr>
            <p:cNvSpPr/>
            <p:nvPr/>
          </p:nvSpPr>
          <p:spPr>
            <a:xfrm>
              <a:off x="11722951" y="8256959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17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3206E81-5DDA-446F-8F0B-7CD05CF42401}"/>
                </a:ext>
              </a:extLst>
            </p:cNvPr>
            <p:cNvSpPr/>
            <p:nvPr/>
          </p:nvSpPr>
          <p:spPr>
            <a:xfrm>
              <a:off x="12639541" y="8256959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25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E32758F-ED05-4710-BC7C-BAA3954D7BB6}"/>
                </a:ext>
              </a:extLst>
            </p:cNvPr>
            <p:cNvSpPr/>
            <p:nvPr/>
          </p:nvSpPr>
          <p:spPr>
            <a:xfrm>
              <a:off x="12920208" y="9290455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30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3796943-E32D-42DC-A9AC-3C2E9D842771}"/>
                </a:ext>
              </a:extLst>
            </p:cNvPr>
            <p:cNvSpPr/>
            <p:nvPr/>
          </p:nvSpPr>
          <p:spPr>
            <a:xfrm>
              <a:off x="10429700" y="8256959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11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9D14BC5-571E-4719-8FD3-3FC6D954472B}"/>
                </a:ext>
              </a:extLst>
            </p:cNvPr>
            <p:cNvCxnSpPr>
              <a:cxnSpLocks/>
              <a:stCxn id="4" idx="3"/>
              <a:endCxn id="5" idx="0"/>
            </p:cNvCxnSpPr>
            <p:nvPr/>
          </p:nvCxnSpPr>
          <p:spPr>
            <a:xfrm flipH="1">
              <a:off x="9379027" y="5673450"/>
              <a:ext cx="936192" cy="467674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63F454F-2A78-429B-95B5-EEDB012DAF96}"/>
                </a:ext>
              </a:extLst>
            </p:cNvPr>
            <p:cNvCxnSpPr>
              <a:cxnSpLocks/>
              <a:stCxn id="4" idx="5"/>
              <a:endCxn id="6" idx="0"/>
            </p:cNvCxnSpPr>
            <p:nvPr/>
          </p:nvCxnSpPr>
          <p:spPr>
            <a:xfrm>
              <a:off x="10677079" y="5673450"/>
              <a:ext cx="1111120" cy="471870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BAC811A-CD58-41B6-919A-72FD6FF88EEF}"/>
                </a:ext>
              </a:extLst>
            </p:cNvPr>
            <p:cNvCxnSpPr>
              <a:cxnSpLocks/>
              <a:stCxn id="5" idx="4"/>
              <a:endCxn id="8" idx="0"/>
            </p:cNvCxnSpPr>
            <p:nvPr/>
          </p:nvCxnSpPr>
          <p:spPr>
            <a:xfrm>
              <a:off x="9379026" y="6621734"/>
              <a:ext cx="511748" cy="586266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D5AB927-D745-48A4-AB1F-3FA3BC824660}"/>
                </a:ext>
              </a:extLst>
            </p:cNvPr>
            <p:cNvCxnSpPr>
              <a:cxnSpLocks/>
              <a:stCxn id="5" idx="4"/>
              <a:endCxn id="7" idx="0"/>
            </p:cNvCxnSpPr>
            <p:nvPr/>
          </p:nvCxnSpPr>
          <p:spPr>
            <a:xfrm flipH="1">
              <a:off x="8786130" y="6621734"/>
              <a:ext cx="592897" cy="586266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D40E1DA-69C4-4B15-8BFB-9CD705BE58B6}"/>
                </a:ext>
              </a:extLst>
            </p:cNvPr>
            <p:cNvCxnSpPr>
              <a:cxnSpLocks/>
              <a:stCxn id="9" idx="4"/>
              <a:endCxn id="14" idx="0"/>
            </p:cNvCxnSpPr>
            <p:nvPr/>
          </p:nvCxnSpPr>
          <p:spPr>
            <a:xfrm flipH="1">
              <a:off x="10685573" y="7688611"/>
              <a:ext cx="511748" cy="56834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8260B7E-C617-4084-A02B-05BCEAC7F191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 flipH="1">
              <a:off x="11197321" y="6625930"/>
              <a:ext cx="590878" cy="58207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D067FD5-5FB1-46DB-8998-8E6723D70D9C}"/>
                </a:ext>
              </a:extLst>
            </p:cNvPr>
            <p:cNvCxnSpPr>
              <a:cxnSpLocks/>
              <a:stCxn id="6" idx="4"/>
              <a:endCxn id="10" idx="0"/>
            </p:cNvCxnSpPr>
            <p:nvPr/>
          </p:nvCxnSpPr>
          <p:spPr>
            <a:xfrm>
              <a:off x="11788199" y="6625930"/>
              <a:ext cx="620262" cy="58207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1319B25-6057-4C49-B05A-67CE33A4B239}"/>
                </a:ext>
              </a:extLst>
            </p:cNvPr>
            <p:cNvCxnSpPr>
              <a:cxnSpLocks/>
              <a:stCxn id="10" idx="4"/>
              <a:endCxn id="12" idx="0"/>
            </p:cNvCxnSpPr>
            <p:nvPr/>
          </p:nvCxnSpPr>
          <p:spPr>
            <a:xfrm>
              <a:off x="12408461" y="7688611"/>
              <a:ext cx="486954" cy="56834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CB18373-933A-421D-95E0-42DF674E30A7}"/>
                </a:ext>
              </a:extLst>
            </p:cNvPr>
            <p:cNvCxnSpPr>
              <a:cxnSpLocks/>
              <a:stCxn id="10" idx="4"/>
              <a:endCxn id="11" idx="0"/>
            </p:cNvCxnSpPr>
            <p:nvPr/>
          </p:nvCxnSpPr>
          <p:spPr>
            <a:xfrm flipH="1">
              <a:off x="11978825" y="7688611"/>
              <a:ext cx="429636" cy="56834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59CB49-B92E-4869-8472-5B9C0779D60A}"/>
                </a:ext>
              </a:extLst>
            </p:cNvPr>
            <p:cNvCxnSpPr>
              <a:cxnSpLocks/>
              <a:stCxn id="12" idx="4"/>
              <a:endCxn id="13" idx="0"/>
            </p:cNvCxnSpPr>
            <p:nvPr/>
          </p:nvCxnSpPr>
          <p:spPr>
            <a:xfrm>
              <a:off x="12895415" y="8737569"/>
              <a:ext cx="280667" cy="552886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05374E2-53DA-4857-872B-7FD1B81C2C2A}"/>
                </a:ext>
              </a:extLst>
            </p:cNvPr>
            <p:cNvSpPr/>
            <p:nvPr/>
          </p:nvSpPr>
          <p:spPr>
            <a:xfrm>
              <a:off x="8884826" y="8230622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6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023D10D-5D2E-408E-9D94-27046142C927}"/>
                </a:ext>
              </a:extLst>
            </p:cNvPr>
            <p:cNvCxnSpPr>
              <a:cxnSpLocks/>
              <a:stCxn id="8" idx="3"/>
              <a:endCxn id="25" idx="0"/>
            </p:cNvCxnSpPr>
            <p:nvPr/>
          </p:nvCxnSpPr>
          <p:spPr>
            <a:xfrm flipH="1">
              <a:off x="9140700" y="7618227"/>
              <a:ext cx="569144" cy="61239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D719B66-49DC-423B-B537-269491D6DB66}"/>
              </a:ext>
            </a:extLst>
          </p:cNvPr>
          <p:cNvGrpSpPr/>
          <p:nvPr/>
        </p:nvGrpSpPr>
        <p:grpSpPr>
          <a:xfrm>
            <a:off x="588925" y="2251183"/>
            <a:ext cx="5312884" cy="4482994"/>
            <a:chOff x="6307618" y="902552"/>
            <a:chExt cx="5312884" cy="4482994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69000F7-F0AE-45A9-9D93-FFF993CE70C6}"/>
                </a:ext>
              </a:extLst>
            </p:cNvPr>
            <p:cNvSpPr/>
            <p:nvPr/>
          </p:nvSpPr>
          <p:spPr>
            <a:xfrm>
              <a:off x="7885806" y="1818384"/>
              <a:ext cx="511748" cy="48061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F6E08C7-1AF4-4754-BFE9-88FD47CC6B69}"/>
                </a:ext>
              </a:extLst>
            </p:cNvPr>
            <p:cNvSpPr/>
            <p:nvPr/>
          </p:nvSpPr>
          <p:spPr>
            <a:xfrm>
              <a:off x="6900515" y="2815438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5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4770035-43FE-441F-8DC8-E4CA959904DC}"/>
                </a:ext>
              </a:extLst>
            </p:cNvPr>
            <p:cNvSpPr/>
            <p:nvPr/>
          </p:nvSpPr>
          <p:spPr>
            <a:xfrm>
              <a:off x="9119292" y="902552"/>
              <a:ext cx="511748" cy="48061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15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210622D-61E3-43C9-A244-851A0BFF388E}"/>
                </a:ext>
              </a:extLst>
            </p:cNvPr>
            <p:cNvSpPr/>
            <p:nvPr/>
          </p:nvSpPr>
          <p:spPr>
            <a:xfrm>
              <a:off x="6307618" y="3882315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3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46154DE-864D-4C3A-A605-8E3B90AA3CF9}"/>
                </a:ext>
              </a:extLst>
            </p:cNvPr>
            <p:cNvSpPr/>
            <p:nvPr/>
          </p:nvSpPr>
          <p:spPr>
            <a:xfrm>
              <a:off x="7412262" y="3882315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7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73F33F2-9959-4FEF-8E11-FA147D976C76}"/>
                </a:ext>
              </a:extLst>
            </p:cNvPr>
            <p:cNvSpPr/>
            <p:nvPr/>
          </p:nvSpPr>
          <p:spPr>
            <a:xfrm>
              <a:off x="8786130" y="2840925"/>
              <a:ext cx="511748" cy="4806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12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71B86D3-E0C2-4077-B375-5188E1753232}"/>
                </a:ext>
              </a:extLst>
            </p:cNvPr>
            <p:cNvSpPr/>
            <p:nvPr/>
          </p:nvSpPr>
          <p:spPr>
            <a:xfrm>
              <a:off x="10341133" y="1823804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20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CC22D2C-03B9-4969-B11E-9FCE63086DA1}"/>
                </a:ext>
              </a:extLst>
            </p:cNvPr>
            <p:cNvSpPr/>
            <p:nvPr/>
          </p:nvSpPr>
          <p:spPr>
            <a:xfrm>
              <a:off x="9911497" y="2872762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17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3F63922-F846-468C-B49A-30C5AFC0A890}"/>
                </a:ext>
              </a:extLst>
            </p:cNvPr>
            <p:cNvSpPr/>
            <p:nvPr/>
          </p:nvSpPr>
          <p:spPr>
            <a:xfrm>
              <a:off x="10828087" y="2872762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25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7F26DBC-14A9-4D80-8505-5078B69C10F0}"/>
                </a:ext>
              </a:extLst>
            </p:cNvPr>
            <p:cNvSpPr/>
            <p:nvPr/>
          </p:nvSpPr>
          <p:spPr>
            <a:xfrm>
              <a:off x="11108754" y="3906258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30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D8D5BAB-8B91-4D5C-992F-635F98F2F183}"/>
                </a:ext>
              </a:extLst>
            </p:cNvPr>
            <p:cNvSpPr/>
            <p:nvPr/>
          </p:nvSpPr>
          <p:spPr>
            <a:xfrm>
              <a:off x="8274383" y="3889883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11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18DC4ED-E0CD-4C4C-858C-A647C4BAB7CB}"/>
                </a:ext>
              </a:extLst>
            </p:cNvPr>
            <p:cNvCxnSpPr>
              <a:cxnSpLocks/>
              <a:stCxn id="50" idx="3"/>
              <a:endCxn id="51" idx="0"/>
            </p:cNvCxnSpPr>
            <p:nvPr/>
          </p:nvCxnSpPr>
          <p:spPr>
            <a:xfrm flipH="1">
              <a:off x="7156389" y="2228610"/>
              <a:ext cx="804361" cy="58682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89024F0-FE2E-4AFB-AC27-A0C35864D9ED}"/>
                </a:ext>
              </a:extLst>
            </p:cNvPr>
            <p:cNvCxnSpPr>
              <a:cxnSpLocks/>
              <a:stCxn id="50" idx="5"/>
              <a:endCxn id="55" idx="0"/>
            </p:cNvCxnSpPr>
            <p:nvPr/>
          </p:nvCxnSpPr>
          <p:spPr>
            <a:xfrm>
              <a:off x="8322610" y="2228610"/>
              <a:ext cx="719394" cy="61231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CFAE0C49-C19A-4528-9EDA-D9C50E9D392B}"/>
                </a:ext>
              </a:extLst>
            </p:cNvPr>
            <p:cNvCxnSpPr>
              <a:cxnSpLocks/>
              <a:stCxn id="51" idx="4"/>
              <a:endCxn id="54" idx="0"/>
            </p:cNvCxnSpPr>
            <p:nvPr/>
          </p:nvCxnSpPr>
          <p:spPr>
            <a:xfrm>
              <a:off x="7156388" y="3296048"/>
              <a:ext cx="511748" cy="586266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822D238-ED10-47D0-B410-4CF33F75C871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 flipH="1">
              <a:off x="6563492" y="3296048"/>
              <a:ext cx="592897" cy="586266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6B39F8FF-C4C4-44C7-A51C-74EF399F53DB}"/>
                </a:ext>
              </a:extLst>
            </p:cNvPr>
            <p:cNvCxnSpPr>
              <a:cxnSpLocks/>
              <a:stCxn id="55" idx="4"/>
              <a:endCxn id="60" idx="0"/>
            </p:cNvCxnSpPr>
            <p:nvPr/>
          </p:nvCxnSpPr>
          <p:spPr>
            <a:xfrm flipH="1">
              <a:off x="8530256" y="3321535"/>
              <a:ext cx="511748" cy="56834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84D6CB37-E40A-4C12-A37A-DC060589AFB5}"/>
                </a:ext>
              </a:extLst>
            </p:cNvPr>
            <p:cNvCxnSpPr>
              <a:cxnSpLocks/>
              <a:stCxn id="52" idx="4"/>
              <a:endCxn id="50" idx="0"/>
            </p:cNvCxnSpPr>
            <p:nvPr/>
          </p:nvCxnSpPr>
          <p:spPr>
            <a:xfrm flipH="1">
              <a:off x="8141680" y="1383162"/>
              <a:ext cx="1233486" cy="435222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BE35865-E279-4720-B47B-E171F1FD18AB}"/>
                </a:ext>
              </a:extLst>
            </p:cNvPr>
            <p:cNvCxnSpPr>
              <a:cxnSpLocks/>
              <a:stCxn id="52" idx="4"/>
              <a:endCxn id="56" idx="0"/>
            </p:cNvCxnSpPr>
            <p:nvPr/>
          </p:nvCxnSpPr>
          <p:spPr>
            <a:xfrm>
              <a:off x="9375166" y="1383162"/>
              <a:ext cx="1221841" cy="440642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CE81869D-D0FA-43C8-BCCF-188750F8E5A7}"/>
                </a:ext>
              </a:extLst>
            </p:cNvPr>
            <p:cNvCxnSpPr>
              <a:cxnSpLocks/>
              <a:stCxn id="56" idx="4"/>
              <a:endCxn id="58" idx="0"/>
            </p:cNvCxnSpPr>
            <p:nvPr/>
          </p:nvCxnSpPr>
          <p:spPr>
            <a:xfrm>
              <a:off x="10597007" y="2304414"/>
              <a:ext cx="486954" cy="56834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63B4CF94-800B-4075-91CE-BB5F8E45BCFB}"/>
                </a:ext>
              </a:extLst>
            </p:cNvPr>
            <p:cNvCxnSpPr>
              <a:cxnSpLocks/>
              <a:stCxn id="56" idx="4"/>
              <a:endCxn id="57" idx="0"/>
            </p:cNvCxnSpPr>
            <p:nvPr/>
          </p:nvCxnSpPr>
          <p:spPr>
            <a:xfrm flipH="1">
              <a:off x="10167371" y="2304414"/>
              <a:ext cx="429636" cy="56834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059CFAB1-7FD8-4ABF-870B-EC851AE90535}"/>
                </a:ext>
              </a:extLst>
            </p:cNvPr>
            <p:cNvCxnSpPr>
              <a:cxnSpLocks/>
              <a:stCxn id="58" idx="4"/>
              <a:endCxn id="59" idx="0"/>
            </p:cNvCxnSpPr>
            <p:nvPr/>
          </p:nvCxnSpPr>
          <p:spPr>
            <a:xfrm>
              <a:off x="11083961" y="3353372"/>
              <a:ext cx="280667" cy="552886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750E872-66A5-4B12-B0FC-68A5D49AE2A3}"/>
                </a:ext>
              </a:extLst>
            </p:cNvPr>
            <p:cNvSpPr/>
            <p:nvPr/>
          </p:nvSpPr>
          <p:spPr>
            <a:xfrm>
              <a:off x="6662188" y="4904936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6</a:t>
              </a:r>
              <a:endParaRPr lang="en-US" sz="1600" dirty="0">
                <a:solidFill>
                  <a:schemeClr val="accent1"/>
                </a:solidFill>
              </a:endParaRP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5CA6DE0B-9FF9-41F0-AA2B-FC14A3F2CFEC}"/>
                </a:ext>
              </a:extLst>
            </p:cNvPr>
            <p:cNvCxnSpPr>
              <a:cxnSpLocks/>
              <a:stCxn id="54" idx="3"/>
              <a:endCxn id="71" idx="0"/>
            </p:cNvCxnSpPr>
            <p:nvPr/>
          </p:nvCxnSpPr>
          <p:spPr>
            <a:xfrm flipH="1">
              <a:off x="6918062" y="4292541"/>
              <a:ext cx="569144" cy="61239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40581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79D1-D7DE-4E6B-A22C-7F206AD11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Rotations: 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64F73-06B6-446F-A786-FB74C8C41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10515600" cy="1019768"/>
          </a:xfrm>
        </p:spPr>
        <p:txBody>
          <a:bodyPr/>
          <a:lstStyle/>
          <a:p>
            <a:r>
              <a:rPr lang="en-US" dirty="0"/>
              <a:t>Left rotation at 10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Make 15 the parent of 10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74EFC8C-23BF-47ED-94C2-07569D2448B6}"/>
              </a:ext>
            </a:extLst>
          </p:cNvPr>
          <p:cNvSpPr/>
          <p:nvPr/>
        </p:nvSpPr>
        <p:spPr>
          <a:xfrm>
            <a:off x="2262118" y="2132947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4770D7C-4527-47A8-8936-A7CF4104C1A1}"/>
              </a:ext>
            </a:extLst>
          </p:cNvPr>
          <p:cNvSpPr/>
          <p:nvPr/>
        </p:nvSpPr>
        <p:spPr>
          <a:xfrm>
            <a:off x="1144996" y="3010847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5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5AE534-57AB-4018-82C2-3AFE64C46EA8}"/>
              </a:ext>
            </a:extLst>
          </p:cNvPr>
          <p:cNvSpPr/>
          <p:nvPr/>
        </p:nvSpPr>
        <p:spPr>
          <a:xfrm>
            <a:off x="3554168" y="3015043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15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BE2F4C-E8B9-43D2-96E1-5E46576518DF}"/>
              </a:ext>
            </a:extLst>
          </p:cNvPr>
          <p:cNvSpPr/>
          <p:nvPr/>
        </p:nvSpPr>
        <p:spPr>
          <a:xfrm>
            <a:off x="552099" y="4077724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3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A26E11-2EFD-4259-8EA6-6E3604B6E168}"/>
              </a:ext>
            </a:extLst>
          </p:cNvPr>
          <p:cNvSpPr/>
          <p:nvPr/>
        </p:nvSpPr>
        <p:spPr>
          <a:xfrm>
            <a:off x="1656743" y="4077724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7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842630-53E5-4EDF-B066-9FF3BB7960C3}"/>
              </a:ext>
            </a:extLst>
          </p:cNvPr>
          <p:cNvSpPr/>
          <p:nvPr/>
        </p:nvSpPr>
        <p:spPr>
          <a:xfrm>
            <a:off x="2963290" y="4077724"/>
            <a:ext cx="511748" cy="48061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CC4B397-DA19-4F41-8095-24AC5CD459DF}"/>
              </a:ext>
            </a:extLst>
          </p:cNvPr>
          <p:cNvSpPr/>
          <p:nvPr/>
        </p:nvSpPr>
        <p:spPr>
          <a:xfrm>
            <a:off x="4174430" y="4077724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20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0593A9-5D4B-4324-9B8A-9994647EBF60}"/>
              </a:ext>
            </a:extLst>
          </p:cNvPr>
          <p:cNvSpPr/>
          <p:nvPr/>
        </p:nvSpPr>
        <p:spPr>
          <a:xfrm>
            <a:off x="3744794" y="5126682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17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206E81-5DDA-446F-8F0B-7CD05CF42401}"/>
              </a:ext>
            </a:extLst>
          </p:cNvPr>
          <p:cNvSpPr/>
          <p:nvPr/>
        </p:nvSpPr>
        <p:spPr>
          <a:xfrm>
            <a:off x="4661384" y="5126682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25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E32758F-ED05-4710-BC7C-BAA3954D7BB6}"/>
              </a:ext>
            </a:extLst>
          </p:cNvPr>
          <p:cNvSpPr/>
          <p:nvPr/>
        </p:nvSpPr>
        <p:spPr>
          <a:xfrm>
            <a:off x="4942051" y="6160178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30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796943-E32D-42DC-A9AC-3C2E9D842771}"/>
              </a:ext>
            </a:extLst>
          </p:cNvPr>
          <p:cNvSpPr/>
          <p:nvPr/>
        </p:nvSpPr>
        <p:spPr>
          <a:xfrm>
            <a:off x="2451543" y="5126682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11</a:t>
            </a:r>
            <a:endParaRPr lang="en-US" sz="1600" dirty="0">
              <a:solidFill>
                <a:schemeClr val="accent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D14BC5-571E-4719-8FD3-3FC6D954472B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1400870" y="2543173"/>
            <a:ext cx="936192" cy="467674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3F454F-2A78-429B-95B5-EEDB012DAF96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2698922" y="2543173"/>
            <a:ext cx="1111120" cy="47187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AC811A-CD58-41B6-919A-72FD6FF88EEF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>
            <a:off x="1400869" y="3491457"/>
            <a:ext cx="511748" cy="586266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5AB927-D745-48A4-AB1F-3FA3BC824660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807973" y="3491457"/>
            <a:ext cx="592897" cy="586266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40E1DA-69C4-4B15-8BFB-9CD705BE58B6}"/>
              </a:ext>
            </a:extLst>
          </p:cNvPr>
          <p:cNvCxnSpPr>
            <a:cxnSpLocks/>
            <a:stCxn id="9" idx="4"/>
            <a:endCxn id="14" idx="0"/>
          </p:cNvCxnSpPr>
          <p:nvPr/>
        </p:nvCxnSpPr>
        <p:spPr>
          <a:xfrm flipH="1">
            <a:off x="2707416" y="4558334"/>
            <a:ext cx="511748" cy="56834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260B7E-C617-4084-A02B-05BCEAC7F191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H="1">
            <a:off x="3219164" y="3495653"/>
            <a:ext cx="590878" cy="58207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067FD5-5FB1-46DB-8998-8E6723D70D9C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>
            <a:off x="3810042" y="3495653"/>
            <a:ext cx="620262" cy="58207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319B25-6057-4C49-B05A-67CE33A4B239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4430304" y="4558334"/>
            <a:ext cx="486954" cy="56834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B18373-933A-421D-95E0-42DF674E30A7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 flipH="1">
            <a:off x="4000668" y="4558334"/>
            <a:ext cx="429636" cy="56834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A59CB49-B92E-4869-8472-5B9C0779D60A}"/>
              </a:ext>
            </a:extLst>
          </p:cNvPr>
          <p:cNvCxnSpPr>
            <a:cxnSpLocks/>
            <a:stCxn id="12" idx="4"/>
            <a:endCxn id="13" idx="0"/>
          </p:cNvCxnSpPr>
          <p:nvPr/>
        </p:nvCxnSpPr>
        <p:spPr>
          <a:xfrm>
            <a:off x="4917258" y="5607292"/>
            <a:ext cx="280667" cy="552886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05374E2-53DA-4857-872B-7FD1B81C2C2A}"/>
              </a:ext>
            </a:extLst>
          </p:cNvPr>
          <p:cNvSpPr/>
          <p:nvPr/>
        </p:nvSpPr>
        <p:spPr>
          <a:xfrm>
            <a:off x="906669" y="5100345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6</a:t>
            </a:r>
            <a:endParaRPr lang="en-US" sz="1600" dirty="0">
              <a:solidFill>
                <a:schemeClr val="accent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023D10D-5D2E-408E-9D94-27046142C927}"/>
              </a:ext>
            </a:extLst>
          </p:cNvPr>
          <p:cNvCxnSpPr>
            <a:cxnSpLocks/>
            <a:stCxn id="8" idx="3"/>
            <a:endCxn id="25" idx="0"/>
          </p:cNvCxnSpPr>
          <p:nvPr/>
        </p:nvCxnSpPr>
        <p:spPr>
          <a:xfrm flipH="1">
            <a:off x="1162543" y="4487950"/>
            <a:ext cx="569144" cy="61239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531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79D1-D7DE-4E6B-A22C-7F206AD11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64F73-06B6-446F-A786-FB74C8C41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10515600" cy="1019768"/>
          </a:xfrm>
        </p:spPr>
        <p:txBody>
          <a:bodyPr/>
          <a:lstStyle/>
          <a:p>
            <a:r>
              <a:rPr lang="en-US" dirty="0"/>
              <a:t>Left rotation at 10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Make 15 the parent of 10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74EFC8C-23BF-47ED-94C2-07569D2448B6}"/>
              </a:ext>
            </a:extLst>
          </p:cNvPr>
          <p:cNvSpPr/>
          <p:nvPr/>
        </p:nvSpPr>
        <p:spPr>
          <a:xfrm>
            <a:off x="2262118" y="2132947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4770D7C-4527-47A8-8936-A7CF4104C1A1}"/>
              </a:ext>
            </a:extLst>
          </p:cNvPr>
          <p:cNvSpPr/>
          <p:nvPr/>
        </p:nvSpPr>
        <p:spPr>
          <a:xfrm>
            <a:off x="1144996" y="3010847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5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5AE534-57AB-4018-82C2-3AFE64C46EA8}"/>
              </a:ext>
            </a:extLst>
          </p:cNvPr>
          <p:cNvSpPr/>
          <p:nvPr/>
        </p:nvSpPr>
        <p:spPr>
          <a:xfrm>
            <a:off x="3554168" y="3015043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15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BE2F4C-E8B9-43D2-96E1-5E46576518DF}"/>
              </a:ext>
            </a:extLst>
          </p:cNvPr>
          <p:cNvSpPr/>
          <p:nvPr/>
        </p:nvSpPr>
        <p:spPr>
          <a:xfrm>
            <a:off x="552099" y="4077724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3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A26E11-2EFD-4259-8EA6-6E3604B6E168}"/>
              </a:ext>
            </a:extLst>
          </p:cNvPr>
          <p:cNvSpPr/>
          <p:nvPr/>
        </p:nvSpPr>
        <p:spPr>
          <a:xfrm>
            <a:off x="1656743" y="4077724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7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842630-53E5-4EDF-B066-9FF3BB7960C3}"/>
              </a:ext>
            </a:extLst>
          </p:cNvPr>
          <p:cNvSpPr/>
          <p:nvPr/>
        </p:nvSpPr>
        <p:spPr>
          <a:xfrm>
            <a:off x="2963290" y="4077724"/>
            <a:ext cx="511748" cy="48061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CC4B397-DA19-4F41-8095-24AC5CD459DF}"/>
              </a:ext>
            </a:extLst>
          </p:cNvPr>
          <p:cNvSpPr/>
          <p:nvPr/>
        </p:nvSpPr>
        <p:spPr>
          <a:xfrm>
            <a:off x="4174430" y="4077724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20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0593A9-5D4B-4324-9B8A-9994647EBF60}"/>
              </a:ext>
            </a:extLst>
          </p:cNvPr>
          <p:cNvSpPr/>
          <p:nvPr/>
        </p:nvSpPr>
        <p:spPr>
          <a:xfrm>
            <a:off x="3744794" y="5126682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17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206E81-5DDA-446F-8F0B-7CD05CF42401}"/>
              </a:ext>
            </a:extLst>
          </p:cNvPr>
          <p:cNvSpPr/>
          <p:nvPr/>
        </p:nvSpPr>
        <p:spPr>
          <a:xfrm>
            <a:off x="4661384" y="5126682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25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E32758F-ED05-4710-BC7C-BAA3954D7BB6}"/>
              </a:ext>
            </a:extLst>
          </p:cNvPr>
          <p:cNvSpPr/>
          <p:nvPr/>
        </p:nvSpPr>
        <p:spPr>
          <a:xfrm>
            <a:off x="4942051" y="6160178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30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796943-E32D-42DC-A9AC-3C2E9D842771}"/>
              </a:ext>
            </a:extLst>
          </p:cNvPr>
          <p:cNvSpPr/>
          <p:nvPr/>
        </p:nvSpPr>
        <p:spPr>
          <a:xfrm>
            <a:off x="2451543" y="5126682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11</a:t>
            </a:r>
            <a:endParaRPr lang="en-US" sz="1600" dirty="0">
              <a:solidFill>
                <a:schemeClr val="accent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D14BC5-571E-4719-8FD3-3FC6D954472B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1400870" y="2543173"/>
            <a:ext cx="936192" cy="467674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3F454F-2A78-429B-95B5-EEDB012DAF96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2698922" y="2543173"/>
            <a:ext cx="1111120" cy="47187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AC811A-CD58-41B6-919A-72FD6FF88EEF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>
            <a:off x="1400869" y="3491457"/>
            <a:ext cx="511748" cy="586266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5AB927-D745-48A4-AB1F-3FA3BC824660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807973" y="3491457"/>
            <a:ext cx="592897" cy="586266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40E1DA-69C4-4B15-8BFB-9CD705BE58B6}"/>
              </a:ext>
            </a:extLst>
          </p:cNvPr>
          <p:cNvCxnSpPr>
            <a:cxnSpLocks/>
            <a:stCxn id="9" idx="4"/>
            <a:endCxn id="14" idx="0"/>
          </p:cNvCxnSpPr>
          <p:nvPr/>
        </p:nvCxnSpPr>
        <p:spPr>
          <a:xfrm flipH="1">
            <a:off x="2707416" y="4558334"/>
            <a:ext cx="511748" cy="56834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260B7E-C617-4084-A02B-05BCEAC7F191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H="1">
            <a:off x="3219164" y="3495653"/>
            <a:ext cx="590878" cy="58207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067FD5-5FB1-46DB-8998-8E6723D70D9C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>
            <a:off x="3810042" y="3495653"/>
            <a:ext cx="620262" cy="58207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319B25-6057-4C49-B05A-67CE33A4B239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4430304" y="4558334"/>
            <a:ext cx="486954" cy="56834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B18373-933A-421D-95E0-42DF674E30A7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 flipH="1">
            <a:off x="4000668" y="4558334"/>
            <a:ext cx="429636" cy="56834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A59CB49-B92E-4869-8472-5B9C0779D60A}"/>
              </a:ext>
            </a:extLst>
          </p:cNvPr>
          <p:cNvCxnSpPr>
            <a:cxnSpLocks/>
            <a:stCxn id="12" idx="4"/>
            <a:endCxn id="13" idx="0"/>
          </p:cNvCxnSpPr>
          <p:nvPr/>
        </p:nvCxnSpPr>
        <p:spPr>
          <a:xfrm>
            <a:off x="4917258" y="5607292"/>
            <a:ext cx="280667" cy="552886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05374E2-53DA-4857-872B-7FD1B81C2C2A}"/>
              </a:ext>
            </a:extLst>
          </p:cNvPr>
          <p:cNvSpPr/>
          <p:nvPr/>
        </p:nvSpPr>
        <p:spPr>
          <a:xfrm>
            <a:off x="906669" y="5100345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6</a:t>
            </a:r>
            <a:endParaRPr lang="en-US" sz="1600" dirty="0">
              <a:solidFill>
                <a:schemeClr val="accent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023D10D-5D2E-408E-9D94-27046142C927}"/>
              </a:ext>
            </a:extLst>
          </p:cNvPr>
          <p:cNvCxnSpPr>
            <a:cxnSpLocks/>
            <a:stCxn id="8" idx="3"/>
            <a:endCxn id="25" idx="0"/>
          </p:cNvCxnSpPr>
          <p:nvPr/>
        </p:nvCxnSpPr>
        <p:spPr>
          <a:xfrm flipH="1">
            <a:off x="1162543" y="4487950"/>
            <a:ext cx="569144" cy="61239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369000F7-F0AE-45A9-9D93-FFF993CE70C6}"/>
              </a:ext>
            </a:extLst>
          </p:cNvPr>
          <p:cNvSpPr/>
          <p:nvPr/>
        </p:nvSpPr>
        <p:spPr>
          <a:xfrm>
            <a:off x="7885806" y="1818384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F6E08C7-1AF4-4754-BFE9-88FD47CC6B69}"/>
              </a:ext>
            </a:extLst>
          </p:cNvPr>
          <p:cNvSpPr/>
          <p:nvPr/>
        </p:nvSpPr>
        <p:spPr>
          <a:xfrm>
            <a:off x="6900515" y="2815438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5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4770035-43FE-441F-8DC8-E4CA959904DC}"/>
              </a:ext>
            </a:extLst>
          </p:cNvPr>
          <p:cNvSpPr/>
          <p:nvPr/>
        </p:nvSpPr>
        <p:spPr>
          <a:xfrm>
            <a:off x="9119292" y="902552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15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210622D-61E3-43C9-A244-851A0BFF388E}"/>
              </a:ext>
            </a:extLst>
          </p:cNvPr>
          <p:cNvSpPr/>
          <p:nvPr/>
        </p:nvSpPr>
        <p:spPr>
          <a:xfrm>
            <a:off x="6307618" y="3882315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3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46154DE-864D-4C3A-A605-8E3B90AA3CF9}"/>
              </a:ext>
            </a:extLst>
          </p:cNvPr>
          <p:cNvSpPr/>
          <p:nvPr/>
        </p:nvSpPr>
        <p:spPr>
          <a:xfrm>
            <a:off x="7412262" y="3882315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7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73F33F2-9959-4FEF-8E11-FA147D976C76}"/>
              </a:ext>
            </a:extLst>
          </p:cNvPr>
          <p:cNvSpPr/>
          <p:nvPr/>
        </p:nvSpPr>
        <p:spPr>
          <a:xfrm>
            <a:off x="8786130" y="2840925"/>
            <a:ext cx="511748" cy="48061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71B86D3-E0C2-4077-B375-5188E1753232}"/>
              </a:ext>
            </a:extLst>
          </p:cNvPr>
          <p:cNvSpPr/>
          <p:nvPr/>
        </p:nvSpPr>
        <p:spPr>
          <a:xfrm>
            <a:off x="10341133" y="1823804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20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CC22D2C-03B9-4969-B11E-9FCE63086DA1}"/>
              </a:ext>
            </a:extLst>
          </p:cNvPr>
          <p:cNvSpPr/>
          <p:nvPr/>
        </p:nvSpPr>
        <p:spPr>
          <a:xfrm>
            <a:off x="9911497" y="2872762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17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3F63922-F846-468C-B49A-30C5AFC0A890}"/>
              </a:ext>
            </a:extLst>
          </p:cNvPr>
          <p:cNvSpPr/>
          <p:nvPr/>
        </p:nvSpPr>
        <p:spPr>
          <a:xfrm>
            <a:off x="10828087" y="2872762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25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7F26DBC-14A9-4D80-8505-5078B69C10F0}"/>
              </a:ext>
            </a:extLst>
          </p:cNvPr>
          <p:cNvSpPr/>
          <p:nvPr/>
        </p:nvSpPr>
        <p:spPr>
          <a:xfrm>
            <a:off x="11108754" y="3906258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30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D8D5BAB-8B91-4D5C-992F-635F98F2F183}"/>
              </a:ext>
            </a:extLst>
          </p:cNvPr>
          <p:cNvSpPr/>
          <p:nvPr/>
        </p:nvSpPr>
        <p:spPr>
          <a:xfrm>
            <a:off x="8274383" y="3889883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11</a:t>
            </a:r>
            <a:endParaRPr lang="en-US" sz="1600" dirty="0">
              <a:solidFill>
                <a:schemeClr val="accent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18DC4ED-E0CD-4C4C-858C-A647C4BAB7CB}"/>
              </a:ext>
            </a:extLst>
          </p:cNvPr>
          <p:cNvCxnSpPr>
            <a:cxnSpLocks/>
            <a:stCxn id="50" idx="3"/>
            <a:endCxn id="51" idx="0"/>
          </p:cNvCxnSpPr>
          <p:nvPr/>
        </p:nvCxnSpPr>
        <p:spPr>
          <a:xfrm flipH="1">
            <a:off x="7156389" y="2228610"/>
            <a:ext cx="804361" cy="58682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9024F0-FE2E-4AFB-AC27-A0C35864D9ED}"/>
              </a:ext>
            </a:extLst>
          </p:cNvPr>
          <p:cNvCxnSpPr>
            <a:cxnSpLocks/>
            <a:stCxn id="50" idx="5"/>
            <a:endCxn id="55" idx="0"/>
          </p:cNvCxnSpPr>
          <p:nvPr/>
        </p:nvCxnSpPr>
        <p:spPr>
          <a:xfrm>
            <a:off x="8322610" y="2228610"/>
            <a:ext cx="719394" cy="61231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FAE0C49-C19A-4528-9EDA-D9C50E9D392B}"/>
              </a:ext>
            </a:extLst>
          </p:cNvPr>
          <p:cNvCxnSpPr>
            <a:cxnSpLocks/>
            <a:stCxn id="51" idx="4"/>
            <a:endCxn id="54" idx="0"/>
          </p:cNvCxnSpPr>
          <p:nvPr/>
        </p:nvCxnSpPr>
        <p:spPr>
          <a:xfrm>
            <a:off x="7156388" y="3296048"/>
            <a:ext cx="511748" cy="586266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822D238-ED10-47D0-B410-4CF33F75C871}"/>
              </a:ext>
            </a:extLst>
          </p:cNvPr>
          <p:cNvCxnSpPr>
            <a:cxnSpLocks/>
            <a:stCxn id="51" idx="4"/>
            <a:endCxn id="53" idx="0"/>
          </p:cNvCxnSpPr>
          <p:nvPr/>
        </p:nvCxnSpPr>
        <p:spPr>
          <a:xfrm flipH="1">
            <a:off x="6563492" y="3296048"/>
            <a:ext cx="592897" cy="586266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B39F8FF-C4C4-44C7-A51C-74EF399F53DB}"/>
              </a:ext>
            </a:extLst>
          </p:cNvPr>
          <p:cNvCxnSpPr>
            <a:cxnSpLocks/>
            <a:stCxn id="55" idx="4"/>
            <a:endCxn id="60" idx="0"/>
          </p:cNvCxnSpPr>
          <p:nvPr/>
        </p:nvCxnSpPr>
        <p:spPr>
          <a:xfrm flipH="1">
            <a:off x="8530256" y="3321535"/>
            <a:ext cx="511748" cy="56834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D6CB37-E40A-4C12-A37A-DC060589AFB5}"/>
              </a:ext>
            </a:extLst>
          </p:cNvPr>
          <p:cNvCxnSpPr>
            <a:cxnSpLocks/>
            <a:stCxn id="52" idx="4"/>
            <a:endCxn id="50" idx="0"/>
          </p:cNvCxnSpPr>
          <p:nvPr/>
        </p:nvCxnSpPr>
        <p:spPr>
          <a:xfrm flipH="1">
            <a:off x="8141680" y="1383162"/>
            <a:ext cx="1233486" cy="435222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BE35865-E279-4720-B47B-E171F1FD18AB}"/>
              </a:ext>
            </a:extLst>
          </p:cNvPr>
          <p:cNvCxnSpPr>
            <a:cxnSpLocks/>
            <a:stCxn id="52" idx="4"/>
            <a:endCxn id="56" idx="0"/>
          </p:cNvCxnSpPr>
          <p:nvPr/>
        </p:nvCxnSpPr>
        <p:spPr>
          <a:xfrm>
            <a:off x="9375166" y="1383162"/>
            <a:ext cx="1221841" cy="440642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E81869D-D0FA-43C8-BCCF-188750F8E5A7}"/>
              </a:ext>
            </a:extLst>
          </p:cNvPr>
          <p:cNvCxnSpPr>
            <a:cxnSpLocks/>
            <a:stCxn id="56" idx="4"/>
            <a:endCxn id="58" idx="0"/>
          </p:cNvCxnSpPr>
          <p:nvPr/>
        </p:nvCxnSpPr>
        <p:spPr>
          <a:xfrm>
            <a:off x="10597007" y="2304414"/>
            <a:ext cx="486954" cy="56834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3B4CF94-800B-4075-91CE-BB5F8E45BCFB}"/>
              </a:ext>
            </a:extLst>
          </p:cNvPr>
          <p:cNvCxnSpPr>
            <a:cxnSpLocks/>
            <a:stCxn id="56" idx="4"/>
            <a:endCxn id="57" idx="0"/>
          </p:cNvCxnSpPr>
          <p:nvPr/>
        </p:nvCxnSpPr>
        <p:spPr>
          <a:xfrm flipH="1">
            <a:off x="10167371" y="2304414"/>
            <a:ext cx="429636" cy="56834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59CFAB1-7FD8-4ABF-870B-EC851AE90535}"/>
              </a:ext>
            </a:extLst>
          </p:cNvPr>
          <p:cNvCxnSpPr>
            <a:cxnSpLocks/>
            <a:stCxn id="58" idx="4"/>
            <a:endCxn id="59" idx="0"/>
          </p:cNvCxnSpPr>
          <p:nvPr/>
        </p:nvCxnSpPr>
        <p:spPr>
          <a:xfrm>
            <a:off x="11083961" y="3353372"/>
            <a:ext cx="280667" cy="552886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B750E872-66A5-4B12-B0FC-68A5D49AE2A3}"/>
              </a:ext>
            </a:extLst>
          </p:cNvPr>
          <p:cNvSpPr/>
          <p:nvPr/>
        </p:nvSpPr>
        <p:spPr>
          <a:xfrm>
            <a:off x="6662188" y="4904936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6</a:t>
            </a:r>
            <a:endParaRPr lang="en-US" sz="1600" dirty="0">
              <a:solidFill>
                <a:schemeClr val="accent1"/>
              </a:solidFill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CA6DE0B-9FF9-41F0-AA2B-FC14A3F2CFEC}"/>
              </a:ext>
            </a:extLst>
          </p:cNvPr>
          <p:cNvCxnSpPr>
            <a:cxnSpLocks/>
            <a:stCxn id="54" idx="3"/>
            <a:endCxn id="71" idx="0"/>
          </p:cNvCxnSpPr>
          <p:nvPr/>
        </p:nvCxnSpPr>
        <p:spPr>
          <a:xfrm flipH="1">
            <a:off x="6918062" y="4292541"/>
            <a:ext cx="569144" cy="61239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780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79D1-D7DE-4E6B-A22C-7F206AD11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74EFC8C-23BF-47ED-94C2-07569D2448B6}"/>
              </a:ext>
            </a:extLst>
          </p:cNvPr>
          <p:cNvSpPr/>
          <p:nvPr/>
        </p:nvSpPr>
        <p:spPr>
          <a:xfrm>
            <a:off x="9274767" y="2292893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5AE534-57AB-4018-82C2-3AFE64C46EA8}"/>
              </a:ext>
            </a:extLst>
          </p:cNvPr>
          <p:cNvSpPr/>
          <p:nvPr/>
        </p:nvSpPr>
        <p:spPr>
          <a:xfrm>
            <a:off x="10566817" y="3174989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D14BC5-571E-4719-8FD3-3FC6D954472B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8413519" y="2703119"/>
            <a:ext cx="936192" cy="467674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3F454F-2A78-429B-95B5-EEDB012DAF96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9711571" y="2703119"/>
            <a:ext cx="1111120" cy="47187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260B7E-C617-4084-A02B-05BCEAC7F191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10231813" y="3655599"/>
            <a:ext cx="590878" cy="58207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067FD5-5FB1-46DB-8998-8E6723D70D9C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0822691" y="3655599"/>
            <a:ext cx="620262" cy="58207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369000F7-F0AE-45A9-9D93-FFF993CE70C6}"/>
              </a:ext>
            </a:extLst>
          </p:cNvPr>
          <p:cNvSpPr/>
          <p:nvPr/>
        </p:nvSpPr>
        <p:spPr>
          <a:xfrm>
            <a:off x="1237656" y="3240616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4770035-43FE-441F-8DC8-E4CA959904DC}"/>
              </a:ext>
            </a:extLst>
          </p:cNvPr>
          <p:cNvSpPr/>
          <p:nvPr/>
        </p:nvSpPr>
        <p:spPr>
          <a:xfrm>
            <a:off x="2471142" y="2324784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18DC4ED-E0CD-4C4C-858C-A647C4BAB7CB}"/>
              </a:ext>
            </a:extLst>
          </p:cNvPr>
          <p:cNvCxnSpPr>
            <a:cxnSpLocks/>
            <a:stCxn id="50" idx="3"/>
            <a:endCxn id="76" idx="0"/>
          </p:cNvCxnSpPr>
          <p:nvPr/>
        </p:nvCxnSpPr>
        <p:spPr>
          <a:xfrm flipH="1">
            <a:off x="509290" y="3650842"/>
            <a:ext cx="803310" cy="58682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9024F0-FE2E-4AFB-AC27-A0C35864D9ED}"/>
              </a:ext>
            </a:extLst>
          </p:cNvPr>
          <p:cNvCxnSpPr>
            <a:cxnSpLocks/>
            <a:stCxn id="50" idx="5"/>
            <a:endCxn id="77" idx="0"/>
          </p:cNvCxnSpPr>
          <p:nvPr/>
        </p:nvCxnSpPr>
        <p:spPr>
          <a:xfrm>
            <a:off x="1674460" y="3650842"/>
            <a:ext cx="719394" cy="61231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D6CB37-E40A-4C12-A37A-DC060589AFB5}"/>
              </a:ext>
            </a:extLst>
          </p:cNvPr>
          <p:cNvCxnSpPr>
            <a:cxnSpLocks/>
            <a:stCxn id="52" idx="4"/>
            <a:endCxn id="50" idx="0"/>
          </p:cNvCxnSpPr>
          <p:nvPr/>
        </p:nvCxnSpPr>
        <p:spPr>
          <a:xfrm flipH="1">
            <a:off x="1493530" y="2805394"/>
            <a:ext cx="1233486" cy="435222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BE35865-E279-4720-B47B-E171F1FD18AB}"/>
              </a:ext>
            </a:extLst>
          </p:cNvPr>
          <p:cNvCxnSpPr>
            <a:cxnSpLocks/>
            <a:stCxn id="52" idx="4"/>
            <a:endCxn id="78" idx="0"/>
          </p:cNvCxnSpPr>
          <p:nvPr/>
        </p:nvCxnSpPr>
        <p:spPr>
          <a:xfrm>
            <a:off x="2727016" y="2805394"/>
            <a:ext cx="1221841" cy="45052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D656A892-5667-41A2-87BE-39F6549F2E1D}"/>
              </a:ext>
            </a:extLst>
          </p:cNvPr>
          <p:cNvSpPr/>
          <p:nvPr/>
        </p:nvSpPr>
        <p:spPr>
          <a:xfrm>
            <a:off x="8179857" y="3170793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7D85A344-927E-498C-A096-38130165184B}"/>
              </a:ext>
            </a:extLst>
          </p:cNvPr>
          <p:cNvSpPr/>
          <p:nvPr/>
        </p:nvSpPr>
        <p:spPr>
          <a:xfrm>
            <a:off x="10000733" y="4237670"/>
            <a:ext cx="509646" cy="764559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6A72EB93-10AA-422D-BA2C-2ADB758540F5}"/>
              </a:ext>
            </a:extLst>
          </p:cNvPr>
          <p:cNvSpPr/>
          <p:nvPr/>
        </p:nvSpPr>
        <p:spPr>
          <a:xfrm>
            <a:off x="11173064" y="4237669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1C211877-51EF-4C1C-8397-C7185B43952B}"/>
              </a:ext>
            </a:extLst>
          </p:cNvPr>
          <p:cNvSpPr/>
          <p:nvPr/>
        </p:nvSpPr>
        <p:spPr>
          <a:xfrm>
            <a:off x="254467" y="4237670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BE39E497-57D1-4ECC-9CA7-F66F1FC60AD0}"/>
              </a:ext>
            </a:extLst>
          </p:cNvPr>
          <p:cNvSpPr/>
          <p:nvPr/>
        </p:nvSpPr>
        <p:spPr>
          <a:xfrm>
            <a:off x="2139031" y="4263157"/>
            <a:ext cx="509646" cy="764559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A5B212E5-EA12-4195-8F8C-D44B090283C7}"/>
              </a:ext>
            </a:extLst>
          </p:cNvPr>
          <p:cNvSpPr/>
          <p:nvPr/>
        </p:nvSpPr>
        <p:spPr>
          <a:xfrm>
            <a:off x="3694034" y="3255923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A4E85FD3-7C0A-4800-8B05-E137ACD89E90}"/>
              </a:ext>
            </a:extLst>
          </p:cNvPr>
          <p:cNvSpPr txBox="1">
            <a:spLocks/>
          </p:cNvSpPr>
          <p:nvPr/>
        </p:nvSpPr>
        <p:spPr>
          <a:xfrm>
            <a:off x="4843765" y="2177582"/>
            <a:ext cx="2730774" cy="627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Rotate Right (D)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A09629D-3BDF-49E0-B030-2FA426FB738B}"/>
              </a:ext>
            </a:extLst>
          </p:cNvPr>
          <p:cNvCxnSpPr>
            <a:cxnSpLocks/>
          </p:cNvCxnSpPr>
          <p:nvPr/>
        </p:nvCxnSpPr>
        <p:spPr>
          <a:xfrm flipV="1">
            <a:off x="4964688" y="2805394"/>
            <a:ext cx="2199048" cy="2905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D13FE08A-E144-480D-A10C-C425FA6EE5F7}"/>
              </a:ext>
            </a:extLst>
          </p:cNvPr>
          <p:cNvSpPr txBox="1">
            <a:spLocks/>
          </p:cNvSpPr>
          <p:nvPr/>
        </p:nvSpPr>
        <p:spPr>
          <a:xfrm>
            <a:off x="4843765" y="3788029"/>
            <a:ext cx="2730774" cy="627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Rotate Left (B)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A6105A-8AD1-4D90-905D-30BBB0B3C744}"/>
              </a:ext>
            </a:extLst>
          </p:cNvPr>
          <p:cNvCxnSpPr>
            <a:cxnSpLocks/>
          </p:cNvCxnSpPr>
          <p:nvPr/>
        </p:nvCxnSpPr>
        <p:spPr>
          <a:xfrm flipV="1">
            <a:off x="4964688" y="4415841"/>
            <a:ext cx="2199048" cy="2905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CCB3F8-4513-44B4-AC2E-2EFFAB8A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Rotations fix height invariant</a:t>
            </a:r>
          </a:p>
        </p:txBody>
      </p:sp>
    </p:spTree>
    <p:extLst>
      <p:ext uri="{BB962C8B-B14F-4D97-AF65-F5344CB8AC3E}">
        <p14:creationId xmlns:p14="http://schemas.microsoft.com/office/powerpoint/2010/main" val="46159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3" grpId="0" animBg="1"/>
      <p:bldP spid="74" grpId="0" animBg="1"/>
      <p:bldP spid="75" grpId="0" animBg="1"/>
      <p:bldP spid="8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74EFC8C-23BF-47ED-94C2-07569D2448B6}"/>
              </a:ext>
            </a:extLst>
          </p:cNvPr>
          <p:cNvSpPr/>
          <p:nvPr/>
        </p:nvSpPr>
        <p:spPr>
          <a:xfrm>
            <a:off x="9274767" y="2292893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5AE534-57AB-4018-82C2-3AFE64C46EA8}"/>
              </a:ext>
            </a:extLst>
          </p:cNvPr>
          <p:cNvSpPr/>
          <p:nvPr/>
        </p:nvSpPr>
        <p:spPr>
          <a:xfrm>
            <a:off x="10566817" y="3174989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D14BC5-571E-4719-8FD3-3FC6D954472B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8413519" y="2703119"/>
            <a:ext cx="936192" cy="467674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3F454F-2A78-429B-95B5-EEDB012DAF96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9711571" y="2703119"/>
            <a:ext cx="1111120" cy="47187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369000F7-F0AE-45A9-9D93-FFF993CE70C6}"/>
              </a:ext>
            </a:extLst>
          </p:cNvPr>
          <p:cNvSpPr/>
          <p:nvPr/>
        </p:nvSpPr>
        <p:spPr>
          <a:xfrm>
            <a:off x="1237656" y="3240616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4770035-43FE-441F-8DC8-E4CA959904DC}"/>
              </a:ext>
            </a:extLst>
          </p:cNvPr>
          <p:cNvSpPr/>
          <p:nvPr/>
        </p:nvSpPr>
        <p:spPr>
          <a:xfrm>
            <a:off x="2471142" y="2324784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18DC4ED-E0CD-4C4C-858C-A647C4BAB7CB}"/>
              </a:ext>
            </a:extLst>
          </p:cNvPr>
          <p:cNvCxnSpPr>
            <a:cxnSpLocks/>
            <a:stCxn id="50" idx="3"/>
          </p:cNvCxnSpPr>
          <p:nvPr/>
        </p:nvCxnSpPr>
        <p:spPr>
          <a:xfrm flipH="1">
            <a:off x="509290" y="3650842"/>
            <a:ext cx="803310" cy="58682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D6CB37-E40A-4C12-A37A-DC060589AFB5}"/>
              </a:ext>
            </a:extLst>
          </p:cNvPr>
          <p:cNvCxnSpPr>
            <a:cxnSpLocks/>
            <a:stCxn id="52" idx="4"/>
            <a:endCxn id="50" idx="0"/>
          </p:cNvCxnSpPr>
          <p:nvPr/>
        </p:nvCxnSpPr>
        <p:spPr>
          <a:xfrm flipH="1">
            <a:off x="1493530" y="2805394"/>
            <a:ext cx="1233486" cy="435222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A4E85FD3-7C0A-4800-8B05-E137ACD89E90}"/>
              </a:ext>
            </a:extLst>
          </p:cNvPr>
          <p:cNvSpPr txBox="1">
            <a:spLocks/>
          </p:cNvSpPr>
          <p:nvPr/>
        </p:nvSpPr>
        <p:spPr>
          <a:xfrm>
            <a:off x="4843765" y="2177582"/>
            <a:ext cx="2730774" cy="627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Rotate Right (D)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A09629D-3BDF-49E0-B030-2FA426FB738B}"/>
              </a:ext>
            </a:extLst>
          </p:cNvPr>
          <p:cNvCxnSpPr>
            <a:cxnSpLocks/>
          </p:cNvCxnSpPr>
          <p:nvPr/>
        </p:nvCxnSpPr>
        <p:spPr>
          <a:xfrm flipV="1">
            <a:off x="4964688" y="2805394"/>
            <a:ext cx="2199048" cy="2905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itle 1">
            <a:extLst>
              <a:ext uri="{FF2B5EF4-FFF2-40B4-BE49-F238E27FC236}">
                <a16:creationId xmlns:a16="http://schemas.microsoft.com/office/drawing/2014/main" id="{74E7EDD5-A684-464A-BD30-A91EBAD1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</p:spPr>
        <p:txBody>
          <a:bodyPr/>
          <a:lstStyle/>
          <a:p>
            <a:r>
              <a:rPr lang="en-US" dirty="0"/>
              <a:t>Rotation</a:t>
            </a:r>
          </a:p>
        </p:txBody>
      </p:sp>
      <p:sp>
        <p:nvSpPr>
          <p:cNvPr id="84" name="Content Placeholder 6">
            <a:extLst>
              <a:ext uri="{FF2B5EF4-FFF2-40B4-BE49-F238E27FC236}">
                <a16:creationId xmlns:a16="http://schemas.microsoft.com/office/drawing/2014/main" id="{A0350CC8-2AC3-4833-9DEE-E5250C97D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10515600" cy="884434"/>
          </a:xfrm>
        </p:spPr>
        <p:txBody>
          <a:bodyPr/>
          <a:lstStyle/>
          <a:p>
            <a:r>
              <a:rPr lang="en-US" dirty="0"/>
              <a:t>Rotations fix height invariant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969356F-4493-43BB-A33E-32EDC1A2CEB4}"/>
              </a:ext>
            </a:extLst>
          </p:cNvPr>
          <p:cNvSpPr/>
          <p:nvPr/>
        </p:nvSpPr>
        <p:spPr>
          <a:xfrm>
            <a:off x="253416" y="4237669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CFCC70F-58EE-4A4F-A328-CE410D52EE7E}"/>
              </a:ext>
            </a:extLst>
          </p:cNvPr>
          <p:cNvSpPr/>
          <p:nvPr/>
        </p:nvSpPr>
        <p:spPr>
          <a:xfrm>
            <a:off x="8157645" y="3152717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40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74EFC8C-23BF-47ED-94C2-07569D2448B6}"/>
              </a:ext>
            </a:extLst>
          </p:cNvPr>
          <p:cNvSpPr/>
          <p:nvPr/>
        </p:nvSpPr>
        <p:spPr>
          <a:xfrm>
            <a:off x="9274767" y="2292893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5AE534-57AB-4018-82C2-3AFE64C46EA8}"/>
              </a:ext>
            </a:extLst>
          </p:cNvPr>
          <p:cNvSpPr/>
          <p:nvPr/>
        </p:nvSpPr>
        <p:spPr>
          <a:xfrm>
            <a:off x="10566817" y="3174989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D14BC5-571E-4719-8FD3-3FC6D954472B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8413519" y="2703119"/>
            <a:ext cx="936192" cy="467674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3F454F-2A78-429B-95B5-EEDB012DAF96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9711571" y="2703119"/>
            <a:ext cx="1111120" cy="47187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260B7E-C617-4084-A02B-05BCEAC7F191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10231813" y="3655599"/>
            <a:ext cx="590878" cy="58207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067FD5-5FB1-46DB-8998-8E6723D70D9C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0822691" y="3655599"/>
            <a:ext cx="620262" cy="58207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369000F7-F0AE-45A9-9D93-FFF993CE70C6}"/>
              </a:ext>
            </a:extLst>
          </p:cNvPr>
          <p:cNvSpPr/>
          <p:nvPr/>
        </p:nvSpPr>
        <p:spPr>
          <a:xfrm>
            <a:off x="1237656" y="3240616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4770035-43FE-441F-8DC8-E4CA959904DC}"/>
              </a:ext>
            </a:extLst>
          </p:cNvPr>
          <p:cNvSpPr/>
          <p:nvPr/>
        </p:nvSpPr>
        <p:spPr>
          <a:xfrm>
            <a:off x="2471142" y="2324784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18DC4ED-E0CD-4C4C-858C-A647C4BAB7CB}"/>
              </a:ext>
            </a:extLst>
          </p:cNvPr>
          <p:cNvCxnSpPr>
            <a:cxnSpLocks/>
            <a:stCxn id="50" idx="3"/>
            <a:endCxn id="76" idx="0"/>
          </p:cNvCxnSpPr>
          <p:nvPr/>
        </p:nvCxnSpPr>
        <p:spPr>
          <a:xfrm flipH="1">
            <a:off x="509290" y="3650842"/>
            <a:ext cx="803310" cy="58682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9024F0-FE2E-4AFB-AC27-A0C35864D9ED}"/>
              </a:ext>
            </a:extLst>
          </p:cNvPr>
          <p:cNvCxnSpPr>
            <a:cxnSpLocks/>
            <a:stCxn id="50" idx="5"/>
            <a:endCxn id="77" idx="0"/>
          </p:cNvCxnSpPr>
          <p:nvPr/>
        </p:nvCxnSpPr>
        <p:spPr>
          <a:xfrm>
            <a:off x="1674460" y="3650842"/>
            <a:ext cx="719394" cy="61231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D6CB37-E40A-4C12-A37A-DC060589AFB5}"/>
              </a:ext>
            </a:extLst>
          </p:cNvPr>
          <p:cNvCxnSpPr>
            <a:cxnSpLocks/>
            <a:stCxn id="52" idx="4"/>
            <a:endCxn id="50" idx="0"/>
          </p:cNvCxnSpPr>
          <p:nvPr/>
        </p:nvCxnSpPr>
        <p:spPr>
          <a:xfrm flipH="1">
            <a:off x="1493530" y="2805394"/>
            <a:ext cx="1233486" cy="435222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BE35865-E279-4720-B47B-E171F1FD18AB}"/>
              </a:ext>
            </a:extLst>
          </p:cNvPr>
          <p:cNvCxnSpPr>
            <a:cxnSpLocks/>
            <a:stCxn id="52" idx="4"/>
            <a:endCxn id="78" idx="0"/>
          </p:cNvCxnSpPr>
          <p:nvPr/>
        </p:nvCxnSpPr>
        <p:spPr>
          <a:xfrm>
            <a:off x="2727016" y="2805394"/>
            <a:ext cx="1221841" cy="45052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D656A892-5667-41A2-87BE-39F6549F2E1D}"/>
              </a:ext>
            </a:extLst>
          </p:cNvPr>
          <p:cNvSpPr/>
          <p:nvPr/>
        </p:nvSpPr>
        <p:spPr>
          <a:xfrm>
            <a:off x="8179857" y="3170793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7D85A344-927E-498C-A096-38130165184B}"/>
              </a:ext>
            </a:extLst>
          </p:cNvPr>
          <p:cNvSpPr/>
          <p:nvPr/>
        </p:nvSpPr>
        <p:spPr>
          <a:xfrm>
            <a:off x="10000733" y="4237670"/>
            <a:ext cx="509646" cy="764559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6A72EB93-10AA-422D-BA2C-2ADB758540F5}"/>
              </a:ext>
            </a:extLst>
          </p:cNvPr>
          <p:cNvSpPr/>
          <p:nvPr/>
        </p:nvSpPr>
        <p:spPr>
          <a:xfrm>
            <a:off x="11173064" y="4237669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1C211877-51EF-4C1C-8397-C7185B43952B}"/>
              </a:ext>
            </a:extLst>
          </p:cNvPr>
          <p:cNvSpPr/>
          <p:nvPr/>
        </p:nvSpPr>
        <p:spPr>
          <a:xfrm>
            <a:off x="254467" y="4237670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BE39E497-57D1-4ECC-9CA7-F66F1FC60AD0}"/>
              </a:ext>
            </a:extLst>
          </p:cNvPr>
          <p:cNvSpPr/>
          <p:nvPr/>
        </p:nvSpPr>
        <p:spPr>
          <a:xfrm>
            <a:off x="2139031" y="4263157"/>
            <a:ext cx="509646" cy="764559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A5B212E5-EA12-4195-8F8C-D44B090283C7}"/>
              </a:ext>
            </a:extLst>
          </p:cNvPr>
          <p:cNvSpPr/>
          <p:nvPr/>
        </p:nvSpPr>
        <p:spPr>
          <a:xfrm>
            <a:off x="3694034" y="3255923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A4E85FD3-7C0A-4800-8B05-E137ACD89E90}"/>
              </a:ext>
            </a:extLst>
          </p:cNvPr>
          <p:cNvSpPr txBox="1">
            <a:spLocks/>
          </p:cNvSpPr>
          <p:nvPr/>
        </p:nvSpPr>
        <p:spPr>
          <a:xfrm>
            <a:off x="4843765" y="2177582"/>
            <a:ext cx="2730774" cy="627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Rotate Right (D)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A09629D-3BDF-49E0-B030-2FA426FB738B}"/>
              </a:ext>
            </a:extLst>
          </p:cNvPr>
          <p:cNvCxnSpPr>
            <a:cxnSpLocks/>
          </p:cNvCxnSpPr>
          <p:nvPr/>
        </p:nvCxnSpPr>
        <p:spPr>
          <a:xfrm flipV="1">
            <a:off x="4964688" y="2805394"/>
            <a:ext cx="2199048" cy="2905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D13FE08A-E144-480D-A10C-C425FA6EE5F7}"/>
              </a:ext>
            </a:extLst>
          </p:cNvPr>
          <p:cNvSpPr txBox="1">
            <a:spLocks/>
          </p:cNvSpPr>
          <p:nvPr/>
        </p:nvSpPr>
        <p:spPr>
          <a:xfrm>
            <a:off x="4843765" y="3788029"/>
            <a:ext cx="2730774" cy="627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Rotate Left (B)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A6105A-8AD1-4D90-905D-30BBB0B3C744}"/>
              </a:ext>
            </a:extLst>
          </p:cNvPr>
          <p:cNvCxnSpPr>
            <a:cxnSpLocks/>
          </p:cNvCxnSpPr>
          <p:nvPr/>
        </p:nvCxnSpPr>
        <p:spPr>
          <a:xfrm flipV="1">
            <a:off x="4964688" y="4415841"/>
            <a:ext cx="2199048" cy="2905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itle 1">
            <a:extLst>
              <a:ext uri="{FF2B5EF4-FFF2-40B4-BE49-F238E27FC236}">
                <a16:creationId xmlns:a16="http://schemas.microsoft.com/office/drawing/2014/main" id="{74E7EDD5-A684-464A-BD30-A91EBAD1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</p:spPr>
        <p:txBody>
          <a:bodyPr/>
          <a:lstStyle/>
          <a:p>
            <a:r>
              <a:rPr lang="en-US" dirty="0"/>
              <a:t>Rotation</a:t>
            </a:r>
          </a:p>
        </p:txBody>
      </p:sp>
      <p:sp>
        <p:nvSpPr>
          <p:cNvPr id="84" name="Content Placeholder 6">
            <a:extLst>
              <a:ext uri="{FF2B5EF4-FFF2-40B4-BE49-F238E27FC236}">
                <a16:creationId xmlns:a16="http://schemas.microsoft.com/office/drawing/2014/main" id="{A0350CC8-2AC3-4833-9DEE-E5250C97D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</p:spPr>
        <p:txBody>
          <a:bodyPr/>
          <a:lstStyle/>
          <a:p>
            <a:r>
              <a:rPr lang="en-US" dirty="0"/>
              <a:t>Rotations fix height invariant</a:t>
            </a:r>
          </a:p>
        </p:txBody>
      </p:sp>
    </p:spTree>
    <p:extLst>
      <p:ext uri="{BB962C8B-B14F-4D97-AF65-F5344CB8AC3E}">
        <p14:creationId xmlns:p14="http://schemas.microsoft.com/office/powerpoint/2010/main" val="339259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3" grpId="0" animBg="1"/>
      <p:bldP spid="74" grpId="0" animBg="1"/>
      <p:bldP spid="75" grpId="0" animBg="1"/>
      <p:bldP spid="8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val 49">
            <a:extLst>
              <a:ext uri="{FF2B5EF4-FFF2-40B4-BE49-F238E27FC236}">
                <a16:creationId xmlns:a16="http://schemas.microsoft.com/office/drawing/2014/main" id="{369000F7-F0AE-45A9-9D93-FFF993CE70C6}"/>
              </a:ext>
            </a:extLst>
          </p:cNvPr>
          <p:cNvSpPr/>
          <p:nvPr/>
        </p:nvSpPr>
        <p:spPr>
          <a:xfrm>
            <a:off x="1237656" y="3240616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4770035-43FE-441F-8DC8-E4CA959904DC}"/>
              </a:ext>
            </a:extLst>
          </p:cNvPr>
          <p:cNvSpPr/>
          <p:nvPr/>
        </p:nvSpPr>
        <p:spPr>
          <a:xfrm>
            <a:off x="2471142" y="2324784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18DC4ED-E0CD-4C4C-858C-A647C4BAB7CB}"/>
              </a:ext>
            </a:extLst>
          </p:cNvPr>
          <p:cNvCxnSpPr>
            <a:cxnSpLocks/>
            <a:stCxn id="50" idx="5"/>
            <a:endCxn id="85" idx="0"/>
          </p:cNvCxnSpPr>
          <p:nvPr/>
        </p:nvCxnSpPr>
        <p:spPr>
          <a:xfrm>
            <a:off x="1674460" y="3650842"/>
            <a:ext cx="691687" cy="671233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D6CB37-E40A-4C12-A37A-DC060589AFB5}"/>
              </a:ext>
            </a:extLst>
          </p:cNvPr>
          <p:cNvCxnSpPr>
            <a:cxnSpLocks/>
            <a:stCxn id="52" idx="4"/>
            <a:endCxn id="50" idx="0"/>
          </p:cNvCxnSpPr>
          <p:nvPr/>
        </p:nvCxnSpPr>
        <p:spPr>
          <a:xfrm flipH="1">
            <a:off x="1493530" y="2805394"/>
            <a:ext cx="1233486" cy="435222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A4E85FD3-7C0A-4800-8B05-E137ACD89E90}"/>
              </a:ext>
            </a:extLst>
          </p:cNvPr>
          <p:cNvSpPr txBox="1">
            <a:spLocks/>
          </p:cNvSpPr>
          <p:nvPr/>
        </p:nvSpPr>
        <p:spPr>
          <a:xfrm>
            <a:off x="2593828" y="5430915"/>
            <a:ext cx="2730774" cy="627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Rotate Left (B)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74E7EDD5-A684-464A-BD30-A91EBAD1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</p:spPr>
        <p:txBody>
          <a:bodyPr/>
          <a:lstStyle/>
          <a:p>
            <a:r>
              <a:rPr lang="en-US" dirty="0"/>
              <a:t>Rotation</a:t>
            </a:r>
          </a:p>
        </p:txBody>
      </p:sp>
      <p:sp>
        <p:nvSpPr>
          <p:cNvPr id="84" name="Content Placeholder 6">
            <a:extLst>
              <a:ext uri="{FF2B5EF4-FFF2-40B4-BE49-F238E27FC236}">
                <a16:creationId xmlns:a16="http://schemas.microsoft.com/office/drawing/2014/main" id="{A0350CC8-2AC3-4833-9DEE-E5250C97D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10515600" cy="884434"/>
          </a:xfrm>
        </p:spPr>
        <p:txBody>
          <a:bodyPr/>
          <a:lstStyle/>
          <a:p>
            <a:r>
              <a:rPr lang="en-US" dirty="0"/>
              <a:t>Rotations fix height invariant</a:t>
            </a:r>
          </a:p>
          <a:p>
            <a:r>
              <a:rPr lang="en-US" dirty="0"/>
              <a:t>Double rotations sometimes needed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969356F-4493-43BB-A33E-32EDC1A2CEB4}"/>
              </a:ext>
            </a:extLst>
          </p:cNvPr>
          <p:cNvSpPr/>
          <p:nvPr/>
        </p:nvSpPr>
        <p:spPr>
          <a:xfrm>
            <a:off x="2110273" y="4322075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DDD9225-2C7F-47E1-9C52-0C0C09AB35E7}"/>
              </a:ext>
            </a:extLst>
          </p:cNvPr>
          <p:cNvSpPr txBox="1">
            <a:spLocks/>
          </p:cNvSpPr>
          <p:nvPr/>
        </p:nvSpPr>
        <p:spPr>
          <a:xfrm>
            <a:off x="7055741" y="5430915"/>
            <a:ext cx="2730774" cy="627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Rotate Right (D)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757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val 49">
            <a:extLst>
              <a:ext uri="{FF2B5EF4-FFF2-40B4-BE49-F238E27FC236}">
                <a16:creationId xmlns:a16="http://schemas.microsoft.com/office/drawing/2014/main" id="{369000F7-F0AE-45A9-9D93-FFF993CE70C6}"/>
              </a:ext>
            </a:extLst>
          </p:cNvPr>
          <p:cNvSpPr/>
          <p:nvPr/>
        </p:nvSpPr>
        <p:spPr>
          <a:xfrm>
            <a:off x="1237656" y="3240616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4770035-43FE-441F-8DC8-E4CA959904DC}"/>
              </a:ext>
            </a:extLst>
          </p:cNvPr>
          <p:cNvSpPr/>
          <p:nvPr/>
        </p:nvSpPr>
        <p:spPr>
          <a:xfrm>
            <a:off x="2471142" y="2324784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18DC4ED-E0CD-4C4C-858C-A647C4BAB7CB}"/>
              </a:ext>
            </a:extLst>
          </p:cNvPr>
          <p:cNvCxnSpPr>
            <a:cxnSpLocks/>
            <a:stCxn id="50" idx="5"/>
            <a:endCxn id="85" idx="0"/>
          </p:cNvCxnSpPr>
          <p:nvPr/>
        </p:nvCxnSpPr>
        <p:spPr>
          <a:xfrm>
            <a:off x="1674460" y="3650842"/>
            <a:ext cx="691687" cy="671233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D6CB37-E40A-4C12-A37A-DC060589AFB5}"/>
              </a:ext>
            </a:extLst>
          </p:cNvPr>
          <p:cNvCxnSpPr>
            <a:cxnSpLocks/>
            <a:stCxn id="52" idx="4"/>
            <a:endCxn id="50" idx="0"/>
          </p:cNvCxnSpPr>
          <p:nvPr/>
        </p:nvCxnSpPr>
        <p:spPr>
          <a:xfrm flipH="1">
            <a:off x="1493530" y="2805394"/>
            <a:ext cx="1233486" cy="435222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A4E85FD3-7C0A-4800-8B05-E137ACD89E90}"/>
              </a:ext>
            </a:extLst>
          </p:cNvPr>
          <p:cNvSpPr txBox="1">
            <a:spLocks/>
          </p:cNvSpPr>
          <p:nvPr/>
        </p:nvSpPr>
        <p:spPr>
          <a:xfrm>
            <a:off x="2593828" y="5430915"/>
            <a:ext cx="2730774" cy="627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Rotate Left (B)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74E7EDD5-A684-464A-BD30-A91EBAD1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</p:spPr>
        <p:txBody>
          <a:bodyPr/>
          <a:lstStyle/>
          <a:p>
            <a:r>
              <a:rPr lang="en-US" dirty="0"/>
              <a:t>Rotation</a:t>
            </a:r>
          </a:p>
        </p:txBody>
      </p:sp>
      <p:sp>
        <p:nvSpPr>
          <p:cNvPr id="84" name="Content Placeholder 6">
            <a:extLst>
              <a:ext uri="{FF2B5EF4-FFF2-40B4-BE49-F238E27FC236}">
                <a16:creationId xmlns:a16="http://schemas.microsoft.com/office/drawing/2014/main" id="{A0350CC8-2AC3-4833-9DEE-E5250C97D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10515600" cy="884434"/>
          </a:xfrm>
        </p:spPr>
        <p:txBody>
          <a:bodyPr/>
          <a:lstStyle/>
          <a:p>
            <a:r>
              <a:rPr lang="en-US" dirty="0"/>
              <a:t>Rotations fix height invariant</a:t>
            </a:r>
          </a:p>
          <a:p>
            <a:r>
              <a:rPr lang="en-US" dirty="0"/>
              <a:t>Double rotations sometimes needed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969356F-4493-43BB-A33E-32EDC1A2CEB4}"/>
              </a:ext>
            </a:extLst>
          </p:cNvPr>
          <p:cNvSpPr/>
          <p:nvPr/>
        </p:nvSpPr>
        <p:spPr>
          <a:xfrm>
            <a:off x="2110273" y="4322075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DDD9225-2C7F-47E1-9C52-0C0C09AB35E7}"/>
              </a:ext>
            </a:extLst>
          </p:cNvPr>
          <p:cNvSpPr txBox="1">
            <a:spLocks/>
          </p:cNvSpPr>
          <p:nvPr/>
        </p:nvSpPr>
        <p:spPr>
          <a:xfrm>
            <a:off x="7055741" y="5430915"/>
            <a:ext cx="2730774" cy="627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Rotate Right (D)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A864FB3-1402-4B25-96A0-C7F9695F4296}"/>
              </a:ext>
            </a:extLst>
          </p:cNvPr>
          <p:cNvSpPr/>
          <p:nvPr/>
        </p:nvSpPr>
        <p:spPr>
          <a:xfrm>
            <a:off x="4702968" y="4187940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D52D6A6-9FC3-4AAB-BF91-00E4B554BC20}"/>
              </a:ext>
            </a:extLst>
          </p:cNvPr>
          <p:cNvSpPr/>
          <p:nvPr/>
        </p:nvSpPr>
        <p:spPr>
          <a:xfrm>
            <a:off x="6203770" y="2324784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E3175A-2442-42A9-BD94-95E2CD7B80A8}"/>
              </a:ext>
            </a:extLst>
          </p:cNvPr>
          <p:cNvCxnSpPr>
            <a:cxnSpLocks/>
            <a:stCxn id="23" idx="4"/>
            <a:endCxn id="19" idx="0"/>
          </p:cNvCxnSpPr>
          <p:nvPr/>
        </p:nvCxnSpPr>
        <p:spPr>
          <a:xfrm flipH="1">
            <a:off x="4958842" y="3669305"/>
            <a:ext cx="595183" cy="51863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4BD6C1-305D-4F34-AC37-4592C398803B}"/>
              </a:ext>
            </a:extLst>
          </p:cNvPr>
          <p:cNvCxnSpPr>
            <a:cxnSpLocks/>
            <a:stCxn id="20" idx="4"/>
            <a:endCxn id="23" idx="0"/>
          </p:cNvCxnSpPr>
          <p:nvPr/>
        </p:nvCxnSpPr>
        <p:spPr>
          <a:xfrm flipH="1">
            <a:off x="5554025" y="2805394"/>
            <a:ext cx="905619" cy="38330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9A746561-B684-49B1-A534-5B60868704D4}"/>
              </a:ext>
            </a:extLst>
          </p:cNvPr>
          <p:cNvSpPr/>
          <p:nvPr/>
        </p:nvSpPr>
        <p:spPr>
          <a:xfrm>
            <a:off x="5298151" y="3188695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5AE9520-7F30-4005-B460-E6905A43DD73}"/>
              </a:ext>
            </a:extLst>
          </p:cNvPr>
          <p:cNvSpPr/>
          <p:nvPr/>
        </p:nvSpPr>
        <p:spPr>
          <a:xfrm>
            <a:off x="8125160" y="4379590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9062BDA-B740-4399-A541-6AA75E06799A}"/>
              </a:ext>
            </a:extLst>
          </p:cNvPr>
          <p:cNvSpPr/>
          <p:nvPr/>
        </p:nvSpPr>
        <p:spPr>
          <a:xfrm>
            <a:off x="10139433" y="4379590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186896F-89D7-48EA-8734-929AF390FCE9}"/>
              </a:ext>
            </a:extLst>
          </p:cNvPr>
          <p:cNvCxnSpPr>
            <a:cxnSpLocks/>
            <a:stCxn id="38" idx="4"/>
            <a:endCxn id="34" idx="0"/>
          </p:cNvCxnSpPr>
          <p:nvPr/>
        </p:nvCxnSpPr>
        <p:spPr>
          <a:xfrm flipH="1">
            <a:off x="8381034" y="3857530"/>
            <a:ext cx="851057" cy="52206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562399-788B-44A8-A426-A8181749085F}"/>
              </a:ext>
            </a:extLst>
          </p:cNvPr>
          <p:cNvCxnSpPr>
            <a:cxnSpLocks/>
            <a:stCxn id="38" idx="4"/>
            <a:endCxn id="35" idx="0"/>
          </p:cNvCxnSpPr>
          <p:nvPr/>
        </p:nvCxnSpPr>
        <p:spPr>
          <a:xfrm>
            <a:off x="9232091" y="3857530"/>
            <a:ext cx="1163216" cy="52206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FF971A51-375F-418A-B9D8-0AFFCC571232}"/>
              </a:ext>
            </a:extLst>
          </p:cNvPr>
          <p:cNvSpPr/>
          <p:nvPr/>
        </p:nvSpPr>
        <p:spPr>
          <a:xfrm>
            <a:off x="8976217" y="3376920"/>
            <a:ext cx="511748" cy="48061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240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79D1-D7DE-4E6B-A22C-7F206AD11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this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64F73-06B6-446F-A786-FB74C8C41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10515600" cy="1019768"/>
          </a:xfrm>
        </p:spPr>
        <p:txBody>
          <a:bodyPr/>
          <a:lstStyle/>
          <a:p>
            <a:r>
              <a:rPr lang="en-US" dirty="0"/>
              <a:t>Rotations maintain order invariant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74EFC8C-23BF-47ED-94C2-07569D2448B6}"/>
              </a:ext>
            </a:extLst>
          </p:cNvPr>
          <p:cNvSpPr/>
          <p:nvPr/>
        </p:nvSpPr>
        <p:spPr>
          <a:xfrm>
            <a:off x="9274767" y="2292893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5AE534-57AB-4018-82C2-3AFE64C46EA8}"/>
              </a:ext>
            </a:extLst>
          </p:cNvPr>
          <p:cNvSpPr/>
          <p:nvPr/>
        </p:nvSpPr>
        <p:spPr>
          <a:xfrm>
            <a:off x="10566817" y="3174989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D14BC5-571E-4719-8FD3-3FC6D954472B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8413519" y="2703119"/>
            <a:ext cx="936192" cy="467674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3F454F-2A78-429B-95B5-EEDB012DAF96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9711571" y="2703119"/>
            <a:ext cx="1111120" cy="47187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260B7E-C617-4084-A02B-05BCEAC7F191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10231813" y="3655599"/>
            <a:ext cx="590878" cy="58207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067FD5-5FB1-46DB-8998-8E6723D70D9C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0822691" y="3655599"/>
            <a:ext cx="620262" cy="58207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369000F7-F0AE-45A9-9D93-FFF993CE70C6}"/>
              </a:ext>
            </a:extLst>
          </p:cNvPr>
          <p:cNvSpPr/>
          <p:nvPr/>
        </p:nvSpPr>
        <p:spPr>
          <a:xfrm>
            <a:off x="1237656" y="3240616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4770035-43FE-441F-8DC8-E4CA959904DC}"/>
              </a:ext>
            </a:extLst>
          </p:cNvPr>
          <p:cNvSpPr/>
          <p:nvPr/>
        </p:nvSpPr>
        <p:spPr>
          <a:xfrm>
            <a:off x="2471142" y="2324784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18DC4ED-E0CD-4C4C-858C-A647C4BAB7CB}"/>
              </a:ext>
            </a:extLst>
          </p:cNvPr>
          <p:cNvCxnSpPr>
            <a:cxnSpLocks/>
            <a:stCxn id="50" idx="3"/>
            <a:endCxn id="76" idx="0"/>
          </p:cNvCxnSpPr>
          <p:nvPr/>
        </p:nvCxnSpPr>
        <p:spPr>
          <a:xfrm flipH="1">
            <a:off x="509290" y="3650842"/>
            <a:ext cx="803310" cy="58682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9024F0-FE2E-4AFB-AC27-A0C35864D9ED}"/>
              </a:ext>
            </a:extLst>
          </p:cNvPr>
          <p:cNvCxnSpPr>
            <a:cxnSpLocks/>
            <a:stCxn id="50" idx="5"/>
            <a:endCxn id="77" idx="0"/>
          </p:cNvCxnSpPr>
          <p:nvPr/>
        </p:nvCxnSpPr>
        <p:spPr>
          <a:xfrm>
            <a:off x="1674460" y="3650842"/>
            <a:ext cx="719394" cy="61231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D6CB37-E40A-4C12-A37A-DC060589AFB5}"/>
              </a:ext>
            </a:extLst>
          </p:cNvPr>
          <p:cNvCxnSpPr>
            <a:cxnSpLocks/>
            <a:stCxn id="52" idx="4"/>
            <a:endCxn id="50" idx="0"/>
          </p:cNvCxnSpPr>
          <p:nvPr/>
        </p:nvCxnSpPr>
        <p:spPr>
          <a:xfrm flipH="1">
            <a:off x="1493530" y="2805394"/>
            <a:ext cx="1233486" cy="435222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BE35865-E279-4720-B47B-E171F1FD18AB}"/>
              </a:ext>
            </a:extLst>
          </p:cNvPr>
          <p:cNvCxnSpPr>
            <a:cxnSpLocks/>
            <a:stCxn id="52" idx="4"/>
            <a:endCxn id="78" idx="0"/>
          </p:cNvCxnSpPr>
          <p:nvPr/>
        </p:nvCxnSpPr>
        <p:spPr>
          <a:xfrm>
            <a:off x="2727016" y="2805394"/>
            <a:ext cx="1221841" cy="45052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D656A892-5667-41A2-87BE-39F6549F2E1D}"/>
              </a:ext>
            </a:extLst>
          </p:cNvPr>
          <p:cNvSpPr/>
          <p:nvPr/>
        </p:nvSpPr>
        <p:spPr>
          <a:xfrm>
            <a:off x="8179857" y="3170793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7D85A344-927E-498C-A096-38130165184B}"/>
              </a:ext>
            </a:extLst>
          </p:cNvPr>
          <p:cNvSpPr/>
          <p:nvPr/>
        </p:nvSpPr>
        <p:spPr>
          <a:xfrm>
            <a:off x="10000733" y="4237670"/>
            <a:ext cx="509646" cy="764559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6A72EB93-10AA-422D-BA2C-2ADB758540F5}"/>
              </a:ext>
            </a:extLst>
          </p:cNvPr>
          <p:cNvSpPr/>
          <p:nvPr/>
        </p:nvSpPr>
        <p:spPr>
          <a:xfrm>
            <a:off x="11173064" y="4237669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1C211877-51EF-4C1C-8397-C7185B43952B}"/>
              </a:ext>
            </a:extLst>
          </p:cNvPr>
          <p:cNvSpPr/>
          <p:nvPr/>
        </p:nvSpPr>
        <p:spPr>
          <a:xfrm>
            <a:off x="254467" y="4237670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BE39E497-57D1-4ECC-9CA7-F66F1FC60AD0}"/>
              </a:ext>
            </a:extLst>
          </p:cNvPr>
          <p:cNvSpPr/>
          <p:nvPr/>
        </p:nvSpPr>
        <p:spPr>
          <a:xfrm>
            <a:off x="2139031" y="4263157"/>
            <a:ext cx="509646" cy="764559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A5B212E5-EA12-4195-8F8C-D44B090283C7}"/>
              </a:ext>
            </a:extLst>
          </p:cNvPr>
          <p:cNvSpPr/>
          <p:nvPr/>
        </p:nvSpPr>
        <p:spPr>
          <a:xfrm>
            <a:off x="3694034" y="3255923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A4E85FD3-7C0A-4800-8B05-E137ACD89E90}"/>
              </a:ext>
            </a:extLst>
          </p:cNvPr>
          <p:cNvSpPr txBox="1">
            <a:spLocks/>
          </p:cNvSpPr>
          <p:nvPr/>
        </p:nvSpPr>
        <p:spPr>
          <a:xfrm>
            <a:off x="4843765" y="2177582"/>
            <a:ext cx="2730774" cy="627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Rotate Right (D)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A09629D-3BDF-49E0-B030-2FA426FB738B}"/>
              </a:ext>
            </a:extLst>
          </p:cNvPr>
          <p:cNvCxnSpPr>
            <a:cxnSpLocks/>
          </p:cNvCxnSpPr>
          <p:nvPr/>
        </p:nvCxnSpPr>
        <p:spPr>
          <a:xfrm flipV="1">
            <a:off x="4964688" y="2805394"/>
            <a:ext cx="2199048" cy="2905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D13FE08A-E144-480D-A10C-C425FA6EE5F7}"/>
              </a:ext>
            </a:extLst>
          </p:cNvPr>
          <p:cNvSpPr txBox="1">
            <a:spLocks/>
          </p:cNvSpPr>
          <p:nvPr/>
        </p:nvSpPr>
        <p:spPr>
          <a:xfrm>
            <a:off x="4843765" y="3788029"/>
            <a:ext cx="2730774" cy="627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Rotate Left (B)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A6105A-8AD1-4D90-905D-30BBB0B3C744}"/>
              </a:ext>
            </a:extLst>
          </p:cNvPr>
          <p:cNvCxnSpPr>
            <a:cxnSpLocks/>
          </p:cNvCxnSpPr>
          <p:nvPr/>
        </p:nvCxnSpPr>
        <p:spPr>
          <a:xfrm flipV="1">
            <a:off x="4964688" y="4415841"/>
            <a:ext cx="2199048" cy="2905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7BA1BDAB-51AC-406C-9F97-AEA1525E24E5}"/>
              </a:ext>
            </a:extLst>
          </p:cNvPr>
          <p:cNvSpPr txBox="1">
            <a:spLocks/>
          </p:cNvSpPr>
          <p:nvPr/>
        </p:nvSpPr>
        <p:spPr>
          <a:xfrm>
            <a:off x="1493530" y="5590740"/>
            <a:ext cx="2730774" cy="627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 &lt;          &lt; 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A37EA970-F2F6-45F6-8756-5F11891F2D29}"/>
              </a:ext>
            </a:extLst>
          </p:cNvPr>
          <p:cNvSpPr/>
          <p:nvPr/>
        </p:nvSpPr>
        <p:spPr>
          <a:xfrm>
            <a:off x="2236955" y="5548006"/>
            <a:ext cx="411722" cy="502251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4AC8574-63FA-4ECB-988B-9F10318A55E4}"/>
              </a:ext>
            </a:extLst>
          </p:cNvPr>
          <p:cNvSpPr txBox="1">
            <a:spLocks/>
          </p:cNvSpPr>
          <p:nvPr/>
        </p:nvSpPr>
        <p:spPr>
          <a:xfrm>
            <a:off x="9321757" y="5584299"/>
            <a:ext cx="2730774" cy="627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 &lt;          &lt; 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DA664D32-324D-4D60-9FA7-7D8F60302E91}"/>
              </a:ext>
            </a:extLst>
          </p:cNvPr>
          <p:cNvSpPr/>
          <p:nvPr/>
        </p:nvSpPr>
        <p:spPr>
          <a:xfrm>
            <a:off x="10065182" y="5541565"/>
            <a:ext cx="411722" cy="502251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8862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79D1-D7DE-4E6B-A22C-7F206AD11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64F73-06B6-446F-A786-FB74C8C41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10515600" cy="1019768"/>
          </a:xfrm>
        </p:spPr>
        <p:txBody>
          <a:bodyPr/>
          <a:lstStyle/>
          <a:p>
            <a:r>
              <a:rPr lang="en-US" dirty="0"/>
              <a:t>Rotate 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69000F7-F0AE-45A9-9D93-FFF993CE70C6}"/>
              </a:ext>
            </a:extLst>
          </p:cNvPr>
          <p:cNvSpPr/>
          <p:nvPr/>
        </p:nvSpPr>
        <p:spPr>
          <a:xfrm>
            <a:off x="1237656" y="3240616"/>
            <a:ext cx="511748" cy="48061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4770035-43FE-441F-8DC8-E4CA959904DC}"/>
              </a:ext>
            </a:extLst>
          </p:cNvPr>
          <p:cNvSpPr/>
          <p:nvPr/>
        </p:nvSpPr>
        <p:spPr>
          <a:xfrm>
            <a:off x="2471142" y="2324784"/>
            <a:ext cx="511748" cy="48061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18DC4ED-E0CD-4C4C-858C-A647C4BAB7CB}"/>
              </a:ext>
            </a:extLst>
          </p:cNvPr>
          <p:cNvCxnSpPr>
            <a:cxnSpLocks/>
            <a:stCxn id="50" idx="3"/>
            <a:endCxn id="76" idx="0"/>
          </p:cNvCxnSpPr>
          <p:nvPr/>
        </p:nvCxnSpPr>
        <p:spPr>
          <a:xfrm flipH="1">
            <a:off x="509290" y="3650842"/>
            <a:ext cx="803310" cy="586828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9024F0-FE2E-4AFB-AC27-A0C35864D9ED}"/>
              </a:ext>
            </a:extLst>
          </p:cNvPr>
          <p:cNvCxnSpPr>
            <a:cxnSpLocks/>
            <a:stCxn id="50" idx="5"/>
            <a:endCxn id="77" idx="0"/>
          </p:cNvCxnSpPr>
          <p:nvPr/>
        </p:nvCxnSpPr>
        <p:spPr>
          <a:xfrm>
            <a:off x="1674460" y="3650842"/>
            <a:ext cx="811534" cy="612315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D6CB37-E40A-4C12-A37A-DC060589AFB5}"/>
              </a:ext>
            </a:extLst>
          </p:cNvPr>
          <p:cNvCxnSpPr>
            <a:cxnSpLocks/>
            <a:stCxn id="52" idx="4"/>
            <a:endCxn id="50" idx="0"/>
          </p:cNvCxnSpPr>
          <p:nvPr/>
        </p:nvCxnSpPr>
        <p:spPr>
          <a:xfrm flipH="1">
            <a:off x="1493530" y="2805394"/>
            <a:ext cx="1233486" cy="435222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BE35865-E279-4720-B47B-E171F1FD18AB}"/>
              </a:ext>
            </a:extLst>
          </p:cNvPr>
          <p:cNvCxnSpPr>
            <a:cxnSpLocks/>
            <a:stCxn id="52" idx="4"/>
            <a:endCxn id="78" idx="0"/>
          </p:cNvCxnSpPr>
          <p:nvPr/>
        </p:nvCxnSpPr>
        <p:spPr>
          <a:xfrm>
            <a:off x="2727016" y="2805394"/>
            <a:ext cx="1221841" cy="450529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1C211877-51EF-4C1C-8397-C7185B43952B}"/>
              </a:ext>
            </a:extLst>
          </p:cNvPr>
          <p:cNvSpPr/>
          <p:nvPr/>
        </p:nvSpPr>
        <p:spPr>
          <a:xfrm>
            <a:off x="254467" y="4237670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BE39E497-57D1-4ECC-9CA7-F66F1FC60AD0}"/>
              </a:ext>
            </a:extLst>
          </p:cNvPr>
          <p:cNvSpPr/>
          <p:nvPr/>
        </p:nvSpPr>
        <p:spPr>
          <a:xfrm>
            <a:off x="2139031" y="4263157"/>
            <a:ext cx="693926" cy="1576661"/>
          </a:xfrm>
          <a:prstGeom prst="triangle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A5B212E5-EA12-4195-8F8C-D44B090283C7}"/>
              </a:ext>
            </a:extLst>
          </p:cNvPr>
          <p:cNvSpPr/>
          <p:nvPr/>
        </p:nvSpPr>
        <p:spPr>
          <a:xfrm>
            <a:off x="3694034" y="3255923"/>
            <a:ext cx="509646" cy="764559"/>
          </a:xfrm>
          <a:prstGeom prst="triangle">
            <a:avLst/>
          </a:prstGeom>
          <a:solidFill>
            <a:sysClr val="window" lastClr="FFFFFF"/>
          </a:solidFill>
          <a:ln w="2857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359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insertion </a:t>
            </a:r>
            <a:r>
              <a:rPr lang="en-US" dirty="0" err="1"/>
              <a:t>postcondition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>
          <a:xfrm>
            <a:off x="297320" y="1600200"/>
            <a:ext cx="5716403" cy="513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you insert into an AVL tree, </a:t>
            </a:r>
            <a:r>
              <a:rPr lang="en-US" i="1" dirty="0"/>
              <a:t>either</a:t>
            </a:r>
            <a:endParaRPr lang="en-US" dirty="0"/>
          </a:p>
          <a:p>
            <a:r>
              <a:rPr lang="en-US" dirty="0"/>
              <a:t>you get a new tree with the same height (which may have had rotations performed), </a:t>
            </a:r>
            <a:r>
              <a:rPr lang="en-US" i="1" dirty="0"/>
              <a:t>or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get a tree that hasn’t had </a:t>
            </a:r>
            <a:r>
              <a:rPr lang="en-US" i="1" dirty="0"/>
              <a:t>any rotations performed on it</a:t>
            </a:r>
            <a:r>
              <a:rPr lang="en-US" dirty="0"/>
              <a:t>, with an increased height of at most one</a:t>
            </a:r>
          </a:p>
        </p:txBody>
      </p:sp>
      <p:sp>
        <p:nvSpPr>
          <p:cNvPr id="136" name="Right Arrow 135"/>
          <p:cNvSpPr/>
          <p:nvPr/>
        </p:nvSpPr>
        <p:spPr>
          <a:xfrm>
            <a:off x="7634334" y="2566505"/>
            <a:ext cx="922475" cy="743859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7" name="Isosceles Triangle 136"/>
          <p:cNvSpPr/>
          <p:nvPr/>
        </p:nvSpPr>
        <p:spPr>
          <a:xfrm>
            <a:off x="6575778" y="2543509"/>
            <a:ext cx="628970" cy="76685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8" name="Isosceles Triangle 137"/>
          <p:cNvSpPr/>
          <p:nvPr/>
        </p:nvSpPr>
        <p:spPr>
          <a:xfrm>
            <a:off x="8887178" y="2543509"/>
            <a:ext cx="628970" cy="76685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6981221" y="235884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363176" y="235884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141" name="Right Arrow 140"/>
          <p:cNvSpPr/>
          <p:nvPr/>
        </p:nvSpPr>
        <p:spPr>
          <a:xfrm>
            <a:off x="7633762" y="3721118"/>
            <a:ext cx="922475" cy="743859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2" name="Isosceles Triangle 141"/>
          <p:cNvSpPr/>
          <p:nvPr/>
        </p:nvSpPr>
        <p:spPr>
          <a:xfrm>
            <a:off x="6575206" y="3698122"/>
            <a:ext cx="628970" cy="76685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3" name="Isosceles Triangle 142"/>
          <p:cNvSpPr/>
          <p:nvPr/>
        </p:nvSpPr>
        <p:spPr>
          <a:xfrm>
            <a:off x="8886606" y="3698122"/>
            <a:ext cx="628970" cy="766854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6980649" y="351345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362604" y="351345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146" name="Right Arrow 145"/>
          <p:cNvSpPr/>
          <p:nvPr/>
        </p:nvSpPr>
        <p:spPr>
          <a:xfrm>
            <a:off x="7633762" y="4987197"/>
            <a:ext cx="922475" cy="743859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7" name="Isosceles Triangle 146"/>
          <p:cNvSpPr/>
          <p:nvPr/>
        </p:nvSpPr>
        <p:spPr>
          <a:xfrm>
            <a:off x="6575206" y="4964201"/>
            <a:ext cx="628970" cy="76685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8" name="Isosceles Triangle 147"/>
          <p:cNvSpPr/>
          <p:nvPr/>
        </p:nvSpPr>
        <p:spPr>
          <a:xfrm>
            <a:off x="8886606" y="4964201"/>
            <a:ext cx="628970" cy="1075358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6980649" y="477953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362604" y="477953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h+1</a:t>
            </a:r>
          </a:p>
        </p:txBody>
      </p:sp>
    </p:spTree>
    <p:extLst>
      <p:ext uri="{BB962C8B-B14F-4D97-AF65-F5344CB8AC3E}">
        <p14:creationId xmlns:p14="http://schemas.microsoft.com/office/powerpoint/2010/main" val="1965108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onut 45"/>
          <p:cNvSpPr/>
          <p:nvPr/>
        </p:nvSpPr>
        <p:spPr>
          <a:xfrm>
            <a:off x="3084296" y="1930787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>
            <a:stCxn id="46" idx="5"/>
            <a:endCxn id="50" idx="0"/>
          </p:cNvCxnSpPr>
          <p:nvPr/>
        </p:nvCxnSpPr>
        <p:spPr>
          <a:xfrm>
            <a:off x="3269063" y="212785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6" idx="3"/>
            <a:endCxn id="89" idx="0"/>
          </p:cNvCxnSpPr>
          <p:nvPr/>
        </p:nvCxnSpPr>
        <p:spPr>
          <a:xfrm flipH="1">
            <a:off x="2368706" y="212785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317872" y="18315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50" name="Isosceles Triangle 49"/>
          <p:cNvSpPr/>
          <p:nvPr/>
        </p:nvSpPr>
        <p:spPr>
          <a:xfrm>
            <a:off x="3653003" y="256157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34991" y="237690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95503" y="237454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89" name="Isosceles Triangle 88"/>
          <p:cNvSpPr/>
          <p:nvPr/>
        </p:nvSpPr>
        <p:spPr>
          <a:xfrm>
            <a:off x="2120536" y="2589382"/>
            <a:ext cx="496341" cy="87022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0" name="Donut 89"/>
          <p:cNvSpPr/>
          <p:nvPr/>
        </p:nvSpPr>
        <p:spPr>
          <a:xfrm>
            <a:off x="3084296" y="4024888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1" name="Straight Arrow Connector 90"/>
          <p:cNvCxnSpPr>
            <a:stCxn id="90" idx="3"/>
            <a:endCxn id="94" idx="0"/>
          </p:cNvCxnSpPr>
          <p:nvPr/>
        </p:nvCxnSpPr>
        <p:spPr>
          <a:xfrm flipH="1">
            <a:off x="2368706" y="4221960"/>
            <a:ext cx="74729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90" idx="5"/>
            <a:endCxn id="97" idx="0"/>
          </p:cNvCxnSpPr>
          <p:nvPr/>
        </p:nvCxnSpPr>
        <p:spPr>
          <a:xfrm>
            <a:off x="3269063" y="4221960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317872" y="392562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94" name="Isosceles Triangle 93"/>
          <p:cNvSpPr/>
          <p:nvPr/>
        </p:nvSpPr>
        <p:spPr>
          <a:xfrm>
            <a:off x="2120536" y="4655675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2434991" y="4471008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95503" y="446864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>
                <a:solidFill>
                  <a:prstClr val="black"/>
                </a:solidFill>
                <a:latin typeface="Calibri"/>
              </a:rPr>
              <a:t>h-1</a:t>
            </a:r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7" name="Isosceles Triangle 96"/>
          <p:cNvSpPr/>
          <p:nvPr/>
        </p:nvSpPr>
        <p:spPr>
          <a:xfrm>
            <a:off x="3653003" y="4655675"/>
            <a:ext cx="496341" cy="87022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could a violation happen?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4947776" y="1930787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insertion into 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left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9" name="Donut 98"/>
          <p:cNvSpPr/>
          <p:nvPr/>
        </p:nvSpPr>
        <p:spPr>
          <a:xfrm>
            <a:off x="8375292" y="1896157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00" name="Straight Arrow Connector 99"/>
          <p:cNvCxnSpPr>
            <a:stCxn id="99" idx="5"/>
            <a:endCxn id="117" idx="0"/>
          </p:cNvCxnSpPr>
          <p:nvPr/>
        </p:nvCxnSpPr>
        <p:spPr>
          <a:xfrm>
            <a:off x="8560059" y="209322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01" name="Straight Arrow Connector 100"/>
          <p:cNvCxnSpPr>
            <a:stCxn id="99" idx="3"/>
            <a:endCxn id="120" idx="0"/>
          </p:cNvCxnSpPr>
          <p:nvPr/>
        </p:nvCxnSpPr>
        <p:spPr>
          <a:xfrm flipH="1">
            <a:off x="7659702" y="209322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16" name="TextBox 115"/>
          <p:cNvSpPr txBox="1"/>
          <p:nvPr/>
        </p:nvSpPr>
        <p:spPr>
          <a:xfrm>
            <a:off x="8608868" y="179689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h+1</a:t>
            </a:r>
          </a:p>
        </p:txBody>
      </p:sp>
      <p:sp>
        <p:nvSpPr>
          <p:cNvPr id="117" name="Isosceles Triangle 116"/>
          <p:cNvSpPr/>
          <p:nvPr/>
        </p:nvSpPr>
        <p:spPr>
          <a:xfrm>
            <a:off x="8943999" y="252694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7725987" y="234227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86499" y="233991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20" name="Isosceles Triangle 119"/>
          <p:cNvSpPr/>
          <p:nvPr/>
        </p:nvSpPr>
        <p:spPr>
          <a:xfrm>
            <a:off x="7411532" y="2554751"/>
            <a:ext cx="496341" cy="1138860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1" name="Donut 120"/>
          <p:cNvSpPr/>
          <p:nvPr/>
        </p:nvSpPr>
        <p:spPr>
          <a:xfrm>
            <a:off x="8364763" y="4024888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22" name="Straight Arrow Connector 121"/>
          <p:cNvCxnSpPr>
            <a:stCxn id="121" idx="3"/>
            <a:endCxn id="125" idx="0"/>
          </p:cNvCxnSpPr>
          <p:nvPr/>
        </p:nvCxnSpPr>
        <p:spPr>
          <a:xfrm flipH="1">
            <a:off x="7659703" y="4221961"/>
            <a:ext cx="736761" cy="4425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23" name="Straight Arrow Connector 122"/>
          <p:cNvCxnSpPr>
            <a:stCxn id="121" idx="5"/>
            <a:endCxn id="128" idx="0"/>
          </p:cNvCxnSpPr>
          <p:nvPr/>
        </p:nvCxnSpPr>
        <p:spPr>
          <a:xfrm>
            <a:off x="8549531" y="4221961"/>
            <a:ext cx="642639" cy="4425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24" name="TextBox 123"/>
          <p:cNvSpPr txBox="1"/>
          <p:nvPr/>
        </p:nvSpPr>
        <p:spPr>
          <a:xfrm>
            <a:off x="8598339" y="392562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h+1</a:t>
            </a:r>
          </a:p>
        </p:txBody>
      </p:sp>
      <p:sp>
        <p:nvSpPr>
          <p:cNvPr id="125" name="Isosceles Triangle 124"/>
          <p:cNvSpPr/>
          <p:nvPr/>
        </p:nvSpPr>
        <p:spPr>
          <a:xfrm>
            <a:off x="7411532" y="4664488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715458" y="4471008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75970" y="446864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128" name="Isosceles Triangle 127"/>
          <p:cNvSpPr/>
          <p:nvPr/>
        </p:nvSpPr>
        <p:spPr>
          <a:xfrm>
            <a:off x="8943999" y="4664487"/>
            <a:ext cx="496341" cy="1138860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" name="Right Arrow 128"/>
          <p:cNvSpPr/>
          <p:nvPr/>
        </p:nvSpPr>
        <p:spPr>
          <a:xfrm>
            <a:off x="4947776" y="4024888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insertion into 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right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27117" y="6211670"/>
            <a:ext cx="76345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The red nodes        violate the AVL height invariant.</a:t>
            </a:r>
          </a:p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Two functions,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rebalance_left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rebalance_right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 will handle these two cases.</a:t>
            </a:r>
          </a:p>
        </p:txBody>
      </p:sp>
      <p:sp>
        <p:nvSpPr>
          <p:cNvPr id="38" name="Donut 37"/>
          <p:cNvSpPr/>
          <p:nvPr/>
        </p:nvSpPr>
        <p:spPr>
          <a:xfrm>
            <a:off x="7266799" y="6328140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7875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onut 45"/>
          <p:cNvSpPr/>
          <p:nvPr/>
        </p:nvSpPr>
        <p:spPr>
          <a:xfrm>
            <a:off x="3084296" y="1930787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>
            <a:stCxn id="46" idx="5"/>
            <a:endCxn id="50" idx="0"/>
          </p:cNvCxnSpPr>
          <p:nvPr/>
        </p:nvCxnSpPr>
        <p:spPr>
          <a:xfrm>
            <a:off x="3269063" y="212785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6" idx="3"/>
            <a:endCxn id="89" idx="0"/>
          </p:cNvCxnSpPr>
          <p:nvPr/>
        </p:nvCxnSpPr>
        <p:spPr>
          <a:xfrm flipH="1">
            <a:off x="2368706" y="212785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317872" y="18315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50" name="Isosceles Triangle 49"/>
          <p:cNvSpPr/>
          <p:nvPr/>
        </p:nvSpPr>
        <p:spPr>
          <a:xfrm>
            <a:off x="3653003" y="256157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34991" y="237690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95503" y="237454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89" name="Isosceles Triangle 88"/>
          <p:cNvSpPr/>
          <p:nvPr/>
        </p:nvSpPr>
        <p:spPr>
          <a:xfrm>
            <a:off x="2120536" y="2589382"/>
            <a:ext cx="496341" cy="870229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does that left </a:t>
            </a:r>
            <a:r>
              <a:rPr lang="en-US" dirty="0" err="1"/>
              <a:t>subtree</a:t>
            </a:r>
            <a:r>
              <a:rPr lang="en-US" dirty="0"/>
              <a:t> look like?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4947776" y="1930787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insertion into 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left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9" name="Donut 98"/>
          <p:cNvSpPr/>
          <p:nvPr/>
        </p:nvSpPr>
        <p:spPr>
          <a:xfrm>
            <a:off x="8375292" y="1896157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00" name="Straight Arrow Connector 99"/>
          <p:cNvCxnSpPr>
            <a:stCxn id="99" idx="5"/>
            <a:endCxn id="117" idx="0"/>
          </p:cNvCxnSpPr>
          <p:nvPr/>
        </p:nvCxnSpPr>
        <p:spPr>
          <a:xfrm>
            <a:off x="8560059" y="209322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01" name="Straight Arrow Connector 100"/>
          <p:cNvCxnSpPr>
            <a:stCxn id="99" idx="3"/>
            <a:endCxn id="120" idx="0"/>
          </p:cNvCxnSpPr>
          <p:nvPr/>
        </p:nvCxnSpPr>
        <p:spPr>
          <a:xfrm flipH="1">
            <a:off x="7659702" y="209322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16" name="TextBox 115"/>
          <p:cNvSpPr txBox="1"/>
          <p:nvPr/>
        </p:nvSpPr>
        <p:spPr>
          <a:xfrm>
            <a:off x="8608868" y="179689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h+1</a:t>
            </a:r>
          </a:p>
        </p:txBody>
      </p:sp>
      <p:sp>
        <p:nvSpPr>
          <p:cNvPr id="117" name="Isosceles Triangle 116"/>
          <p:cNvSpPr/>
          <p:nvPr/>
        </p:nvSpPr>
        <p:spPr>
          <a:xfrm>
            <a:off x="8943999" y="252694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7725987" y="234227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86499" y="233991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20" name="Isosceles Triangle 119"/>
          <p:cNvSpPr/>
          <p:nvPr/>
        </p:nvSpPr>
        <p:spPr>
          <a:xfrm>
            <a:off x="7411532" y="2554751"/>
            <a:ext cx="496341" cy="113886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01334" y="6211670"/>
            <a:ext cx="8966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We’ll just consider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rebalance_left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for now. </a:t>
            </a:r>
          </a:p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To figure out how to handle the violation, we must look at how the left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constructed.</a:t>
            </a:r>
          </a:p>
        </p:txBody>
      </p:sp>
    </p:spTree>
    <p:extLst>
      <p:ext uri="{BB962C8B-B14F-4D97-AF65-F5344CB8AC3E}">
        <p14:creationId xmlns:p14="http://schemas.microsoft.com/office/powerpoint/2010/main" val="3139218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onut 45"/>
          <p:cNvSpPr/>
          <p:nvPr/>
        </p:nvSpPr>
        <p:spPr>
          <a:xfrm>
            <a:off x="3084296" y="1930787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>
            <a:stCxn id="46" idx="5"/>
            <a:endCxn id="50" idx="0"/>
          </p:cNvCxnSpPr>
          <p:nvPr/>
        </p:nvCxnSpPr>
        <p:spPr>
          <a:xfrm>
            <a:off x="3269063" y="212785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6" idx="3"/>
            <a:endCxn id="53" idx="0"/>
          </p:cNvCxnSpPr>
          <p:nvPr/>
        </p:nvCxnSpPr>
        <p:spPr>
          <a:xfrm flipH="1">
            <a:off x="2368706" y="212785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317872" y="18315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50" name="Isosceles Triangle 49"/>
          <p:cNvSpPr/>
          <p:nvPr/>
        </p:nvSpPr>
        <p:spPr>
          <a:xfrm>
            <a:off x="3653003" y="256157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34991" y="237690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95503" y="237454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53" name="Donut 52"/>
          <p:cNvSpPr/>
          <p:nvPr/>
        </p:nvSpPr>
        <p:spPr>
          <a:xfrm>
            <a:off x="2260472" y="2589382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4" name="Straight Arrow Connector 53"/>
          <p:cNvCxnSpPr>
            <a:stCxn id="53" idx="3"/>
            <a:endCxn id="56" idx="0"/>
          </p:cNvCxnSpPr>
          <p:nvPr/>
        </p:nvCxnSpPr>
        <p:spPr>
          <a:xfrm flipH="1">
            <a:off x="1861650" y="2786454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3" idx="5"/>
            <a:endCxn id="22" idx="0"/>
          </p:cNvCxnSpPr>
          <p:nvPr/>
        </p:nvCxnSpPr>
        <p:spPr>
          <a:xfrm>
            <a:off x="2445239" y="2786454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>
            <a:off x="1613479" y="3127774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917466" y="292746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22" name="Isosceles Triangle 21"/>
          <p:cNvSpPr/>
          <p:nvPr/>
        </p:nvSpPr>
        <p:spPr>
          <a:xfrm>
            <a:off x="2575803" y="3139816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10800" y="284946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26" name="Donut 25"/>
          <p:cNvSpPr/>
          <p:nvPr/>
        </p:nvSpPr>
        <p:spPr>
          <a:xfrm>
            <a:off x="3084296" y="43879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7" name="Straight Arrow Connector 26"/>
          <p:cNvCxnSpPr>
            <a:stCxn id="26" idx="5"/>
            <a:endCxn id="30" idx="0"/>
          </p:cNvCxnSpPr>
          <p:nvPr/>
        </p:nvCxnSpPr>
        <p:spPr>
          <a:xfrm>
            <a:off x="3269063" y="240951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6" idx="3"/>
            <a:endCxn id="33" idx="0"/>
          </p:cNvCxnSpPr>
          <p:nvPr/>
        </p:nvCxnSpPr>
        <p:spPr>
          <a:xfrm flipH="1">
            <a:off x="2368706" y="240951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317872" y="-5538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30" name="Isosceles Triangle 29"/>
          <p:cNvSpPr/>
          <p:nvPr/>
        </p:nvSpPr>
        <p:spPr>
          <a:xfrm>
            <a:off x="3653003" y="674666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34991" y="489999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5503" y="48763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33" name="Donut 32"/>
          <p:cNvSpPr/>
          <p:nvPr/>
        </p:nvSpPr>
        <p:spPr>
          <a:xfrm>
            <a:off x="2260472" y="702474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34" name="Straight Arrow Connector 33"/>
          <p:cNvCxnSpPr>
            <a:stCxn id="33" idx="3"/>
            <a:endCxn id="36" idx="0"/>
          </p:cNvCxnSpPr>
          <p:nvPr/>
        </p:nvCxnSpPr>
        <p:spPr>
          <a:xfrm flipH="1">
            <a:off x="1861650" y="899546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3" idx="5"/>
            <a:endCxn id="38" idx="0"/>
          </p:cNvCxnSpPr>
          <p:nvPr/>
        </p:nvCxnSpPr>
        <p:spPr>
          <a:xfrm>
            <a:off x="2445239" y="899546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>
            <a:off x="1613479" y="1240866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917466" y="104055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38" name="Isosceles Triangle 37"/>
          <p:cNvSpPr/>
          <p:nvPr/>
        </p:nvSpPr>
        <p:spPr>
          <a:xfrm>
            <a:off x="2575803" y="1252909"/>
            <a:ext cx="496341" cy="38220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10800" y="962556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</a:t>
            </a:r>
          </a:p>
        </p:txBody>
      </p:sp>
      <p:sp>
        <p:nvSpPr>
          <p:cNvPr id="41" name="Donut 40"/>
          <p:cNvSpPr/>
          <p:nvPr/>
        </p:nvSpPr>
        <p:spPr>
          <a:xfrm>
            <a:off x="3078626" y="4035883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2" name="Straight Arrow Connector 41"/>
          <p:cNvCxnSpPr>
            <a:stCxn id="41" idx="5"/>
            <a:endCxn id="44" idx="0"/>
          </p:cNvCxnSpPr>
          <p:nvPr/>
        </p:nvCxnSpPr>
        <p:spPr>
          <a:xfrm>
            <a:off x="3263393" y="4232955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41" idx="3"/>
            <a:endCxn id="65" idx="0"/>
          </p:cNvCxnSpPr>
          <p:nvPr/>
        </p:nvCxnSpPr>
        <p:spPr>
          <a:xfrm flipH="1">
            <a:off x="2363036" y="4232955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>
            <a:off x="3647333" y="4666670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9321" y="448200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89833" y="4479639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65" name="Donut 64"/>
          <p:cNvSpPr/>
          <p:nvPr/>
        </p:nvSpPr>
        <p:spPr>
          <a:xfrm>
            <a:off x="2254802" y="4694478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6" name="Straight Arrow Connector 65"/>
          <p:cNvCxnSpPr>
            <a:stCxn id="65" idx="3"/>
            <a:endCxn id="68" idx="0"/>
          </p:cNvCxnSpPr>
          <p:nvPr/>
        </p:nvCxnSpPr>
        <p:spPr>
          <a:xfrm flipH="1">
            <a:off x="1855980" y="4891550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65" idx="5"/>
            <a:endCxn id="70" idx="0"/>
          </p:cNvCxnSpPr>
          <p:nvPr/>
        </p:nvCxnSpPr>
        <p:spPr>
          <a:xfrm>
            <a:off x="2439569" y="4891550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Isosceles Triangle 67"/>
          <p:cNvSpPr/>
          <p:nvPr/>
        </p:nvSpPr>
        <p:spPr>
          <a:xfrm>
            <a:off x="1607809" y="5232870"/>
            <a:ext cx="496341" cy="4170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911796" y="5032559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</a:t>
            </a:r>
          </a:p>
        </p:txBody>
      </p:sp>
      <p:sp>
        <p:nvSpPr>
          <p:cNvPr id="70" name="Isosceles Triangle 69"/>
          <p:cNvSpPr/>
          <p:nvPr/>
        </p:nvSpPr>
        <p:spPr>
          <a:xfrm>
            <a:off x="2570133" y="5244912"/>
            <a:ext cx="496341" cy="566200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805130" y="495456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04407" y="388100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13268" y="6211670"/>
            <a:ext cx="9354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We know the AVL tree invariant held before, so the left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can only take one of three forms.</a:t>
            </a:r>
          </a:p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But that’s not all we know! </a:t>
            </a:r>
          </a:p>
        </p:txBody>
      </p:sp>
    </p:spTree>
    <p:extLst>
      <p:ext uri="{BB962C8B-B14F-4D97-AF65-F5344CB8AC3E}">
        <p14:creationId xmlns:p14="http://schemas.microsoft.com/office/powerpoint/2010/main" val="2521556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onut 45"/>
          <p:cNvSpPr/>
          <p:nvPr/>
        </p:nvSpPr>
        <p:spPr>
          <a:xfrm>
            <a:off x="3084296" y="1930787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>
            <a:stCxn id="46" idx="5"/>
            <a:endCxn id="50" idx="0"/>
          </p:cNvCxnSpPr>
          <p:nvPr/>
        </p:nvCxnSpPr>
        <p:spPr>
          <a:xfrm>
            <a:off x="3269063" y="212785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6" idx="3"/>
            <a:endCxn id="53" idx="0"/>
          </p:cNvCxnSpPr>
          <p:nvPr/>
        </p:nvCxnSpPr>
        <p:spPr>
          <a:xfrm flipH="1">
            <a:off x="2368706" y="212785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317872" y="18315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50" name="Isosceles Triangle 49"/>
          <p:cNvSpPr/>
          <p:nvPr/>
        </p:nvSpPr>
        <p:spPr>
          <a:xfrm>
            <a:off x="3653003" y="256157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34991" y="237690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95503" y="237454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53" name="Donut 52"/>
          <p:cNvSpPr/>
          <p:nvPr/>
        </p:nvSpPr>
        <p:spPr>
          <a:xfrm>
            <a:off x="2260472" y="2589382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4" name="Straight Arrow Connector 53"/>
          <p:cNvCxnSpPr>
            <a:stCxn id="53" idx="3"/>
            <a:endCxn id="56" idx="0"/>
          </p:cNvCxnSpPr>
          <p:nvPr/>
        </p:nvCxnSpPr>
        <p:spPr>
          <a:xfrm flipH="1">
            <a:off x="1861650" y="2786454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3" idx="5"/>
            <a:endCxn id="22" idx="0"/>
          </p:cNvCxnSpPr>
          <p:nvPr/>
        </p:nvCxnSpPr>
        <p:spPr>
          <a:xfrm>
            <a:off x="2445239" y="2786454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>
            <a:off x="1613479" y="3127774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917466" y="292746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22" name="Isosceles Triangle 21"/>
          <p:cNvSpPr/>
          <p:nvPr/>
        </p:nvSpPr>
        <p:spPr>
          <a:xfrm>
            <a:off x="2575803" y="3139816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10800" y="284946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26" name="Donut 25"/>
          <p:cNvSpPr/>
          <p:nvPr/>
        </p:nvSpPr>
        <p:spPr>
          <a:xfrm>
            <a:off x="3084296" y="43879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7" name="Straight Arrow Connector 26"/>
          <p:cNvCxnSpPr>
            <a:stCxn id="26" idx="5"/>
            <a:endCxn id="30" idx="0"/>
          </p:cNvCxnSpPr>
          <p:nvPr/>
        </p:nvCxnSpPr>
        <p:spPr>
          <a:xfrm>
            <a:off x="3269063" y="240951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6" idx="3"/>
            <a:endCxn id="33" idx="0"/>
          </p:cNvCxnSpPr>
          <p:nvPr/>
        </p:nvCxnSpPr>
        <p:spPr>
          <a:xfrm flipH="1">
            <a:off x="2368706" y="240951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317872" y="-5538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30" name="Isosceles Triangle 29"/>
          <p:cNvSpPr/>
          <p:nvPr/>
        </p:nvSpPr>
        <p:spPr>
          <a:xfrm>
            <a:off x="3653003" y="674666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34991" y="489999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5503" y="48763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33" name="Donut 32"/>
          <p:cNvSpPr/>
          <p:nvPr/>
        </p:nvSpPr>
        <p:spPr>
          <a:xfrm>
            <a:off x="2260472" y="702474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34" name="Straight Arrow Connector 33"/>
          <p:cNvCxnSpPr>
            <a:stCxn id="33" idx="3"/>
            <a:endCxn id="36" idx="0"/>
          </p:cNvCxnSpPr>
          <p:nvPr/>
        </p:nvCxnSpPr>
        <p:spPr>
          <a:xfrm flipH="1">
            <a:off x="1861650" y="899546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3" idx="5"/>
            <a:endCxn id="38" idx="0"/>
          </p:cNvCxnSpPr>
          <p:nvPr/>
        </p:nvCxnSpPr>
        <p:spPr>
          <a:xfrm>
            <a:off x="2445239" y="899546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>
            <a:off x="1613479" y="1240866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917466" y="104055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38" name="Isosceles Triangle 37"/>
          <p:cNvSpPr/>
          <p:nvPr/>
        </p:nvSpPr>
        <p:spPr>
          <a:xfrm>
            <a:off x="2575803" y="1252909"/>
            <a:ext cx="496341" cy="38220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10800" y="962556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</a:t>
            </a:r>
          </a:p>
        </p:txBody>
      </p:sp>
      <p:sp>
        <p:nvSpPr>
          <p:cNvPr id="41" name="Donut 40"/>
          <p:cNvSpPr/>
          <p:nvPr/>
        </p:nvSpPr>
        <p:spPr>
          <a:xfrm>
            <a:off x="3078626" y="4035883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2" name="Straight Arrow Connector 41"/>
          <p:cNvCxnSpPr>
            <a:stCxn id="41" idx="5"/>
            <a:endCxn id="44" idx="0"/>
          </p:cNvCxnSpPr>
          <p:nvPr/>
        </p:nvCxnSpPr>
        <p:spPr>
          <a:xfrm>
            <a:off x="3263393" y="4232955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41" idx="3"/>
            <a:endCxn id="65" idx="0"/>
          </p:cNvCxnSpPr>
          <p:nvPr/>
        </p:nvCxnSpPr>
        <p:spPr>
          <a:xfrm flipH="1">
            <a:off x="2363036" y="4232955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>
            <a:off x="3647333" y="4666670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9321" y="448200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89833" y="4479639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65" name="Donut 64"/>
          <p:cNvSpPr/>
          <p:nvPr/>
        </p:nvSpPr>
        <p:spPr>
          <a:xfrm>
            <a:off x="2254802" y="4694478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6" name="Straight Arrow Connector 65"/>
          <p:cNvCxnSpPr>
            <a:stCxn id="65" idx="3"/>
            <a:endCxn id="68" idx="0"/>
          </p:cNvCxnSpPr>
          <p:nvPr/>
        </p:nvCxnSpPr>
        <p:spPr>
          <a:xfrm flipH="1">
            <a:off x="1855980" y="4891550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65" idx="5"/>
            <a:endCxn id="70" idx="0"/>
          </p:cNvCxnSpPr>
          <p:nvPr/>
        </p:nvCxnSpPr>
        <p:spPr>
          <a:xfrm>
            <a:off x="2439569" y="4891550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Isosceles Triangle 67"/>
          <p:cNvSpPr/>
          <p:nvPr/>
        </p:nvSpPr>
        <p:spPr>
          <a:xfrm>
            <a:off x="1607809" y="5232870"/>
            <a:ext cx="496341" cy="4170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911796" y="5032559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</a:t>
            </a:r>
          </a:p>
        </p:txBody>
      </p:sp>
      <p:sp>
        <p:nvSpPr>
          <p:cNvPr id="70" name="Isosceles Triangle 69"/>
          <p:cNvSpPr/>
          <p:nvPr/>
        </p:nvSpPr>
        <p:spPr>
          <a:xfrm>
            <a:off x="2570133" y="5244912"/>
            <a:ext cx="496341" cy="566200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805130" y="495456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04407" y="388100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4389112" y="487636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6" name="Donut 75"/>
          <p:cNvSpPr/>
          <p:nvPr/>
        </p:nvSpPr>
        <p:spPr>
          <a:xfrm>
            <a:off x="7998422" y="128458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77" name="Straight Arrow Connector 76"/>
          <p:cNvCxnSpPr>
            <a:stCxn id="76" idx="5"/>
            <a:endCxn id="80" idx="0"/>
          </p:cNvCxnSpPr>
          <p:nvPr/>
        </p:nvCxnSpPr>
        <p:spPr>
          <a:xfrm>
            <a:off x="8183189" y="325530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78" name="Straight Arrow Connector 77"/>
          <p:cNvCxnSpPr>
            <a:stCxn id="76" idx="3"/>
            <a:endCxn id="83" idx="0"/>
          </p:cNvCxnSpPr>
          <p:nvPr/>
        </p:nvCxnSpPr>
        <p:spPr>
          <a:xfrm flipH="1">
            <a:off x="7282832" y="325530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79" name="TextBox 78"/>
          <p:cNvSpPr txBox="1"/>
          <p:nvPr/>
        </p:nvSpPr>
        <p:spPr>
          <a:xfrm>
            <a:off x="8231998" y="2919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h+1</a:t>
            </a:r>
          </a:p>
        </p:txBody>
      </p:sp>
      <p:sp>
        <p:nvSpPr>
          <p:cNvPr id="80" name="Isosceles Triangle 79"/>
          <p:cNvSpPr/>
          <p:nvPr/>
        </p:nvSpPr>
        <p:spPr>
          <a:xfrm>
            <a:off x="8567129" y="759245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349117" y="57457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09629" y="57221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83" name="Donut 82"/>
          <p:cNvSpPr/>
          <p:nvPr/>
        </p:nvSpPr>
        <p:spPr>
          <a:xfrm>
            <a:off x="7174598" y="787053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84" name="Straight Arrow Connector 83"/>
          <p:cNvCxnSpPr>
            <a:stCxn id="83" idx="3"/>
            <a:endCxn id="86" idx="0"/>
          </p:cNvCxnSpPr>
          <p:nvPr/>
        </p:nvCxnSpPr>
        <p:spPr>
          <a:xfrm flipH="1">
            <a:off x="6775776" y="984125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85" name="Straight Arrow Connector 84"/>
          <p:cNvCxnSpPr>
            <a:stCxn id="83" idx="5"/>
            <a:endCxn id="89" idx="0"/>
          </p:cNvCxnSpPr>
          <p:nvPr/>
        </p:nvCxnSpPr>
        <p:spPr>
          <a:xfrm>
            <a:off x="7359365" y="984125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86" name="Isosceles Triangle 85"/>
          <p:cNvSpPr/>
          <p:nvPr/>
        </p:nvSpPr>
        <p:spPr>
          <a:xfrm>
            <a:off x="6527605" y="1325445"/>
            <a:ext cx="496341" cy="802414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831592" y="112513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89" name="Isosceles Triangle 88"/>
          <p:cNvSpPr/>
          <p:nvPr/>
        </p:nvSpPr>
        <p:spPr>
          <a:xfrm>
            <a:off x="7489929" y="1337488"/>
            <a:ext cx="496341" cy="38220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724926" y="104713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</a:t>
            </a:r>
          </a:p>
        </p:txBody>
      </p:sp>
      <p:sp>
        <p:nvSpPr>
          <p:cNvPr id="91" name="Donut 90"/>
          <p:cNvSpPr/>
          <p:nvPr/>
        </p:nvSpPr>
        <p:spPr>
          <a:xfrm>
            <a:off x="8195342" y="4027083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2" name="Straight Arrow Connector 91"/>
          <p:cNvCxnSpPr>
            <a:stCxn id="91" idx="5"/>
            <a:endCxn id="94" idx="0"/>
          </p:cNvCxnSpPr>
          <p:nvPr/>
        </p:nvCxnSpPr>
        <p:spPr>
          <a:xfrm>
            <a:off x="8380109" y="4224155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93" name="Straight Arrow Connector 92"/>
          <p:cNvCxnSpPr>
            <a:stCxn id="91" idx="3"/>
            <a:endCxn id="97" idx="0"/>
          </p:cNvCxnSpPr>
          <p:nvPr/>
        </p:nvCxnSpPr>
        <p:spPr>
          <a:xfrm flipH="1">
            <a:off x="7479752" y="4224155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94" name="Isosceles Triangle 93"/>
          <p:cNvSpPr/>
          <p:nvPr/>
        </p:nvSpPr>
        <p:spPr>
          <a:xfrm>
            <a:off x="8764049" y="4657870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546037" y="447320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06549" y="4470839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97" name="Donut 96"/>
          <p:cNvSpPr/>
          <p:nvPr/>
        </p:nvSpPr>
        <p:spPr>
          <a:xfrm>
            <a:off x="7371518" y="4685678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8" name="Straight Arrow Connector 97"/>
          <p:cNvCxnSpPr>
            <a:stCxn id="97" idx="3"/>
            <a:endCxn id="100" idx="0"/>
          </p:cNvCxnSpPr>
          <p:nvPr/>
        </p:nvCxnSpPr>
        <p:spPr>
          <a:xfrm flipH="1">
            <a:off x="6972696" y="4882750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99" name="Straight Arrow Connector 98"/>
          <p:cNvCxnSpPr>
            <a:stCxn id="97" idx="5"/>
          </p:cNvCxnSpPr>
          <p:nvPr/>
        </p:nvCxnSpPr>
        <p:spPr>
          <a:xfrm>
            <a:off x="7556285" y="4882750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00" name="Isosceles Triangle 99"/>
          <p:cNvSpPr/>
          <p:nvPr/>
        </p:nvSpPr>
        <p:spPr>
          <a:xfrm>
            <a:off x="6724525" y="5224070"/>
            <a:ext cx="496341" cy="4170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028512" y="5023759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21846" y="494576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21123" y="387220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h+1</a:t>
            </a:r>
          </a:p>
        </p:txBody>
      </p:sp>
      <p:sp>
        <p:nvSpPr>
          <p:cNvPr id="105" name="Right Arrow 104"/>
          <p:cNvSpPr/>
          <p:nvPr/>
        </p:nvSpPr>
        <p:spPr>
          <a:xfrm>
            <a:off x="4389112" y="4586016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4" name="Isosceles Triangle 73"/>
          <p:cNvSpPr/>
          <p:nvPr/>
        </p:nvSpPr>
        <p:spPr>
          <a:xfrm>
            <a:off x="7686849" y="5232870"/>
            <a:ext cx="496341" cy="802414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-21076593" y="6211669"/>
            <a:ext cx="89081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In the first case and last case above, an insertion that causes the AVL height invariant to be </a:t>
            </a:r>
          </a:p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violated would </a:t>
            </a:r>
            <a:r>
              <a:rPr lang="en-US" i="1" dirty="0">
                <a:solidFill>
                  <a:prstClr val="black"/>
                </a:solidFill>
                <a:latin typeface="Calibri"/>
              </a:rPr>
              <a:t>also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cause a violation lower in the tree. That means these cases </a:t>
            </a:r>
            <a:r>
              <a:rPr lang="en-US" i="1" dirty="0">
                <a:solidFill>
                  <a:prstClr val="black"/>
                </a:solidFill>
                <a:latin typeface="Calibri"/>
              </a:rPr>
              <a:t>can’t happen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</a:t>
            </a:r>
          </a:p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because of the </a:t>
            </a:r>
            <a:r>
              <a:rPr lang="en-US">
                <a:solidFill>
                  <a:prstClr val="black"/>
                </a:solidFill>
                <a:latin typeface="Calibri"/>
              </a:rPr>
              <a:t>inv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5181978" y="2618881"/>
            <a:ext cx="60024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000" dirty="0">
                <a:solidFill>
                  <a:prstClr val="black"/>
                </a:solidFill>
                <a:latin typeface="Calibri"/>
              </a:rPr>
              <a:t>The first and the last of these three trees are </a:t>
            </a:r>
            <a:r>
              <a:rPr lang="en-US" sz="2000" i="1" dirty="0">
                <a:solidFill>
                  <a:prstClr val="black"/>
                </a:solidFill>
                <a:latin typeface="Calibri"/>
              </a:rPr>
              <a:t>impossible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according to the original invariant, because they cause a violation lower in the tree!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33996" y="240952"/>
            <a:ext cx="7809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7200" b="1" dirty="0">
                <a:solidFill>
                  <a:srgbClr val="FF0000"/>
                </a:solidFill>
                <a:latin typeface="Calibri"/>
                <a:sym typeface="Wingdings 2"/>
              </a:rPr>
              <a:t></a:t>
            </a:r>
            <a:endParaRPr lang="en-US" sz="72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9733996" y="4423595"/>
            <a:ext cx="7809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7200" b="1" dirty="0">
                <a:solidFill>
                  <a:srgbClr val="FF0000"/>
                </a:solidFill>
                <a:latin typeface="Calibri"/>
                <a:sym typeface="Wingdings 2"/>
              </a:rPr>
              <a:t></a:t>
            </a:r>
            <a:endParaRPr lang="en-US" sz="7200" b="1" dirty="0">
              <a:solidFill>
                <a:srgbClr val="FF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349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0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onut 45"/>
          <p:cNvSpPr/>
          <p:nvPr/>
        </p:nvSpPr>
        <p:spPr>
          <a:xfrm>
            <a:off x="3084296" y="1930787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>
            <a:stCxn id="46" idx="5"/>
            <a:endCxn id="50" idx="0"/>
          </p:cNvCxnSpPr>
          <p:nvPr/>
        </p:nvCxnSpPr>
        <p:spPr>
          <a:xfrm>
            <a:off x="3269063" y="212785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6" idx="3"/>
            <a:endCxn id="53" idx="0"/>
          </p:cNvCxnSpPr>
          <p:nvPr/>
        </p:nvCxnSpPr>
        <p:spPr>
          <a:xfrm flipH="1">
            <a:off x="2368706" y="212785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317872" y="18315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50" name="Isosceles Triangle 49"/>
          <p:cNvSpPr/>
          <p:nvPr/>
        </p:nvSpPr>
        <p:spPr>
          <a:xfrm>
            <a:off x="3653003" y="256157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34991" y="237690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95503" y="237454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53" name="Donut 52"/>
          <p:cNvSpPr/>
          <p:nvPr/>
        </p:nvSpPr>
        <p:spPr>
          <a:xfrm>
            <a:off x="2260472" y="2589382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4" name="Straight Arrow Connector 53"/>
          <p:cNvCxnSpPr>
            <a:stCxn id="53" idx="3"/>
            <a:endCxn id="56" idx="0"/>
          </p:cNvCxnSpPr>
          <p:nvPr/>
        </p:nvCxnSpPr>
        <p:spPr>
          <a:xfrm flipH="1">
            <a:off x="1861650" y="2786454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3" idx="5"/>
            <a:endCxn id="22" idx="0"/>
          </p:cNvCxnSpPr>
          <p:nvPr/>
        </p:nvCxnSpPr>
        <p:spPr>
          <a:xfrm>
            <a:off x="2445239" y="2786454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>
            <a:off x="1613479" y="3127774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917466" y="292746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22" name="Isosceles Triangle 21"/>
          <p:cNvSpPr/>
          <p:nvPr/>
        </p:nvSpPr>
        <p:spPr>
          <a:xfrm>
            <a:off x="2575803" y="3139816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10800" y="284946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81" name="Right Arrow 80"/>
          <p:cNvSpPr/>
          <p:nvPr/>
        </p:nvSpPr>
        <p:spPr>
          <a:xfrm rot="20770539">
            <a:off x="4870716" y="1167185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insertion into 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far left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2" name="Right Arrow 81"/>
          <p:cNvSpPr/>
          <p:nvPr/>
        </p:nvSpPr>
        <p:spPr>
          <a:xfrm rot="851482">
            <a:off x="4750837" y="3600226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insertion into middle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3" name="Donut 82"/>
          <p:cNvSpPr/>
          <p:nvPr/>
        </p:nvSpPr>
        <p:spPr>
          <a:xfrm>
            <a:off x="8836718" y="622499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84" name="Straight Arrow Connector 83"/>
          <p:cNvCxnSpPr>
            <a:stCxn id="83" idx="5"/>
            <a:endCxn id="87" idx="0"/>
          </p:cNvCxnSpPr>
          <p:nvPr/>
        </p:nvCxnSpPr>
        <p:spPr>
          <a:xfrm>
            <a:off x="9021485" y="819571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85" name="Straight Arrow Connector 84"/>
          <p:cNvCxnSpPr>
            <a:stCxn id="83" idx="3"/>
            <a:endCxn id="91" idx="0"/>
          </p:cNvCxnSpPr>
          <p:nvPr/>
        </p:nvCxnSpPr>
        <p:spPr>
          <a:xfrm flipH="1">
            <a:off x="8121128" y="819571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86" name="TextBox 85"/>
          <p:cNvSpPr txBox="1"/>
          <p:nvPr/>
        </p:nvSpPr>
        <p:spPr>
          <a:xfrm>
            <a:off x="9070294" y="52324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h+1</a:t>
            </a:r>
          </a:p>
        </p:txBody>
      </p:sp>
      <p:sp>
        <p:nvSpPr>
          <p:cNvPr id="87" name="Isosceles Triangle 86"/>
          <p:cNvSpPr/>
          <p:nvPr/>
        </p:nvSpPr>
        <p:spPr>
          <a:xfrm>
            <a:off x="9405425" y="1253286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187413" y="106861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47925" y="106625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91" name="Donut 90"/>
          <p:cNvSpPr/>
          <p:nvPr/>
        </p:nvSpPr>
        <p:spPr>
          <a:xfrm>
            <a:off x="8012894" y="1281094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2" name="Straight Arrow Connector 91"/>
          <p:cNvCxnSpPr>
            <a:stCxn id="91" idx="3"/>
            <a:endCxn id="98" idx="0"/>
          </p:cNvCxnSpPr>
          <p:nvPr/>
        </p:nvCxnSpPr>
        <p:spPr>
          <a:xfrm flipH="1">
            <a:off x="7614072" y="1478167"/>
            <a:ext cx="430523" cy="3413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91" idx="5"/>
            <a:endCxn id="96" idx="0"/>
          </p:cNvCxnSpPr>
          <p:nvPr/>
        </p:nvCxnSpPr>
        <p:spPr>
          <a:xfrm>
            <a:off x="8197661" y="1478166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7669888" y="161917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96" name="Isosceles Triangle 95"/>
          <p:cNvSpPr/>
          <p:nvPr/>
        </p:nvSpPr>
        <p:spPr>
          <a:xfrm>
            <a:off x="8328225" y="1831528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563222" y="1541176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98" name="Isosceles Triangle 97"/>
          <p:cNvSpPr/>
          <p:nvPr/>
        </p:nvSpPr>
        <p:spPr>
          <a:xfrm>
            <a:off x="7365901" y="1819485"/>
            <a:ext cx="496341" cy="802414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9" name="Donut 98"/>
          <p:cNvSpPr/>
          <p:nvPr/>
        </p:nvSpPr>
        <p:spPr>
          <a:xfrm>
            <a:off x="8824389" y="3309511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00" name="Straight Arrow Connector 99"/>
          <p:cNvCxnSpPr>
            <a:stCxn id="99" idx="5"/>
            <a:endCxn id="103" idx="0"/>
          </p:cNvCxnSpPr>
          <p:nvPr/>
        </p:nvCxnSpPr>
        <p:spPr>
          <a:xfrm>
            <a:off x="9009156" y="3506583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01" name="Straight Arrow Connector 100"/>
          <p:cNvCxnSpPr>
            <a:stCxn id="99" idx="3"/>
            <a:endCxn id="106" idx="0"/>
          </p:cNvCxnSpPr>
          <p:nvPr/>
        </p:nvCxnSpPr>
        <p:spPr>
          <a:xfrm flipH="1">
            <a:off x="8108799" y="3506583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02" name="TextBox 101"/>
          <p:cNvSpPr txBox="1"/>
          <p:nvPr/>
        </p:nvSpPr>
        <p:spPr>
          <a:xfrm>
            <a:off x="9057965" y="321025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h+1</a:t>
            </a:r>
          </a:p>
        </p:txBody>
      </p:sp>
      <p:sp>
        <p:nvSpPr>
          <p:cNvPr id="103" name="Isosceles Triangle 102"/>
          <p:cNvSpPr/>
          <p:nvPr/>
        </p:nvSpPr>
        <p:spPr>
          <a:xfrm>
            <a:off x="9393096" y="3940298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8175084" y="375563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35596" y="375326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06" name="Donut 105"/>
          <p:cNvSpPr/>
          <p:nvPr/>
        </p:nvSpPr>
        <p:spPr>
          <a:xfrm>
            <a:off x="8000565" y="3968106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07" name="Straight Arrow Connector 106"/>
          <p:cNvCxnSpPr>
            <a:stCxn id="106" idx="5"/>
            <a:endCxn id="112" idx="0"/>
          </p:cNvCxnSpPr>
          <p:nvPr/>
        </p:nvCxnSpPr>
        <p:spPr>
          <a:xfrm>
            <a:off x="8185332" y="4165178"/>
            <a:ext cx="380418" cy="372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106" idx="3"/>
            <a:endCxn id="110" idx="0"/>
          </p:cNvCxnSpPr>
          <p:nvPr/>
        </p:nvCxnSpPr>
        <p:spPr>
          <a:xfrm flipH="1">
            <a:off x="7614071" y="4165178"/>
            <a:ext cx="41819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657559" y="430618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10" name="Isosceles Triangle 109"/>
          <p:cNvSpPr/>
          <p:nvPr/>
        </p:nvSpPr>
        <p:spPr>
          <a:xfrm>
            <a:off x="7365901" y="4518540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550893" y="4228188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112" name="Isosceles Triangle 111"/>
          <p:cNvSpPr/>
          <p:nvPr/>
        </p:nvSpPr>
        <p:spPr>
          <a:xfrm>
            <a:off x="8317580" y="4537338"/>
            <a:ext cx="496341" cy="802414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524000" y="621167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So we’re left with this picture for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rebalance_left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: 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two possible ways that BST insertion could have violated the AVL height invariant at the root.</a:t>
            </a:r>
          </a:p>
        </p:txBody>
      </p:sp>
    </p:spTree>
    <p:extLst>
      <p:ext uri="{BB962C8B-B14F-4D97-AF65-F5344CB8AC3E}">
        <p14:creationId xmlns:p14="http://schemas.microsoft.com/office/powerpoint/2010/main" val="3121384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onut 45"/>
          <p:cNvSpPr/>
          <p:nvPr/>
        </p:nvSpPr>
        <p:spPr>
          <a:xfrm>
            <a:off x="3084296" y="1930787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>
            <a:stCxn id="46" idx="5"/>
            <a:endCxn id="50" idx="0"/>
          </p:cNvCxnSpPr>
          <p:nvPr/>
        </p:nvCxnSpPr>
        <p:spPr>
          <a:xfrm>
            <a:off x="3269063" y="212785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6" idx="3"/>
            <a:endCxn id="53" idx="0"/>
          </p:cNvCxnSpPr>
          <p:nvPr/>
        </p:nvCxnSpPr>
        <p:spPr>
          <a:xfrm flipH="1">
            <a:off x="2368706" y="212785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317872" y="18315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50" name="Isosceles Triangle 49"/>
          <p:cNvSpPr/>
          <p:nvPr/>
        </p:nvSpPr>
        <p:spPr>
          <a:xfrm>
            <a:off x="3653003" y="256157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34991" y="237690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95503" y="237454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53" name="Donut 52"/>
          <p:cNvSpPr/>
          <p:nvPr/>
        </p:nvSpPr>
        <p:spPr>
          <a:xfrm>
            <a:off x="2260472" y="2589382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4" name="Straight Arrow Connector 53"/>
          <p:cNvCxnSpPr>
            <a:stCxn id="53" idx="3"/>
            <a:endCxn id="56" idx="0"/>
          </p:cNvCxnSpPr>
          <p:nvPr/>
        </p:nvCxnSpPr>
        <p:spPr>
          <a:xfrm flipH="1">
            <a:off x="1861650" y="2786454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3" idx="5"/>
            <a:endCxn id="22" idx="0"/>
          </p:cNvCxnSpPr>
          <p:nvPr/>
        </p:nvCxnSpPr>
        <p:spPr>
          <a:xfrm>
            <a:off x="2445239" y="2786454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>
            <a:off x="1613479" y="3127774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917466" y="292746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22" name="Isosceles Triangle 21"/>
          <p:cNvSpPr/>
          <p:nvPr/>
        </p:nvSpPr>
        <p:spPr>
          <a:xfrm>
            <a:off x="2575803" y="3139816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10800" y="284946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81" name="Right Arrow 80"/>
          <p:cNvSpPr/>
          <p:nvPr/>
        </p:nvSpPr>
        <p:spPr>
          <a:xfrm rot="20770539">
            <a:off x="4870716" y="1167185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insertion into 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far left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3" name="Donut 82"/>
          <p:cNvSpPr/>
          <p:nvPr/>
        </p:nvSpPr>
        <p:spPr>
          <a:xfrm>
            <a:off x="8836718" y="622499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84" name="Straight Arrow Connector 83"/>
          <p:cNvCxnSpPr>
            <a:stCxn id="83" idx="5"/>
            <a:endCxn id="87" idx="0"/>
          </p:cNvCxnSpPr>
          <p:nvPr/>
        </p:nvCxnSpPr>
        <p:spPr>
          <a:xfrm>
            <a:off x="9021485" y="819571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85" name="Straight Arrow Connector 84"/>
          <p:cNvCxnSpPr>
            <a:stCxn id="83" idx="3"/>
            <a:endCxn id="91" idx="0"/>
          </p:cNvCxnSpPr>
          <p:nvPr/>
        </p:nvCxnSpPr>
        <p:spPr>
          <a:xfrm flipH="1">
            <a:off x="8121128" y="819571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86" name="TextBox 85"/>
          <p:cNvSpPr txBox="1"/>
          <p:nvPr/>
        </p:nvSpPr>
        <p:spPr>
          <a:xfrm>
            <a:off x="9070294" y="52324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h+1</a:t>
            </a:r>
          </a:p>
        </p:txBody>
      </p:sp>
      <p:sp>
        <p:nvSpPr>
          <p:cNvPr id="87" name="Isosceles Triangle 86"/>
          <p:cNvSpPr/>
          <p:nvPr/>
        </p:nvSpPr>
        <p:spPr>
          <a:xfrm>
            <a:off x="9405425" y="1253286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187413" y="106861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47925" y="106625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91" name="Donut 90"/>
          <p:cNvSpPr/>
          <p:nvPr/>
        </p:nvSpPr>
        <p:spPr>
          <a:xfrm>
            <a:off x="8012894" y="1281094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2" name="Straight Arrow Connector 91"/>
          <p:cNvCxnSpPr>
            <a:stCxn id="91" idx="3"/>
            <a:endCxn id="98" idx="0"/>
          </p:cNvCxnSpPr>
          <p:nvPr/>
        </p:nvCxnSpPr>
        <p:spPr>
          <a:xfrm flipH="1">
            <a:off x="7614072" y="1478167"/>
            <a:ext cx="430523" cy="3413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91" idx="5"/>
            <a:endCxn id="96" idx="0"/>
          </p:cNvCxnSpPr>
          <p:nvPr/>
        </p:nvCxnSpPr>
        <p:spPr>
          <a:xfrm>
            <a:off x="8197661" y="1478166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7669888" y="161917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96" name="Isosceles Triangle 95"/>
          <p:cNvSpPr/>
          <p:nvPr/>
        </p:nvSpPr>
        <p:spPr>
          <a:xfrm>
            <a:off x="8328225" y="1831528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563222" y="1541176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98" name="Isosceles Triangle 97"/>
          <p:cNvSpPr/>
          <p:nvPr/>
        </p:nvSpPr>
        <p:spPr>
          <a:xfrm>
            <a:off x="7365901" y="1819485"/>
            <a:ext cx="496341" cy="802414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24000" y="621167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endParaRPr lang="en-US" dirty="0">
              <a:solidFill>
                <a:prstClr val="black"/>
              </a:solidFill>
              <a:latin typeface="Calibri"/>
            </a:endParaRPr>
          </a:p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We can immediately see how to resolve the first case…</a:t>
            </a:r>
          </a:p>
        </p:txBody>
      </p:sp>
    </p:spTree>
    <p:extLst>
      <p:ext uri="{BB962C8B-B14F-4D97-AF65-F5344CB8AC3E}">
        <p14:creationId xmlns:p14="http://schemas.microsoft.com/office/powerpoint/2010/main" val="38647394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Donut 82"/>
          <p:cNvSpPr/>
          <p:nvPr/>
        </p:nvSpPr>
        <p:spPr>
          <a:xfrm>
            <a:off x="3362361" y="2071824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84" name="Straight Arrow Connector 83"/>
          <p:cNvCxnSpPr>
            <a:stCxn id="83" idx="5"/>
            <a:endCxn id="87" idx="0"/>
          </p:cNvCxnSpPr>
          <p:nvPr/>
        </p:nvCxnSpPr>
        <p:spPr>
          <a:xfrm>
            <a:off x="3547128" y="2268896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85" name="Straight Arrow Connector 84"/>
          <p:cNvCxnSpPr>
            <a:stCxn id="83" idx="3"/>
            <a:endCxn id="91" idx="0"/>
          </p:cNvCxnSpPr>
          <p:nvPr/>
        </p:nvCxnSpPr>
        <p:spPr>
          <a:xfrm flipH="1">
            <a:off x="2646771" y="2268896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86" name="TextBox 85"/>
          <p:cNvSpPr txBox="1"/>
          <p:nvPr/>
        </p:nvSpPr>
        <p:spPr>
          <a:xfrm>
            <a:off x="3595937" y="197256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h+1</a:t>
            </a:r>
          </a:p>
        </p:txBody>
      </p:sp>
      <p:sp>
        <p:nvSpPr>
          <p:cNvPr id="87" name="Isosceles Triangle 86"/>
          <p:cNvSpPr/>
          <p:nvPr/>
        </p:nvSpPr>
        <p:spPr>
          <a:xfrm>
            <a:off x="3931068" y="2702611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792629" y="262116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73568" y="251558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91" name="Donut 90"/>
          <p:cNvSpPr/>
          <p:nvPr/>
        </p:nvSpPr>
        <p:spPr>
          <a:xfrm>
            <a:off x="2538537" y="2730419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2" name="Straight Arrow Connector 91"/>
          <p:cNvCxnSpPr>
            <a:stCxn id="91" idx="3"/>
            <a:endCxn id="98" idx="0"/>
          </p:cNvCxnSpPr>
          <p:nvPr/>
        </p:nvCxnSpPr>
        <p:spPr>
          <a:xfrm flipH="1">
            <a:off x="2139715" y="2927492"/>
            <a:ext cx="430523" cy="3413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91" idx="5"/>
            <a:endCxn id="96" idx="0"/>
          </p:cNvCxnSpPr>
          <p:nvPr/>
        </p:nvCxnSpPr>
        <p:spPr>
          <a:xfrm>
            <a:off x="2723304" y="2927491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2195531" y="3068500"/>
            <a:ext cx="4908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96" name="Isosceles Triangle 95"/>
          <p:cNvSpPr/>
          <p:nvPr/>
        </p:nvSpPr>
        <p:spPr>
          <a:xfrm>
            <a:off x="2853868" y="3280853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088865" y="299050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98" name="Isosceles Triangle 97"/>
          <p:cNvSpPr/>
          <p:nvPr/>
        </p:nvSpPr>
        <p:spPr>
          <a:xfrm>
            <a:off x="1891544" y="3268810"/>
            <a:ext cx="496341" cy="802414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80599" y="367442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42923" y="348976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22785" y="288369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30274" y="23829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91629" y="177548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y</a:t>
            </a:r>
          </a:p>
        </p:txBody>
      </p:sp>
      <p:sp>
        <p:nvSpPr>
          <p:cNvPr id="61" name="Donut 60"/>
          <p:cNvSpPr/>
          <p:nvPr/>
        </p:nvSpPr>
        <p:spPr>
          <a:xfrm>
            <a:off x="8885472" y="2669368"/>
            <a:ext cx="216469" cy="230885"/>
          </a:xfrm>
          <a:prstGeom prst="don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2" name="Straight Arrow Connector 61"/>
          <p:cNvCxnSpPr>
            <a:stCxn id="61" idx="5"/>
            <a:endCxn id="65" idx="0"/>
          </p:cNvCxnSpPr>
          <p:nvPr/>
        </p:nvCxnSpPr>
        <p:spPr>
          <a:xfrm>
            <a:off x="9070239" y="2866441"/>
            <a:ext cx="194170" cy="3899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63" name="Straight Arrow Connector 62"/>
          <p:cNvCxnSpPr>
            <a:stCxn id="68" idx="5"/>
            <a:endCxn id="61" idx="0"/>
          </p:cNvCxnSpPr>
          <p:nvPr/>
        </p:nvCxnSpPr>
        <p:spPr>
          <a:xfrm>
            <a:off x="8330020" y="2256351"/>
            <a:ext cx="663686" cy="4130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64" name="TextBox 63"/>
          <p:cNvSpPr txBox="1"/>
          <p:nvPr/>
        </p:nvSpPr>
        <p:spPr>
          <a:xfrm>
            <a:off x="8388443" y="192775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65" name="Isosceles Triangle 64"/>
          <p:cNvSpPr/>
          <p:nvPr/>
        </p:nvSpPr>
        <p:spPr>
          <a:xfrm>
            <a:off x="9016239" y="3256358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079757" y="254561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72899" y="3023688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68" name="Donut 67"/>
          <p:cNvSpPr/>
          <p:nvPr/>
        </p:nvSpPr>
        <p:spPr>
          <a:xfrm>
            <a:off x="8145253" y="2059278"/>
            <a:ext cx="216469" cy="230885"/>
          </a:xfrm>
          <a:prstGeom prst="don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9" name="Straight Arrow Connector 68"/>
          <p:cNvCxnSpPr>
            <a:stCxn id="68" idx="3"/>
            <a:endCxn id="74" idx="0"/>
          </p:cNvCxnSpPr>
          <p:nvPr/>
        </p:nvCxnSpPr>
        <p:spPr>
          <a:xfrm flipH="1">
            <a:off x="7565431" y="2256351"/>
            <a:ext cx="611523" cy="76314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70" name="Straight Arrow Connector 69"/>
          <p:cNvCxnSpPr>
            <a:stCxn id="61" idx="3"/>
            <a:endCxn id="72" idx="0"/>
          </p:cNvCxnSpPr>
          <p:nvPr/>
        </p:nvCxnSpPr>
        <p:spPr>
          <a:xfrm flipH="1">
            <a:off x="8501658" y="2866441"/>
            <a:ext cx="415514" cy="3897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71" name="TextBox 70"/>
          <p:cNvSpPr txBox="1"/>
          <p:nvPr/>
        </p:nvSpPr>
        <p:spPr>
          <a:xfrm>
            <a:off x="7621247" y="2819189"/>
            <a:ext cx="4908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72" name="Isosceles Triangle 71"/>
          <p:cNvSpPr/>
          <p:nvPr/>
        </p:nvSpPr>
        <p:spPr>
          <a:xfrm>
            <a:off x="8253488" y="3256185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561475" y="3038828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74" name="Isosceles Triangle 73"/>
          <p:cNvSpPr/>
          <p:nvPr/>
        </p:nvSpPr>
        <p:spPr>
          <a:xfrm>
            <a:off x="7317260" y="3019499"/>
            <a:ext cx="496341" cy="802414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406315" y="342511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42543" y="34650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07956" y="345258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35420" y="18142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22703" y="23161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y</a:t>
            </a:r>
          </a:p>
        </p:txBody>
      </p:sp>
      <p:sp>
        <p:nvSpPr>
          <p:cNvPr id="94" name="Right Arrow 93"/>
          <p:cNvSpPr/>
          <p:nvPr/>
        </p:nvSpPr>
        <p:spPr>
          <a:xfrm>
            <a:off x="4896241" y="2409604"/>
            <a:ext cx="2175145" cy="1317793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rebalance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fixup</a:t>
            </a:r>
            <a:r>
              <a:rPr lang="en-US" dirty="0"/>
              <a:t>: single rotation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" y="621167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endParaRPr lang="en-US" dirty="0">
              <a:solidFill>
                <a:prstClr val="black"/>
              </a:solidFill>
              <a:latin typeface="Calibri"/>
            </a:endParaRPr>
          </a:p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…a single right rotation at the root.</a:t>
            </a:r>
          </a:p>
        </p:txBody>
      </p:sp>
    </p:spTree>
    <p:extLst>
      <p:ext uri="{BB962C8B-B14F-4D97-AF65-F5344CB8AC3E}">
        <p14:creationId xmlns:p14="http://schemas.microsoft.com/office/powerpoint/2010/main" val="21322912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onut 45"/>
          <p:cNvSpPr/>
          <p:nvPr/>
        </p:nvSpPr>
        <p:spPr>
          <a:xfrm>
            <a:off x="3084296" y="1930787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>
            <a:stCxn id="46" idx="5"/>
            <a:endCxn id="50" idx="0"/>
          </p:cNvCxnSpPr>
          <p:nvPr/>
        </p:nvCxnSpPr>
        <p:spPr>
          <a:xfrm>
            <a:off x="3269063" y="212785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6" idx="3"/>
            <a:endCxn id="53" idx="0"/>
          </p:cNvCxnSpPr>
          <p:nvPr/>
        </p:nvCxnSpPr>
        <p:spPr>
          <a:xfrm flipH="1">
            <a:off x="2368706" y="212785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317872" y="18315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50" name="Isosceles Triangle 49"/>
          <p:cNvSpPr/>
          <p:nvPr/>
        </p:nvSpPr>
        <p:spPr>
          <a:xfrm>
            <a:off x="3653003" y="256157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34991" y="237690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95503" y="237454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53" name="Donut 52"/>
          <p:cNvSpPr/>
          <p:nvPr/>
        </p:nvSpPr>
        <p:spPr>
          <a:xfrm>
            <a:off x="2260472" y="2589382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4" name="Straight Arrow Connector 53"/>
          <p:cNvCxnSpPr>
            <a:stCxn id="53" idx="3"/>
            <a:endCxn id="56" idx="0"/>
          </p:cNvCxnSpPr>
          <p:nvPr/>
        </p:nvCxnSpPr>
        <p:spPr>
          <a:xfrm flipH="1">
            <a:off x="1861650" y="2786454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3" idx="5"/>
            <a:endCxn id="22" idx="0"/>
          </p:cNvCxnSpPr>
          <p:nvPr/>
        </p:nvCxnSpPr>
        <p:spPr>
          <a:xfrm>
            <a:off x="2445239" y="2786454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>
            <a:off x="1613479" y="3127774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917466" y="292746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22" name="Isosceles Triangle 21"/>
          <p:cNvSpPr/>
          <p:nvPr/>
        </p:nvSpPr>
        <p:spPr>
          <a:xfrm>
            <a:off x="2575803" y="3139816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10800" y="284946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81" name="Right Arrow 80"/>
          <p:cNvSpPr/>
          <p:nvPr/>
        </p:nvSpPr>
        <p:spPr>
          <a:xfrm rot="20770539">
            <a:off x="4870716" y="1167185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insertion into 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far left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2" name="Right Arrow 81"/>
          <p:cNvSpPr/>
          <p:nvPr/>
        </p:nvSpPr>
        <p:spPr>
          <a:xfrm rot="851482">
            <a:off x="4750837" y="3600226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insertion into middle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3" name="Donut 82"/>
          <p:cNvSpPr/>
          <p:nvPr/>
        </p:nvSpPr>
        <p:spPr>
          <a:xfrm>
            <a:off x="8836718" y="622499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84" name="Straight Arrow Connector 83"/>
          <p:cNvCxnSpPr>
            <a:stCxn id="83" idx="5"/>
            <a:endCxn id="87" idx="0"/>
          </p:cNvCxnSpPr>
          <p:nvPr/>
        </p:nvCxnSpPr>
        <p:spPr>
          <a:xfrm>
            <a:off x="9021485" y="819571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85" name="Straight Arrow Connector 84"/>
          <p:cNvCxnSpPr>
            <a:stCxn id="83" idx="3"/>
            <a:endCxn id="91" idx="0"/>
          </p:cNvCxnSpPr>
          <p:nvPr/>
        </p:nvCxnSpPr>
        <p:spPr>
          <a:xfrm flipH="1">
            <a:off x="8121128" y="819571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86" name="TextBox 85"/>
          <p:cNvSpPr txBox="1"/>
          <p:nvPr/>
        </p:nvSpPr>
        <p:spPr>
          <a:xfrm>
            <a:off x="9070294" y="52324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h+1</a:t>
            </a:r>
          </a:p>
        </p:txBody>
      </p:sp>
      <p:sp>
        <p:nvSpPr>
          <p:cNvPr id="87" name="Isosceles Triangle 86"/>
          <p:cNvSpPr/>
          <p:nvPr/>
        </p:nvSpPr>
        <p:spPr>
          <a:xfrm>
            <a:off x="9405425" y="1253286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265953" y="112471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47925" y="106625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91" name="Donut 90"/>
          <p:cNvSpPr/>
          <p:nvPr/>
        </p:nvSpPr>
        <p:spPr>
          <a:xfrm>
            <a:off x="8012894" y="1281094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2" name="Straight Arrow Connector 91"/>
          <p:cNvCxnSpPr>
            <a:stCxn id="91" idx="3"/>
            <a:endCxn id="98" idx="0"/>
          </p:cNvCxnSpPr>
          <p:nvPr/>
        </p:nvCxnSpPr>
        <p:spPr>
          <a:xfrm flipH="1">
            <a:off x="7614072" y="1478167"/>
            <a:ext cx="430523" cy="3413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91" idx="5"/>
            <a:endCxn id="96" idx="0"/>
          </p:cNvCxnSpPr>
          <p:nvPr/>
        </p:nvCxnSpPr>
        <p:spPr>
          <a:xfrm>
            <a:off x="8197661" y="1478166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7669888" y="161917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96" name="Isosceles Triangle 95"/>
          <p:cNvSpPr/>
          <p:nvPr/>
        </p:nvSpPr>
        <p:spPr>
          <a:xfrm>
            <a:off x="8328225" y="1831528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563222" y="1541176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98" name="Isosceles Triangle 97"/>
          <p:cNvSpPr/>
          <p:nvPr/>
        </p:nvSpPr>
        <p:spPr>
          <a:xfrm>
            <a:off x="7365901" y="1819485"/>
            <a:ext cx="496341" cy="802414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9" name="Donut 98"/>
          <p:cNvSpPr/>
          <p:nvPr/>
        </p:nvSpPr>
        <p:spPr>
          <a:xfrm>
            <a:off x="8824389" y="3309511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00" name="Straight Arrow Connector 99"/>
          <p:cNvCxnSpPr>
            <a:stCxn id="99" idx="5"/>
            <a:endCxn id="103" idx="0"/>
          </p:cNvCxnSpPr>
          <p:nvPr/>
        </p:nvCxnSpPr>
        <p:spPr>
          <a:xfrm>
            <a:off x="9009156" y="3506583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01" name="Straight Arrow Connector 100"/>
          <p:cNvCxnSpPr>
            <a:stCxn id="99" idx="3"/>
            <a:endCxn id="106" idx="0"/>
          </p:cNvCxnSpPr>
          <p:nvPr/>
        </p:nvCxnSpPr>
        <p:spPr>
          <a:xfrm flipH="1">
            <a:off x="8108799" y="3506583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02" name="TextBox 101"/>
          <p:cNvSpPr txBox="1"/>
          <p:nvPr/>
        </p:nvSpPr>
        <p:spPr>
          <a:xfrm>
            <a:off x="9057965" y="321025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h+1</a:t>
            </a:r>
          </a:p>
        </p:txBody>
      </p:sp>
      <p:sp>
        <p:nvSpPr>
          <p:cNvPr id="103" name="Isosceles Triangle 102"/>
          <p:cNvSpPr/>
          <p:nvPr/>
        </p:nvSpPr>
        <p:spPr>
          <a:xfrm>
            <a:off x="9393096" y="3940298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8253624" y="381173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35596" y="375326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06" name="Donut 105"/>
          <p:cNvSpPr/>
          <p:nvPr/>
        </p:nvSpPr>
        <p:spPr>
          <a:xfrm>
            <a:off x="8000565" y="3968106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07" name="Straight Arrow Connector 106"/>
          <p:cNvCxnSpPr>
            <a:stCxn id="106" idx="5"/>
            <a:endCxn id="112" idx="0"/>
          </p:cNvCxnSpPr>
          <p:nvPr/>
        </p:nvCxnSpPr>
        <p:spPr>
          <a:xfrm>
            <a:off x="8185332" y="4165178"/>
            <a:ext cx="380418" cy="372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106" idx="3"/>
            <a:endCxn id="110" idx="0"/>
          </p:cNvCxnSpPr>
          <p:nvPr/>
        </p:nvCxnSpPr>
        <p:spPr>
          <a:xfrm flipH="1">
            <a:off x="7614071" y="4165178"/>
            <a:ext cx="41819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657559" y="430618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10" name="Isosceles Triangle 109"/>
          <p:cNvSpPr/>
          <p:nvPr/>
        </p:nvSpPr>
        <p:spPr>
          <a:xfrm>
            <a:off x="7365901" y="4518540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550893" y="4228188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112" name="Isosceles Triangle 111"/>
          <p:cNvSpPr/>
          <p:nvPr/>
        </p:nvSpPr>
        <p:spPr>
          <a:xfrm>
            <a:off x="8317580" y="4537338"/>
            <a:ext cx="496341" cy="802414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524000" y="621167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endParaRPr lang="en-US" dirty="0">
              <a:solidFill>
                <a:prstClr val="black"/>
              </a:solidFill>
              <a:latin typeface="Calibri"/>
            </a:endParaRPr>
          </a:p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That takes care of the first case…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5639" y="378902"/>
            <a:ext cx="8915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7200" b="1" dirty="0">
                <a:solidFill>
                  <a:srgbClr val="00B050"/>
                </a:solidFill>
                <a:latin typeface="Calibri"/>
                <a:sym typeface="Wingdings 2"/>
              </a:rPr>
              <a:t></a:t>
            </a:r>
            <a:endParaRPr lang="en-US" sz="7200" b="1" dirty="0">
              <a:solidFill>
                <a:srgbClr val="00B05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21540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onut 45"/>
          <p:cNvSpPr/>
          <p:nvPr/>
        </p:nvSpPr>
        <p:spPr>
          <a:xfrm>
            <a:off x="3084296" y="1930787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>
            <a:stCxn id="46" idx="5"/>
            <a:endCxn id="50" idx="0"/>
          </p:cNvCxnSpPr>
          <p:nvPr/>
        </p:nvCxnSpPr>
        <p:spPr>
          <a:xfrm>
            <a:off x="3269063" y="212785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6" idx="3"/>
            <a:endCxn id="53" idx="0"/>
          </p:cNvCxnSpPr>
          <p:nvPr/>
        </p:nvCxnSpPr>
        <p:spPr>
          <a:xfrm flipH="1">
            <a:off x="2368706" y="212785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317872" y="18315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50" name="Isosceles Triangle 49"/>
          <p:cNvSpPr/>
          <p:nvPr/>
        </p:nvSpPr>
        <p:spPr>
          <a:xfrm>
            <a:off x="3653003" y="256157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34991" y="237690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95503" y="237454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53" name="Donut 52"/>
          <p:cNvSpPr/>
          <p:nvPr/>
        </p:nvSpPr>
        <p:spPr>
          <a:xfrm>
            <a:off x="2260472" y="2589382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4" name="Straight Arrow Connector 53"/>
          <p:cNvCxnSpPr>
            <a:stCxn id="53" idx="3"/>
            <a:endCxn id="56" idx="0"/>
          </p:cNvCxnSpPr>
          <p:nvPr/>
        </p:nvCxnSpPr>
        <p:spPr>
          <a:xfrm flipH="1">
            <a:off x="1861650" y="2786454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3" idx="5"/>
            <a:endCxn id="22" idx="0"/>
          </p:cNvCxnSpPr>
          <p:nvPr/>
        </p:nvCxnSpPr>
        <p:spPr>
          <a:xfrm>
            <a:off x="2445239" y="2786454"/>
            <a:ext cx="37873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>
            <a:off x="1613479" y="3127774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917466" y="292746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22" name="Isosceles Triangle 21"/>
          <p:cNvSpPr/>
          <p:nvPr/>
        </p:nvSpPr>
        <p:spPr>
          <a:xfrm>
            <a:off x="2575803" y="3139816"/>
            <a:ext cx="496341" cy="57824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10800" y="284946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82" name="Right Arrow 81"/>
          <p:cNvSpPr/>
          <p:nvPr/>
        </p:nvSpPr>
        <p:spPr>
          <a:xfrm rot="851482">
            <a:off x="4750837" y="3600226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insertion into middle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9" name="Donut 98"/>
          <p:cNvSpPr/>
          <p:nvPr/>
        </p:nvSpPr>
        <p:spPr>
          <a:xfrm>
            <a:off x="8824389" y="3309511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00" name="Straight Arrow Connector 99"/>
          <p:cNvCxnSpPr>
            <a:stCxn id="99" idx="5"/>
            <a:endCxn id="103" idx="0"/>
          </p:cNvCxnSpPr>
          <p:nvPr/>
        </p:nvCxnSpPr>
        <p:spPr>
          <a:xfrm>
            <a:off x="9009156" y="3506583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01" name="Straight Arrow Connector 100"/>
          <p:cNvCxnSpPr>
            <a:stCxn id="99" idx="3"/>
            <a:endCxn id="106" idx="0"/>
          </p:cNvCxnSpPr>
          <p:nvPr/>
        </p:nvCxnSpPr>
        <p:spPr>
          <a:xfrm flipH="1">
            <a:off x="8108799" y="3506583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02" name="TextBox 101"/>
          <p:cNvSpPr txBox="1"/>
          <p:nvPr/>
        </p:nvSpPr>
        <p:spPr>
          <a:xfrm>
            <a:off x="9057965" y="321025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h+1</a:t>
            </a:r>
          </a:p>
        </p:txBody>
      </p:sp>
      <p:sp>
        <p:nvSpPr>
          <p:cNvPr id="103" name="Isosceles Triangle 102"/>
          <p:cNvSpPr/>
          <p:nvPr/>
        </p:nvSpPr>
        <p:spPr>
          <a:xfrm>
            <a:off x="9393096" y="3940298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8175084" y="375563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35596" y="375326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06" name="Donut 105"/>
          <p:cNvSpPr/>
          <p:nvPr/>
        </p:nvSpPr>
        <p:spPr>
          <a:xfrm>
            <a:off x="8000565" y="3968106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07" name="Straight Arrow Connector 106"/>
          <p:cNvCxnSpPr>
            <a:stCxn id="106" idx="5"/>
            <a:endCxn id="112" idx="0"/>
          </p:cNvCxnSpPr>
          <p:nvPr/>
        </p:nvCxnSpPr>
        <p:spPr>
          <a:xfrm>
            <a:off x="8185332" y="4165178"/>
            <a:ext cx="380418" cy="372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106" idx="3"/>
            <a:endCxn id="110" idx="0"/>
          </p:cNvCxnSpPr>
          <p:nvPr/>
        </p:nvCxnSpPr>
        <p:spPr>
          <a:xfrm flipH="1">
            <a:off x="7614071" y="4165178"/>
            <a:ext cx="418194" cy="353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657559" y="430618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10" name="Isosceles Triangle 109"/>
          <p:cNvSpPr/>
          <p:nvPr/>
        </p:nvSpPr>
        <p:spPr>
          <a:xfrm>
            <a:off x="7365901" y="4518540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550893" y="4228188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112" name="Isosceles Triangle 111"/>
          <p:cNvSpPr/>
          <p:nvPr/>
        </p:nvSpPr>
        <p:spPr>
          <a:xfrm>
            <a:off x="8317580" y="4537338"/>
            <a:ext cx="496341" cy="802414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24000" y="621167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…now let’s look at the second case.</a:t>
            </a:r>
          </a:p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To see how this works, we’ll need to examine the structure of the middle tree.</a:t>
            </a:r>
          </a:p>
        </p:txBody>
      </p:sp>
    </p:spTree>
    <p:extLst>
      <p:ext uri="{BB962C8B-B14F-4D97-AF65-F5344CB8AC3E}">
        <p14:creationId xmlns:p14="http://schemas.microsoft.com/office/powerpoint/2010/main" val="11261626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onut 45"/>
          <p:cNvSpPr/>
          <p:nvPr/>
        </p:nvSpPr>
        <p:spPr>
          <a:xfrm>
            <a:off x="3084296" y="1930787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>
            <a:stCxn id="46" idx="5"/>
            <a:endCxn id="50" idx="0"/>
          </p:cNvCxnSpPr>
          <p:nvPr/>
        </p:nvCxnSpPr>
        <p:spPr>
          <a:xfrm>
            <a:off x="3269063" y="212785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6" idx="3"/>
            <a:endCxn id="53" idx="0"/>
          </p:cNvCxnSpPr>
          <p:nvPr/>
        </p:nvCxnSpPr>
        <p:spPr>
          <a:xfrm flipH="1">
            <a:off x="2368706" y="212785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317872" y="18315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50" name="Isosceles Triangle 49"/>
          <p:cNvSpPr/>
          <p:nvPr/>
        </p:nvSpPr>
        <p:spPr>
          <a:xfrm>
            <a:off x="3653003" y="256157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34991" y="237690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95503" y="237454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53" name="Donut 52"/>
          <p:cNvSpPr/>
          <p:nvPr/>
        </p:nvSpPr>
        <p:spPr>
          <a:xfrm>
            <a:off x="2260472" y="2589382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4" name="Straight Arrow Connector 53"/>
          <p:cNvCxnSpPr>
            <a:stCxn id="53" idx="3"/>
            <a:endCxn id="56" idx="0"/>
          </p:cNvCxnSpPr>
          <p:nvPr/>
        </p:nvCxnSpPr>
        <p:spPr>
          <a:xfrm flipH="1">
            <a:off x="1861650" y="2786454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3" idx="5"/>
            <a:endCxn id="58" idx="0"/>
          </p:cNvCxnSpPr>
          <p:nvPr/>
        </p:nvCxnSpPr>
        <p:spPr>
          <a:xfrm>
            <a:off x="2445239" y="2786454"/>
            <a:ext cx="378734" cy="3165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>
            <a:off x="1613479" y="3127774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935294" y="297610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58" name="Donut 57"/>
          <p:cNvSpPr/>
          <p:nvPr/>
        </p:nvSpPr>
        <p:spPr>
          <a:xfrm>
            <a:off x="2715739" y="3103031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9" name="Straight Arrow Connector 58"/>
          <p:cNvCxnSpPr>
            <a:stCxn id="58" idx="5"/>
            <a:endCxn id="62" idx="0"/>
          </p:cNvCxnSpPr>
          <p:nvPr/>
        </p:nvCxnSpPr>
        <p:spPr>
          <a:xfrm>
            <a:off x="2900506" y="3300104"/>
            <a:ext cx="300282" cy="433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8" idx="3"/>
            <a:endCxn id="61" idx="0"/>
          </p:cNvCxnSpPr>
          <p:nvPr/>
        </p:nvCxnSpPr>
        <p:spPr>
          <a:xfrm flipH="1">
            <a:off x="2467569" y="3300103"/>
            <a:ext cx="279871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>
            <a:off x="2219398" y="3733818"/>
            <a:ext cx="496341" cy="4486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2" name="Isosceles Triangle 61"/>
          <p:cNvSpPr/>
          <p:nvPr/>
        </p:nvSpPr>
        <p:spPr>
          <a:xfrm>
            <a:off x="2952618" y="3733819"/>
            <a:ext cx="496341" cy="27051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500635" y="354915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51848" y="3468799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17466" y="292746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4389111" y="2686539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3" name="Donut 82"/>
          <p:cNvSpPr/>
          <p:nvPr/>
        </p:nvSpPr>
        <p:spPr>
          <a:xfrm>
            <a:off x="8277109" y="1930787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84" name="Straight Arrow Connector 83"/>
          <p:cNvCxnSpPr>
            <a:stCxn id="83" idx="5"/>
            <a:endCxn id="87" idx="0"/>
          </p:cNvCxnSpPr>
          <p:nvPr/>
        </p:nvCxnSpPr>
        <p:spPr>
          <a:xfrm>
            <a:off x="8461876" y="212785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85" name="Straight Arrow Connector 84"/>
          <p:cNvCxnSpPr>
            <a:stCxn id="83" idx="3"/>
            <a:endCxn id="91" idx="0"/>
          </p:cNvCxnSpPr>
          <p:nvPr/>
        </p:nvCxnSpPr>
        <p:spPr>
          <a:xfrm flipH="1">
            <a:off x="7561519" y="212785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86" name="TextBox 85"/>
          <p:cNvSpPr txBox="1"/>
          <p:nvPr/>
        </p:nvSpPr>
        <p:spPr>
          <a:xfrm>
            <a:off x="8510685" y="183152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h+1</a:t>
            </a:r>
          </a:p>
        </p:txBody>
      </p:sp>
      <p:sp>
        <p:nvSpPr>
          <p:cNvPr id="87" name="Isosceles Triangle 86"/>
          <p:cNvSpPr/>
          <p:nvPr/>
        </p:nvSpPr>
        <p:spPr>
          <a:xfrm>
            <a:off x="8845816" y="256157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627804" y="237690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88316" y="237454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91" name="Donut 90"/>
          <p:cNvSpPr/>
          <p:nvPr/>
        </p:nvSpPr>
        <p:spPr>
          <a:xfrm>
            <a:off x="7453285" y="2589382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2" name="Straight Arrow Connector 91"/>
          <p:cNvCxnSpPr>
            <a:stCxn id="91" idx="3"/>
            <a:endCxn id="94" idx="0"/>
          </p:cNvCxnSpPr>
          <p:nvPr/>
        </p:nvCxnSpPr>
        <p:spPr>
          <a:xfrm flipH="1">
            <a:off x="7054463" y="2786454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91" idx="5"/>
            <a:endCxn id="96" idx="0"/>
          </p:cNvCxnSpPr>
          <p:nvPr/>
        </p:nvCxnSpPr>
        <p:spPr>
          <a:xfrm>
            <a:off x="7638052" y="2786454"/>
            <a:ext cx="378734" cy="3165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Isosceles Triangle 93"/>
          <p:cNvSpPr/>
          <p:nvPr/>
        </p:nvSpPr>
        <p:spPr>
          <a:xfrm>
            <a:off x="6806292" y="3127774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128107" y="297610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96" name="Donut 95"/>
          <p:cNvSpPr/>
          <p:nvPr/>
        </p:nvSpPr>
        <p:spPr>
          <a:xfrm>
            <a:off x="7908552" y="3103031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7" name="Straight Arrow Connector 96"/>
          <p:cNvCxnSpPr>
            <a:stCxn id="96" idx="5"/>
            <a:endCxn id="100" idx="0"/>
          </p:cNvCxnSpPr>
          <p:nvPr/>
        </p:nvCxnSpPr>
        <p:spPr>
          <a:xfrm>
            <a:off x="8093319" y="3300104"/>
            <a:ext cx="300282" cy="433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98" name="Straight Arrow Connector 97"/>
          <p:cNvCxnSpPr>
            <a:stCxn id="96" idx="3"/>
            <a:endCxn id="104" idx="0"/>
          </p:cNvCxnSpPr>
          <p:nvPr/>
        </p:nvCxnSpPr>
        <p:spPr>
          <a:xfrm flipH="1">
            <a:off x="7660382" y="3300104"/>
            <a:ext cx="279871" cy="433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00" name="Isosceles Triangle 99"/>
          <p:cNvSpPr/>
          <p:nvPr/>
        </p:nvSpPr>
        <p:spPr>
          <a:xfrm>
            <a:off x="8145431" y="3733819"/>
            <a:ext cx="496341" cy="27051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693448" y="354915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44661" y="3468799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10279" y="292746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04" name="Isosceles Triangle 103"/>
          <p:cNvSpPr/>
          <p:nvPr/>
        </p:nvSpPr>
        <p:spPr>
          <a:xfrm>
            <a:off x="7412211" y="3733818"/>
            <a:ext cx="496341" cy="578242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524000" y="621167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By the same reasoning as before, we know that the middle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can’t itself have</a:t>
            </a:r>
          </a:p>
          <a:p>
            <a:pPr algn="r" defTabSz="457200"/>
            <a:r>
              <a:rPr lang="en-US" dirty="0" err="1">
                <a:solidFill>
                  <a:prstClr val="black"/>
                </a:solidFill>
                <a:latin typeface="Calibri"/>
              </a:rPr>
              <a:t>subtrees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with different heights, or there would be a lower violation of the height invariant.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3996" y="2561574"/>
            <a:ext cx="7809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7200" b="1" dirty="0">
                <a:solidFill>
                  <a:srgbClr val="FF0000"/>
                </a:solidFill>
                <a:latin typeface="Calibri"/>
                <a:sym typeface="Wingdings 2"/>
              </a:rPr>
              <a:t></a:t>
            </a:r>
            <a:endParaRPr lang="en-US" sz="7200" b="1" dirty="0">
              <a:solidFill>
                <a:srgbClr val="FF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627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onut 45"/>
          <p:cNvSpPr/>
          <p:nvPr/>
        </p:nvSpPr>
        <p:spPr>
          <a:xfrm>
            <a:off x="3084296" y="1930787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>
            <a:stCxn id="46" idx="5"/>
            <a:endCxn id="50" idx="0"/>
          </p:cNvCxnSpPr>
          <p:nvPr/>
        </p:nvCxnSpPr>
        <p:spPr>
          <a:xfrm>
            <a:off x="3269063" y="212785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6" idx="3"/>
            <a:endCxn id="53" idx="0"/>
          </p:cNvCxnSpPr>
          <p:nvPr/>
        </p:nvCxnSpPr>
        <p:spPr>
          <a:xfrm flipH="1">
            <a:off x="2368706" y="212785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317872" y="18315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</a:t>
            </a:r>
          </a:p>
        </p:txBody>
      </p:sp>
      <p:sp>
        <p:nvSpPr>
          <p:cNvPr id="50" name="Isosceles Triangle 49"/>
          <p:cNvSpPr/>
          <p:nvPr/>
        </p:nvSpPr>
        <p:spPr>
          <a:xfrm>
            <a:off x="3653003" y="256157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34991" y="237690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95503" y="237454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53" name="Donut 52"/>
          <p:cNvSpPr/>
          <p:nvPr/>
        </p:nvSpPr>
        <p:spPr>
          <a:xfrm>
            <a:off x="2260472" y="2589382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4" name="Straight Arrow Connector 53"/>
          <p:cNvCxnSpPr>
            <a:stCxn id="53" idx="3"/>
            <a:endCxn id="56" idx="0"/>
          </p:cNvCxnSpPr>
          <p:nvPr/>
        </p:nvCxnSpPr>
        <p:spPr>
          <a:xfrm flipH="1">
            <a:off x="1861650" y="2786454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3" idx="5"/>
            <a:endCxn id="58" idx="0"/>
          </p:cNvCxnSpPr>
          <p:nvPr/>
        </p:nvCxnSpPr>
        <p:spPr>
          <a:xfrm>
            <a:off x="2445239" y="2786454"/>
            <a:ext cx="378734" cy="3165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>
            <a:off x="1613479" y="3127774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935294" y="297610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58" name="Donut 57"/>
          <p:cNvSpPr/>
          <p:nvPr/>
        </p:nvSpPr>
        <p:spPr>
          <a:xfrm>
            <a:off x="2715739" y="3103031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9" name="Straight Arrow Connector 58"/>
          <p:cNvCxnSpPr>
            <a:stCxn id="58" idx="5"/>
            <a:endCxn id="62" idx="0"/>
          </p:cNvCxnSpPr>
          <p:nvPr/>
        </p:nvCxnSpPr>
        <p:spPr>
          <a:xfrm>
            <a:off x="2900506" y="3300104"/>
            <a:ext cx="300282" cy="433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8" idx="3"/>
            <a:endCxn id="61" idx="0"/>
          </p:cNvCxnSpPr>
          <p:nvPr/>
        </p:nvCxnSpPr>
        <p:spPr>
          <a:xfrm flipH="1">
            <a:off x="2467569" y="3300103"/>
            <a:ext cx="279871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>
            <a:off x="2219398" y="3733818"/>
            <a:ext cx="496341" cy="4486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2" name="Isosceles Triangle 61"/>
          <p:cNvSpPr/>
          <p:nvPr/>
        </p:nvSpPr>
        <p:spPr>
          <a:xfrm>
            <a:off x="2952618" y="3733818"/>
            <a:ext cx="496341" cy="448678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500635" y="354915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51848" y="3468799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17466" y="292746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83" name="Right Arrow 82"/>
          <p:cNvSpPr/>
          <p:nvPr/>
        </p:nvSpPr>
        <p:spPr>
          <a:xfrm rot="20770539">
            <a:off x="4870716" y="1167185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insertion into 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mid-left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4" name="Right Arrow 83"/>
          <p:cNvSpPr/>
          <p:nvPr/>
        </p:nvSpPr>
        <p:spPr>
          <a:xfrm rot="851482">
            <a:off x="4750837" y="3600226"/>
            <a:ext cx="2175145" cy="131779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insertion into mid-right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5" name="Donut 84"/>
          <p:cNvSpPr/>
          <p:nvPr/>
        </p:nvSpPr>
        <p:spPr>
          <a:xfrm>
            <a:off x="8931542" y="249376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86" name="Straight Arrow Connector 85"/>
          <p:cNvCxnSpPr>
            <a:stCxn id="85" idx="5"/>
            <a:endCxn id="90" idx="0"/>
          </p:cNvCxnSpPr>
          <p:nvPr/>
        </p:nvCxnSpPr>
        <p:spPr>
          <a:xfrm>
            <a:off x="9116309" y="446448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87" name="Straight Arrow Connector 86"/>
          <p:cNvCxnSpPr>
            <a:stCxn id="85" idx="3"/>
            <a:endCxn id="93" idx="0"/>
          </p:cNvCxnSpPr>
          <p:nvPr/>
        </p:nvCxnSpPr>
        <p:spPr>
          <a:xfrm flipH="1">
            <a:off x="8215952" y="446448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89" name="TextBox 88"/>
          <p:cNvSpPr txBox="1"/>
          <p:nvPr/>
        </p:nvSpPr>
        <p:spPr>
          <a:xfrm>
            <a:off x="9165118" y="15011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h+1</a:t>
            </a:r>
          </a:p>
        </p:txBody>
      </p:sp>
      <p:sp>
        <p:nvSpPr>
          <p:cNvPr id="90" name="Isosceles Triangle 89"/>
          <p:cNvSpPr/>
          <p:nvPr/>
        </p:nvSpPr>
        <p:spPr>
          <a:xfrm>
            <a:off x="9500249" y="880163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282237" y="69549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42749" y="693132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93" name="Donut 92"/>
          <p:cNvSpPr/>
          <p:nvPr/>
        </p:nvSpPr>
        <p:spPr>
          <a:xfrm>
            <a:off x="8107718" y="907971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4" name="Straight Arrow Connector 93"/>
          <p:cNvCxnSpPr>
            <a:stCxn id="93" idx="3"/>
            <a:endCxn id="96" idx="0"/>
          </p:cNvCxnSpPr>
          <p:nvPr/>
        </p:nvCxnSpPr>
        <p:spPr>
          <a:xfrm flipH="1">
            <a:off x="7708896" y="1105043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93" idx="5"/>
            <a:endCxn id="98" idx="0"/>
          </p:cNvCxnSpPr>
          <p:nvPr/>
        </p:nvCxnSpPr>
        <p:spPr>
          <a:xfrm>
            <a:off x="8292485" y="1105043"/>
            <a:ext cx="378734" cy="3165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Isosceles Triangle 95"/>
          <p:cNvSpPr/>
          <p:nvPr/>
        </p:nvSpPr>
        <p:spPr>
          <a:xfrm>
            <a:off x="7460725" y="1446363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782540" y="1294692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98" name="Donut 97"/>
          <p:cNvSpPr/>
          <p:nvPr/>
        </p:nvSpPr>
        <p:spPr>
          <a:xfrm>
            <a:off x="8562985" y="1421620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9" name="Straight Arrow Connector 98"/>
          <p:cNvCxnSpPr>
            <a:stCxn id="98" idx="5"/>
            <a:endCxn id="102" idx="0"/>
          </p:cNvCxnSpPr>
          <p:nvPr/>
        </p:nvCxnSpPr>
        <p:spPr>
          <a:xfrm>
            <a:off x="8747752" y="1618693"/>
            <a:ext cx="300282" cy="433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98" idx="3"/>
            <a:endCxn id="127" idx="0"/>
          </p:cNvCxnSpPr>
          <p:nvPr/>
        </p:nvCxnSpPr>
        <p:spPr>
          <a:xfrm flipH="1">
            <a:off x="8324187" y="1618693"/>
            <a:ext cx="270499" cy="433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Isosceles Triangle 101"/>
          <p:cNvSpPr/>
          <p:nvPr/>
        </p:nvSpPr>
        <p:spPr>
          <a:xfrm>
            <a:off x="8799864" y="2052407"/>
            <a:ext cx="496341" cy="448678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8347881" y="186774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99094" y="1787388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64712" y="1246052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06" name="Donut 105"/>
          <p:cNvSpPr/>
          <p:nvPr/>
        </p:nvSpPr>
        <p:spPr>
          <a:xfrm>
            <a:off x="8931542" y="3516946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07" name="Straight Arrow Connector 106"/>
          <p:cNvCxnSpPr>
            <a:stCxn id="106" idx="5"/>
            <a:endCxn id="110" idx="0"/>
          </p:cNvCxnSpPr>
          <p:nvPr/>
        </p:nvCxnSpPr>
        <p:spPr>
          <a:xfrm>
            <a:off x="9116309" y="3714018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08" name="Straight Arrow Connector 107"/>
          <p:cNvCxnSpPr>
            <a:stCxn id="106" idx="3"/>
            <a:endCxn id="113" idx="0"/>
          </p:cNvCxnSpPr>
          <p:nvPr/>
        </p:nvCxnSpPr>
        <p:spPr>
          <a:xfrm flipH="1">
            <a:off x="8215952" y="3714018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09" name="TextBox 108"/>
          <p:cNvSpPr txBox="1"/>
          <p:nvPr/>
        </p:nvSpPr>
        <p:spPr>
          <a:xfrm>
            <a:off x="9165118" y="341768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h+1</a:t>
            </a:r>
          </a:p>
        </p:txBody>
      </p:sp>
      <p:sp>
        <p:nvSpPr>
          <p:cNvPr id="110" name="Isosceles Triangle 109"/>
          <p:cNvSpPr/>
          <p:nvPr/>
        </p:nvSpPr>
        <p:spPr>
          <a:xfrm>
            <a:off x="9500249" y="4147733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82237" y="396306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742749" y="3960702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13" name="Donut 112"/>
          <p:cNvSpPr/>
          <p:nvPr/>
        </p:nvSpPr>
        <p:spPr>
          <a:xfrm>
            <a:off x="8107718" y="4175541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14" name="Straight Arrow Connector 113"/>
          <p:cNvCxnSpPr>
            <a:stCxn id="113" idx="3"/>
            <a:endCxn id="116" idx="0"/>
          </p:cNvCxnSpPr>
          <p:nvPr/>
        </p:nvCxnSpPr>
        <p:spPr>
          <a:xfrm flipH="1">
            <a:off x="7708896" y="4372613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113" idx="5"/>
            <a:endCxn id="118" idx="0"/>
          </p:cNvCxnSpPr>
          <p:nvPr/>
        </p:nvCxnSpPr>
        <p:spPr>
          <a:xfrm>
            <a:off x="8292485" y="4372613"/>
            <a:ext cx="378734" cy="3165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Isosceles Triangle 115"/>
          <p:cNvSpPr/>
          <p:nvPr/>
        </p:nvSpPr>
        <p:spPr>
          <a:xfrm>
            <a:off x="7460725" y="4713933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8782540" y="4562262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118" name="Donut 117"/>
          <p:cNvSpPr/>
          <p:nvPr/>
        </p:nvSpPr>
        <p:spPr>
          <a:xfrm>
            <a:off x="8562985" y="4689190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19" name="Straight Arrow Connector 118"/>
          <p:cNvCxnSpPr>
            <a:stCxn id="118" idx="5"/>
            <a:endCxn id="126" idx="0"/>
          </p:cNvCxnSpPr>
          <p:nvPr/>
        </p:nvCxnSpPr>
        <p:spPr>
          <a:xfrm>
            <a:off x="8747752" y="4886263"/>
            <a:ext cx="300282" cy="433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stCxn id="118" idx="3"/>
            <a:endCxn id="121" idx="0"/>
          </p:cNvCxnSpPr>
          <p:nvPr/>
        </p:nvCxnSpPr>
        <p:spPr>
          <a:xfrm flipH="1">
            <a:off x="8314815" y="4886262"/>
            <a:ext cx="279871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Isosceles Triangle 120"/>
          <p:cNvSpPr/>
          <p:nvPr/>
        </p:nvSpPr>
        <p:spPr>
          <a:xfrm>
            <a:off x="8066644" y="5319977"/>
            <a:ext cx="496341" cy="4486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8347881" y="513531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99094" y="5054958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764712" y="4513622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26" name="Isosceles Triangle 125"/>
          <p:cNvSpPr/>
          <p:nvPr/>
        </p:nvSpPr>
        <p:spPr>
          <a:xfrm>
            <a:off x="8799864" y="5319978"/>
            <a:ext cx="496341" cy="578243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7" name="Isosceles Triangle 126"/>
          <p:cNvSpPr/>
          <p:nvPr/>
        </p:nvSpPr>
        <p:spPr>
          <a:xfrm>
            <a:off x="8076016" y="2052408"/>
            <a:ext cx="496341" cy="578243"/>
          </a:xfrm>
          <a:prstGeom prst="triangl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524000" y="621167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So both middle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subtrees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have height </a:t>
            </a:r>
            <a:r>
              <a:rPr lang="en-US" i="1" dirty="0">
                <a:solidFill>
                  <a:prstClr val="black"/>
                </a:solidFill>
                <a:latin typeface="Calibri"/>
              </a:rPr>
              <a:t>h-3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 and one of them has height </a:t>
            </a:r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after the insertion.</a:t>
            </a:r>
          </a:p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Again we have two cases! Luckily, we can deal with both the same way.</a:t>
            </a:r>
          </a:p>
        </p:txBody>
      </p:sp>
    </p:spTree>
    <p:extLst>
      <p:ext uri="{BB962C8B-B14F-4D97-AF65-F5344CB8AC3E}">
        <p14:creationId xmlns:p14="http://schemas.microsoft.com/office/powerpoint/2010/main" val="27746533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onut 45"/>
          <p:cNvSpPr/>
          <p:nvPr/>
        </p:nvSpPr>
        <p:spPr>
          <a:xfrm>
            <a:off x="3084296" y="1930787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>
            <a:stCxn id="46" idx="5"/>
            <a:endCxn id="50" idx="0"/>
          </p:cNvCxnSpPr>
          <p:nvPr/>
        </p:nvCxnSpPr>
        <p:spPr>
          <a:xfrm>
            <a:off x="3269063" y="212785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8" name="Straight Arrow Connector 47"/>
          <p:cNvCxnSpPr>
            <a:stCxn id="46" idx="3"/>
            <a:endCxn id="53" idx="0"/>
          </p:cNvCxnSpPr>
          <p:nvPr/>
        </p:nvCxnSpPr>
        <p:spPr>
          <a:xfrm flipH="1">
            <a:off x="2368706" y="2127859"/>
            <a:ext cx="747290" cy="461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49" name="TextBox 48"/>
          <p:cNvSpPr txBox="1"/>
          <p:nvPr/>
        </p:nvSpPr>
        <p:spPr>
          <a:xfrm>
            <a:off x="3317872" y="183152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h+1</a:t>
            </a:r>
          </a:p>
        </p:txBody>
      </p:sp>
      <p:sp>
        <p:nvSpPr>
          <p:cNvPr id="50" name="Isosceles Triangle 49"/>
          <p:cNvSpPr/>
          <p:nvPr/>
        </p:nvSpPr>
        <p:spPr>
          <a:xfrm>
            <a:off x="3653003" y="256157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34991" y="237690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27425" y="310303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53" name="Donut 52"/>
          <p:cNvSpPr/>
          <p:nvPr/>
        </p:nvSpPr>
        <p:spPr>
          <a:xfrm>
            <a:off x="2260472" y="2589382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4" name="Straight Arrow Connector 53"/>
          <p:cNvCxnSpPr>
            <a:stCxn id="53" idx="3"/>
            <a:endCxn id="56" idx="0"/>
          </p:cNvCxnSpPr>
          <p:nvPr/>
        </p:nvCxnSpPr>
        <p:spPr>
          <a:xfrm flipH="1">
            <a:off x="1861650" y="2786454"/>
            <a:ext cx="430523" cy="34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3" idx="5"/>
            <a:endCxn id="58" idx="0"/>
          </p:cNvCxnSpPr>
          <p:nvPr/>
        </p:nvCxnSpPr>
        <p:spPr>
          <a:xfrm>
            <a:off x="2445239" y="2786454"/>
            <a:ext cx="378734" cy="3165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>
            <a:off x="1613479" y="3127774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935294" y="297610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58" name="Donut 57"/>
          <p:cNvSpPr/>
          <p:nvPr/>
        </p:nvSpPr>
        <p:spPr>
          <a:xfrm>
            <a:off x="2715739" y="3103031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9" name="Straight Arrow Connector 58"/>
          <p:cNvCxnSpPr>
            <a:stCxn id="58" idx="5"/>
            <a:endCxn id="62" idx="0"/>
          </p:cNvCxnSpPr>
          <p:nvPr/>
        </p:nvCxnSpPr>
        <p:spPr>
          <a:xfrm>
            <a:off x="2900506" y="3300104"/>
            <a:ext cx="300282" cy="433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8" idx="3"/>
            <a:endCxn id="61" idx="0"/>
          </p:cNvCxnSpPr>
          <p:nvPr/>
        </p:nvCxnSpPr>
        <p:spPr>
          <a:xfrm flipH="1">
            <a:off x="2467569" y="3300103"/>
            <a:ext cx="279871" cy="43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>
            <a:off x="2219398" y="3733818"/>
            <a:ext cx="496341" cy="4486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2" name="Isosceles Triangle 61"/>
          <p:cNvSpPr/>
          <p:nvPr/>
        </p:nvSpPr>
        <p:spPr>
          <a:xfrm>
            <a:off x="2952618" y="3733818"/>
            <a:ext cx="496341" cy="448678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193820" y="4188379"/>
            <a:ext cx="1311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  and </a:t>
            </a:r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h-2</a:t>
            </a:r>
          </a:p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or</a:t>
            </a:r>
          </a:p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h-2</a:t>
            </a:r>
            <a:r>
              <a:rPr lang="en-US" i="1" dirty="0">
                <a:solidFill>
                  <a:prstClr val="black"/>
                </a:solidFill>
                <a:latin typeface="Calibri"/>
              </a:rPr>
              <a:t> and h-3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07940" y="366149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139015" y="22638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750465" y="27187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932208" y="1588648"/>
            <a:ext cx="2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711608" y="3345435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335966" y="3819047"/>
            <a:ext cx="314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B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047056" y="3827763"/>
            <a:ext cx="314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744144" y="2791437"/>
            <a:ext cx="330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D</a:t>
            </a:r>
          </a:p>
        </p:txBody>
      </p:sp>
      <p:sp>
        <p:nvSpPr>
          <p:cNvPr id="135" name="Donut 134"/>
          <p:cNvSpPr/>
          <p:nvPr/>
        </p:nvSpPr>
        <p:spPr>
          <a:xfrm>
            <a:off x="6039564" y="1930787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36" name="Straight Arrow Connector 135"/>
          <p:cNvCxnSpPr>
            <a:stCxn id="135" idx="5"/>
            <a:endCxn id="139" idx="0"/>
          </p:cNvCxnSpPr>
          <p:nvPr/>
        </p:nvCxnSpPr>
        <p:spPr>
          <a:xfrm>
            <a:off x="6224331" y="2127859"/>
            <a:ext cx="632110" cy="433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37" name="Straight Arrow Connector 136"/>
          <p:cNvCxnSpPr>
            <a:stCxn id="135" idx="3"/>
            <a:endCxn id="147" idx="0"/>
          </p:cNvCxnSpPr>
          <p:nvPr/>
        </p:nvCxnSpPr>
        <p:spPr>
          <a:xfrm flipH="1">
            <a:off x="5662458" y="2127860"/>
            <a:ext cx="408807" cy="3036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38" name="TextBox 137"/>
          <p:cNvSpPr txBox="1"/>
          <p:nvPr/>
        </p:nvSpPr>
        <p:spPr>
          <a:xfrm>
            <a:off x="6273140" y="183152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h+1</a:t>
            </a:r>
          </a:p>
        </p:txBody>
      </p:sp>
      <p:sp>
        <p:nvSpPr>
          <p:cNvPr id="139" name="Isosceles Triangle 138"/>
          <p:cNvSpPr/>
          <p:nvPr/>
        </p:nvSpPr>
        <p:spPr>
          <a:xfrm>
            <a:off x="6608271" y="2561574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5769807" y="233311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582693" y="310303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42" name="Donut 141"/>
          <p:cNvSpPr/>
          <p:nvPr/>
        </p:nvSpPr>
        <p:spPr>
          <a:xfrm>
            <a:off x="5055162" y="3041951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43" name="Straight Arrow Connector 142"/>
          <p:cNvCxnSpPr>
            <a:stCxn id="142" idx="3"/>
            <a:endCxn id="145" idx="0"/>
          </p:cNvCxnSpPr>
          <p:nvPr/>
        </p:nvCxnSpPr>
        <p:spPr>
          <a:xfrm flipH="1">
            <a:off x="4773124" y="3239023"/>
            <a:ext cx="313739" cy="3705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42" idx="5"/>
            <a:endCxn id="150" idx="0"/>
          </p:cNvCxnSpPr>
          <p:nvPr/>
        </p:nvCxnSpPr>
        <p:spPr>
          <a:xfrm>
            <a:off x="5239930" y="3239024"/>
            <a:ext cx="182907" cy="3342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Isosceles Triangle 144"/>
          <p:cNvSpPr/>
          <p:nvPr/>
        </p:nvSpPr>
        <p:spPr>
          <a:xfrm>
            <a:off x="4524953" y="3609541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7" name="Donut 146"/>
          <p:cNvSpPr/>
          <p:nvPr/>
        </p:nvSpPr>
        <p:spPr>
          <a:xfrm>
            <a:off x="5554223" y="2431477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48" name="Straight Arrow Connector 147"/>
          <p:cNvCxnSpPr>
            <a:stCxn id="147" idx="5"/>
            <a:endCxn id="151" idx="0"/>
          </p:cNvCxnSpPr>
          <p:nvPr/>
        </p:nvCxnSpPr>
        <p:spPr>
          <a:xfrm>
            <a:off x="5738990" y="2628549"/>
            <a:ext cx="417066" cy="4775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49" name="Straight Arrow Connector 148"/>
          <p:cNvCxnSpPr>
            <a:stCxn id="147" idx="3"/>
            <a:endCxn id="142" idx="0"/>
          </p:cNvCxnSpPr>
          <p:nvPr/>
        </p:nvCxnSpPr>
        <p:spPr>
          <a:xfrm flipH="1">
            <a:off x="5163397" y="2628550"/>
            <a:ext cx="422527" cy="4134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50" name="Isosceles Triangle 149"/>
          <p:cNvSpPr/>
          <p:nvPr/>
        </p:nvSpPr>
        <p:spPr>
          <a:xfrm>
            <a:off x="5174666" y="3573229"/>
            <a:ext cx="496341" cy="4486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1" name="Isosceles Triangle 150"/>
          <p:cNvSpPr/>
          <p:nvPr/>
        </p:nvSpPr>
        <p:spPr>
          <a:xfrm>
            <a:off x="5907886" y="3106061"/>
            <a:ext cx="496341" cy="448678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4519414" y="414326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933705" y="270181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399175" y="214940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y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887476" y="1588648"/>
            <a:ext cx="2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623082" y="382720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A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291234" y="3658458"/>
            <a:ext cx="314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B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002324" y="3200006"/>
            <a:ext cx="314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699412" y="2791437"/>
            <a:ext cx="330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D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250699" y="296727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163" name="Donut 162"/>
          <p:cNvSpPr/>
          <p:nvPr/>
        </p:nvSpPr>
        <p:spPr>
          <a:xfrm>
            <a:off x="9422539" y="3041951"/>
            <a:ext cx="216469" cy="230885"/>
          </a:xfrm>
          <a:prstGeom prst="don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64" name="Straight Arrow Connector 163"/>
          <p:cNvCxnSpPr>
            <a:stCxn id="163" idx="5"/>
            <a:endCxn id="167" idx="0"/>
          </p:cNvCxnSpPr>
          <p:nvPr/>
        </p:nvCxnSpPr>
        <p:spPr>
          <a:xfrm>
            <a:off x="9607306" y="3239023"/>
            <a:ext cx="321188" cy="3037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65" name="Straight Arrow Connector 164"/>
          <p:cNvCxnSpPr>
            <a:stCxn id="163" idx="3"/>
            <a:endCxn id="178" idx="0"/>
          </p:cNvCxnSpPr>
          <p:nvPr/>
        </p:nvCxnSpPr>
        <p:spPr>
          <a:xfrm flipH="1">
            <a:off x="9111325" y="3239023"/>
            <a:ext cx="342914" cy="351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166" name="TextBox 165"/>
          <p:cNvSpPr txBox="1"/>
          <p:nvPr/>
        </p:nvSpPr>
        <p:spPr>
          <a:xfrm>
            <a:off x="9644523" y="294631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167" name="Isosceles Triangle 166"/>
          <p:cNvSpPr/>
          <p:nvPr/>
        </p:nvSpPr>
        <p:spPr>
          <a:xfrm>
            <a:off x="9680324" y="3542742"/>
            <a:ext cx="496341" cy="57824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8944046" y="233614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654746" y="412799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70" name="Donut 169"/>
          <p:cNvSpPr/>
          <p:nvPr/>
        </p:nvSpPr>
        <p:spPr>
          <a:xfrm>
            <a:off x="7922843" y="3044986"/>
            <a:ext cx="216469" cy="230885"/>
          </a:xfrm>
          <a:prstGeom prst="don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71" name="Straight Arrow Connector 170"/>
          <p:cNvCxnSpPr>
            <a:stCxn id="170" idx="3"/>
            <a:endCxn id="173" idx="0"/>
          </p:cNvCxnSpPr>
          <p:nvPr/>
        </p:nvCxnSpPr>
        <p:spPr>
          <a:xfrm flipH="1">
            <a:off x="7640805" y="3242058"/>
            <a:ext cx="313739" cy="3705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72" name="Straight Arrow Connector 171"/>
          <p:cNvCxnSpPr>
            <a:stCxn id="170" idx="5"/>
            <a:endCxn id="177" idx="0"/>
          </p:cNvCxnSpPr>
          <p:nvPr/>
        </p:nvCxnSpPr>
        <p:spPr>
          <a:xfrm>
            <a:off x="8107611" y="3242059"/>
            <a:ext cx="270495" cy="3342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173" name="Isosceles Triangle 172"/>
          <p:cNvSpPr/>
          <p:nvPr/>
        </p:nvSpPr>
        <p:spPr>
          <a:xfrm>
            <a:off x="7392634" y="3612576"/>
            <a:ext cx="496341" cy="57824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4" name="Donut 173"/>
          <p:cNvSpPr/>
          <p:nvPr/>
        </p:nvSpPr>
        <p:spPr>
          <a:xfrm>
            <a:off x="8728462" y="2434512"/>
            <a:ext cx="216469" cy="230885"/>
          </a:xfrm>
          <a:prstGeom prst="don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i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75" name="Straight Arrow Connector 174"/>
          <p:cNvCxnSpPr>
            <a:stCxn id="174" idx="5"/>
            <a:endCxn id="163" idx="0"/>
          </p:cNvCxnSpPr>
          <p:nvPr/>
        </p:nvCxnSpPr>
        <p:spPr>
          <a:xfrm>
            <a:off x="8913229" y="2631584"/>
            <a:ext cx="617544" cy="4103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76" name="Straight Arrow Connector 175"/>
          <p:cNvCxnSpPr>
            <a:stCxn id="174" idx="3"/>
            <a:endCxn id="170" idx="0"/>
          </p:cNvCxnSpPr>
          <p:nvPr/>
        </p:nvCxnSpPr>
        <p:spPr>
          <a:xfrm flipH="1">
            <a:off x="8031078" y="2631585"/>
            <a:ext cx="729085" cy="4134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177" name="Isosceles Triangle 176"/>
          <p:cNvSpPr/>
          <p:nvPr/>
        </p:nvSpPr>
        <p:spPr>
          <a:xfrm>
            <a:off x="8129935" y="3576264"/>
            <a:ext cx="496341" cy="4486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8" name="Isosceles Triangle 177"/>
          <p:cNvSpPr/>
          <p:nvPr/>
        </p:nvSpPr>
        <p:spPr>
          <a:xfrm>
            <a:off x="8863155" y="3590863"/>
            <a:ext cx="496341" cy="448678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i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7387095" y="414629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h-2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801386" y="270485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529620" y="215244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y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516917" y="2733698"/>
            <a:ext cx="2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490763" y="383023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A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246503" y="3661493"/>
            <a:ext cx="314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B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957593" y="3684808"/>
            <a:ext cx="314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771465" y="3772605"/>
            <a:ext cx="330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118380" y="2970312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h-1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fixup</a:t>
            </a:r>
            <a:r>
              <a:rPr lang="en-US" dirty="0"/>
              <a:t>: </a:t>
            </a:r>
            <a:r>
              <a:rPr lang="en-US" u="sng" dirty="0"/>
              <a:t>double</a:t>
            </a:r>
            <a:r>
              <a:rPr lang="en-US" dirty="0"/>
              <a:t> rotation</a:t>
            </a:r>
          </a:p>
        </p:txBody>
      </p:sp>
      <p:sp>
        <p:nvSpPr>
          <p:cNvPr id="84" name="TextBox 83"/>
          <p:cNvSpPr txBox="1"/>
          <p:nvPr/>
        </p:nvSpPr>
        <p:spPr>
          <a:xfrm rot="20003306">
            <a:off x="5351990" y="3766561"/>
            <a:ext cx="1311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  and </a:t>
            </a:r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h-2</a:t>
            </a:r>
          </a:p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or</a:t>
            </a:r>
          </a:p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h-2</a:t>
            </a:r>
            <a:r>
              <a:rPr lang="en-US" i="1" dirty="0">
                <a:solidFill>
                  <a:prstClr val="black"/>
                </a:solidFill>
                <a:latin typeface="Calibri"/>
              </a:rPr>
              <a:t> and h-3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23630" y="4036493"/>
            <a:ext cx="1311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h-3  and </a:t>
            </a:r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h-2</a:t>
            </a:r>
          </a:p>
          <a:p>
            <a:pPr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or</a:t>
            </a:r>
          </a:p>
          <a:p>
            <a:pPr defTabSz="457200"/>
            <a:r>
              <a:rPr lang="en-US" i="1" dirty="0">
                <a:solidFill>
                  <a:srgbClr val="9BBB59">
                    <a:lumMod val="75000"/>
                  </a:srgbClr>
                </a:solidFill>
                <a:latin typeface="Calibri"/>
              </a:rPr>
              <a:t>h-2</a:t>
            </a:r>
            <a:r>
              <a:rPr lang="en-US" i="1" dirty="0">
                <a:solidFill>
                  <a:prstClr val="black"/>
                </a:solidFill>
                <a:latin typeface="Calibri"/>
              </a:rPr>
              <a:t> and h-3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24000" y="621167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The solution is the same regardless of whether the insertion went into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or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C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algn="r" defTabSz="457200"/>
            <a:r>
              <a:rPr lang="en-US" dirty="0">
                <a:solidFill>
                  <a:prstClr val="black"/>
                </a:solidFill>
                <a:latin typeface="Calibri"/>
              </a:rPr>
              <a:t>We rotate </a:t>
            </a:r>
            <a:r>
              <a:rPr lang="en-US" i="1" dirty="0">
                <a:solidFill>
                  <a:prstClr val="black"/>
                </a:solidFill>
                <a:latin typeface="Calibri"/>
              </a:rPr>
              <a:t>twice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: first, left, at T-&gt;left, and then, right, at T.</a:t>
            </a:r>
          </a:p>
        </p:txBody>
      </p:sp>
    </p:spTree>
    <p:extLst>
      <p:ext uri="{BB962C8B-B14F-4D97-AF65-F5344CB8AC3E}">
        <p14:creationId xmlns:p14="http://schemas.microsoft.com/office/powerpoint/2010/main" val="32829035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rotation cheat-sheet</a:t>
            </a:r>
          </a:p>
        </p:txBody>
      </p:sp>
      <p:sp>
        <p:nvSpPr>
          <p:cNvPr id="3" name="Donut 2"/>
          <p:cNvSpPr/>
          <p:nvPr/>
        </p:nvSpPr>
        <p:spPr>
          <a:xfrm>
            <a:off x="7658435" y="1628273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" name="Straight Arrow Connector 3"/>
          <p:cNvCxnSpPr>
            <a:stCxn id="3" idx="5"/>
            <a:endCxn id="35" idx="1"/>
          </p:cNvCxnSpPr>
          <p:nvPr/>
        </p:nvCxnSpPr>
        <p:spPr>
          <a:xfrm rot="16200000" flipH="1">
            <a:off x="8115016" y="1553531"/>
            <a:ext cx="502260" cy="10458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5" name="Straight Arrow Connector 4"/>
          <p:cNvCxnSpPr>
            <a:stCxn id="3" idx="3"/>
            <a:endCxn id="10" idx="0"/>
          </p:cNvCxnSpPr>
          <p:nvPr/>
        </p:nvCxnSpPr>
        <p:spPr>
          <a:xfrm rot="5400000">
            <a:off x="6893496" y="1490229"/>
            <a:ext cx="461522" cy="11317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0" name="Donut 9"/>
          <p:cNvSpPr/>
          <p:nvPr/>
        </p:nvSpPr>
        <p:spPr>
          <a:xfrm>
            <a:off x="6450144" y="2286868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1" name="Straight Arrow Connector 10"/>
          <p:cNvCxnSpPr>
            <a:stCxn id="10" idx="3"/>
            <a:endCxn id="23" idx="0"/>
          </p:cNvCxnSpPr>
          <p:nvPr/>
        </p:nvCxnSpPr>
        <p:spPr>
          <a:xfrm rot="5400000">
            <a:off x="6033579" y="2399095"/>
            <a:ext cx="363420" cy="533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5"/>
            <a:endCxn id="26" idx="0"/>
          </p:cNvCxnSpPr>
          <p:nvPr/>
        </p:nvCxnSpPr>
        <p:spPr>
          <a:xfrm rot="16200000" flipH="1">
            <a:off x="6690276" y="2428575"/>
            <a:ext cx="363420" cy="4741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57845" y="2974956"/>
            <a:ext cx="24779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If the insertion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that caused the lowest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violation      happened …</a:t>
            </a:r>
          </a:p>
        </p:txBody>
      </p:sp>
      <p:sp>
        <p:nvSpPr>
          <p:cNvPr id="23" name="Isosceles Triangle 22"/>
          <p:cNvSpPr/>
          <p:nvPr/>
        </p:nvSpPr>
        <p:spPr>
          <a:xfrm>
            <a:off x="5462893" y="2847361"/>
            <a:ext cx="971682" cy="113201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here</a:t>
            </a:r>
          </a:p>
        </p:txBody>
      </p:sp>
      <p:sp>
        <p:nvSpPr>
          <p:cNvPr id="26" name="Isosceles Triangle 25"/>
          <p:cNvSpPr/>
          <p:nvPr/>
        </p:nvSpPr>
        <p:spPr>
          <a:xfrm>
            <a:off x="6623220" y="2847361"/>
            <a:ext cx="971682" cy="113201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57845" y="527858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… then do a …</a:t>
            </a:r>
          </a:p>
        </p:txBody>
      </p:sp>
      <p:sp>
        <p:nvSpPr>
          <p:cNvPr id="29" name="Donut 28"/>
          <p:cNvSpPr/>
          <p:nvPr/>
        </p:nvSpPr>
        <p:spPr>
          <a:xfrm>
            <a:off x="3100834" y="3584274"/>
            <a:ext cx="216469" cy="230885"/>
          </a:xfrm>
          <a:prstGeom prst="don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74903" y="138298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3285" y="5089357"/>
            <a:ext cx="938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single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right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rotation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at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690747" y="4274126"/>
            <a:ext cx="498764" cy="67540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92048" y="5089357"/>
            <a:ext cx="10266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double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left/right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rotation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at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6851074" y="4274126"/>
            <a:ext cx="498764" cy="67540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Donut 34"/>
          <p:cNvSpPr/>
          <p:nvPr/>
        </p:nvSpPr>
        <p:spPr>
          <a:xfrm>
            <a:off x="8857391" y="2293794"/>
            <a:ext cx="216469" cy="230885"/>
          </a:xfrm>
          <a:prstGeom prst="don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36" name="Straight Arrow Connector 35"/>
          <p:cNvCxnSpPr>
            <a:stCxn id="35" idx="3"/>
            <a:endCxn id="38" idx="0"/>
          </p:cNvCxnSpPr>
          <p:nvPr/>
        </p:nvCxnSpPr>
        <p:spPr>
          <a:xfrm rot="5400000">
            <a:off x="8449485" y="2407755"/>
            <a:ext cx="356494" cy="5227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5" idx="5"/>
            <a:endCxn id="39" idx="0"/>
          </p:cNvCxnSpPr>
          <p:nvPr/>
        </p:nvCxnSpPr>
        <p:spPr>
          <a:xfrm rot="16200000" flipH="1">
            <a:off x="9106181" y="2426843"/>
            <a:ext cx="356494" cy="4845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>
            <a:off x="7880531" y="2847361"/>
            <a:ext cx="971682" cy="113201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here</a:t>
            </a:r>
          </a:p>
        </p:txBody>
      </p:sp>
      <p:sp>
        <p:nvSpPr>
          <p:cNvPr id="39" name="Isosceles Triangle 38"/>
          <p:cNvSpPr/>
          <p:nvPr/>
        </p:nvSpPr>
        <p:spPr>
          <a:xfrm>
            <a:off x="9040858" y="2847361"/>
            <a:ext cx="971682" cy="113201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defTabSz="457200"/>
            <a:r>
              <a:rPr lang="en-US" i="1" dirty="0">
                <a:solidFill>
                  <a:prstClr val="black"/>
                </a:solidFill>
                <a:latin typeface="Calibri"/>
              </a:rPr>
              <a:t>here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9359" y="5089357"/>
            <a:ext cx="10266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double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right/left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rotation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at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8108385" y="4274126"/>
            <a:ext cx="498764" cy="67540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051250" y="5089357"/>
            <a:ext cx="938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libri"/>
              </a:rPr>
              <a:t>single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left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rotation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at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9268712" y="4274126"/>
            <a:ext cx="498764" cy="67540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DA11FA2B-8FCA-4322-93DA-6C8F53468DA7}" vid="{856CF231-596A-4CB8-93D6-B29F8EE2888E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1851</Words>
  <Application>Microsoft Office PowerPoint</Application>
  <PresentationFormat>Widescreen</PresentationFormat>
  <Paragraphs>652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Wingdings 2</vt:lpstr>
      <vt:lpstr>Office Theme</vt:lpstr>
      <vt:lpstr>1_Office Theme</vt:lpstr>
      <vt:lpstr>122 Self-balancing Trees</vt:lpstr>
      <vt:lpstr>Last time</vt:lpstr>
      <vt:lpstr>BST Implementation</vt:lpstr>
      <vt:lpstr>PowerPoint Presentation</vt:lpstr>
      <vt:lpstr>PowerPoint Presentation</vt:lpstr>
      <vt:lpstr>PowerPoint Presentation</vt:lpstr>
      <vt:lpstr>Card Question</vt:lpstr>
      <vt:lpstr>Card Question</vt:lpstr>
      <vt:lpstr>Complexity</vt:lpstr>
      <vt:lpstr>Dictionary with BST</vt:lpstr>
      <vt:lpstr>Tree Height</vt:lpstr>
      <vt:lpstr>Maintain tree as we insert</vt:lpstr>
      <vt:lpstr>Maintain tree as we insert</vt:lpstr>
      <vt:lpstr>Maintain tree as we insert</vt:lpstr>
      <vt:lpstr>AVL Tree: Maintain balance with each insertion</vt:lpstr>
      <vt:lpstr>AVL Balance/Height Invariant</vt:lpstr>
      <vt:lpstr>AVL Balance/Height Invariant</vt:lpstr>
      <vt:lpstr>AVL Trees</vt:lpstr>
      <vt:lpstr>Rotations</vt:lpstr>
      <vt:lpstr>Rotations: Your turn</vt:lpstr>
      <vt:lpstr>Rotations</vt:lpstr>
      <vt:lpstr>Rotation</vt:lpstr>
      <vt:lpstr>Rotation</vt:lpstr>
      <vt:lpstr>Rotation</vt:lpstr>
      <vt:lpstr>Rotation</vt:lpstr>
      <vt:lpstr>Rotation</vt:lpstr>
      <vt:lpstr>Why does this work?</vt:lpstr>
      <vt:lpstr>Double rotation</vt:lpstr>
      <vt:lpstr>AVL insertion postcondition</vt:lpstr>
      <vt:lpstr>how could a violation happen?</vt:lpstr>
      <vt:lpstr>what does that left subtree look like?</vt:lpstr>
      <vt:lpstr>PowerPoint Presentation</vt:lpstr>
      <vt:lpstr>PowerPoint Presentation</vt:lpstr>
      <vt:lpstr>PowerPoint Presentation</vt:lpstr>
      <vt:lpstr>PowerPoint Presentation</vt:lpstr>
      <vt:lpstr>fixup: single rotation</vt:lpstr>
      <vt:lpstr>PowerPoint Presentation</vt:lpstr>
      <vt:lpstr>PowerPoint Presentation</vt:lpstr>
      <vt:lpstr>PowerPoint Presentation</vt:lpstr>
      <vt:lpstr>PowerPoint Presentation</vt:lpstr>
      <vt:lpstr>fixup: double rotation</vt:lpstr>
      <vt:lpstr>AVL rotation cheat-sheet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122 Hash Tables</dc:title>
  <dc:creator>Pat Virtue</dc:creator>
  <cp:lastModifiedBy>Pat Virtue</cp:lastModifiedBy>
  <cp:revision>162</cp:revision>
  <dcterms:created xsi:type="dcterms:W3CDTF">2018-10-11T11:39:27Z</dcterms:created>
  <dcterms:modified xsi:type="dcterms:W3CDTF">2018-11-02T02:19:23Z</dcterms:modified>
</cp:coreProperties>
</file>