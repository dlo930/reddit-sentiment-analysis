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2" d="100"/>
          <a:sy n="92" d="100"/>
        </p:scale>
        <p:origin x="-11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2/16/2016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AVL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/>
          <p:cNvGrpSpPr/>
          <p:nvPr/>
        </p:nvGrpSpPr>
        <p:grpSpPr>
          <a:xfrm>
            <a:off x="381000" y="4477567"/>
            <a:ext cx="5098748" cy="2228033"/>
            <a:chOff x="381000" y="4477567"/>
            <a:chExt cx="5098748" cy="2228033"/>
          </a:xfrm>
        </p:grpSpPr>
        <p:sp>
          <p:nvSpPr>
            <p:cNvPr id="122" name="TextBox 121"/>
            <p:cNvSpPr txBox="1"/>
            <p:nvPr/>
          </p:nvSpPr>
          <p:spPr>
            <a:xfrm>
              <a:off x="2498445" y="5303882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385175" y="4477567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2561720" y="6336268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19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381000" y="633626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780828" y="6336268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159661" y="6336268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cxnSp>
          <p:nvCxnSpPr>
            <p:cNvPr id="129" name="Straight Arrow Connector 128"/>
            <p:cNvCxnSpPr>
              <a:stCxn id="29" idx="5"/>
              <a:endCxn id="31" idx="0"/>
            </p:cNvCxnSpPr>
            <p:nvPr/>
          </p:nvCxnSpPr>
          <p:spPr>
            <a:xfrm rot="16200000" flipH="1">
              <a:off x="913839" y="5714985"/>
              <a:ext cx="473107" cy="3076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29" idx="3"/>
              <a:endCxn id="30" idx="0"/>
            </p:cNvCxnSpPr>
            <p:nvPr/>
          </p:nvCxnSpPr>
          <p:spPr>
            <a:xfrm rot="5400000">
              <a:off x="429806" y="5691706"/>
              <a:ext cx="473107" cy="35424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381000" y="5303882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4</a:t>
              </a:r>
              <a:endParaRPr lang="en-US" dirty="0"/>
            </a:p>
          </p:txBody>
        </p:sp>
        <p:cxnSp>
          <p:nvCxnSpPr>
            <p:cNvPr id="138" name="Straight Arrow Connector 137"/>
            <p:cNvCxnSpPr>
              <a:stCxn id="34" idx="5"/>
              <a:endCxn id="33" idx="0"/>
            </p:cNvCxnSpPr>
            <p:nvPr/>
          </p:nvCxnSpPr>
          <p:spPr>
            <a:xfrm rot="16200000" flipH="1">
              <a:off x="2393218" y="5700297"/>
              <a:ext cx="442731" cy="3885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34" idx="3"/>
              <a:endCxn id="32" idx="0"/>
            </p:cNvCxnSpPr>
            <p:nvPr/>
          </p:nvCxnSpPr>
          <p:spPr>
            <a:xfrm rot="5400000">
              <a:off x="1909970" y="5753400"/>
              <a:ext cx="437450" cy="2770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28" idx="3"/>
              <a:endCxn id="29" idx="7"/>
            </p:cNvCxnSpPr>
            <p:nvPr/>
          </p:nvCxnSpPr>
          <p:spPr>
            <a:xfrm rot="5400000">
              <a:off x="1062935" y="4977586"/>
              <a:ext cx="425043" cy="5578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28" idx="5"/>
              <a:endCxn id="34" idx="1"/>
            </p:cNvCxnSpPr>
            <p:nvPr/>
          </p:nvCxnSpPr>
          <p:spPr>
            <a:xfrm rot="16200000" flipH="1">
              <a:off x="1754342" y="4997060"/>
              <a:ext cx="465981" cy="55980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6" name="TextBox 155"/>
            <p:cNvSpPr txBox="1"/>
            <p:nvPr/>
          </p:nvSpPr>
          <p:spPr>
            <a:xfrm>
              <a:off x="3506582" y="5152975"/>
              <a:ext cx="19731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height = 3</a:t>
              </a:r>
            </a:p>
            <a:p>
              <a:r>
                <a:rPr lang="en-US" dirty="0" smtClean="0"/>
                <a:t>height inv. satisfied</a:t>
              </a:r>
              <a:endParaRPr lang="en-US" dirty="0"/>
            </a:p>
          </p:txBody>
        </p:sp>
        <p:sp>
          <p:nvSpPr>
            <p:cNvPr id="28" name="Donut 27"/>
            <p:cNvSpPr/>
            <p:nvPr/>
          </p:nvSpPr>
          <p:spPr>
            <a:xfrm>
              <a:off x="1522662" y="484689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Donut 28"/>
            <p:cNvSpPr/>
            <p:nvPr/>
          </p:nvSpPr>
          <p:spPr>
            <a:xfrm>
              <a:off x="811781" y="543520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Donut 29"/>
            <p:cNvSpPr/>
            <p:nvPr/>
          </p:nvSpPr>
          <p:spPr>
            <a:xfrm>
              <a:off x="381000" y="610538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/>
          </p:nvSpPr>
          <p:spPr>
            <a:xfrm>
              <a:off x="1196001" y="610538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/>
          </p:nvSpPr>
          <p:spPr>
            <a:xfrm>
              <a:off x="1881920" y="6110664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Donut 32"/>
            <p:cNvSpPr/>
            <p:nvPr/>
          </p:nvSpPr>
          <p:spPr>
            <a:xfrm>
              <a:off x="2700630" y="611594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Donut 33"/>
            <p:cNvSpPr/>
            <p:nvPr/>
          </p:nvSpPr>
          <p:spPr>
            <a:xfrm>
              <a:off x="2235533" y="547614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7" name="Title 4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avl1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/>
          <p:cNvGrpSpPr/>
          <p:nvPr/>
        </p:nvGrpSpPr>
        <p:grpSpPr>
          <a:xfrm>
            <a:off x="152400" y="3879988"/>
            <a:ext cx="5098748" cy="2825612"/>
            <a:chOff x="933585" y="724714"/>
            <a:chExt cx="5098748" cy="2825612"/>
          </a:xfrm>
        </p:grpSpPr>
        <p:sp>
          <p:nvSpPr>
            <p:cNvPr id="156" name="TextBox 155"/>
            <p:cNvSpPr txBox="1"/>
            <p:nvPr/>
          </p:nvSpPr>
          <p:spPr>
            <a:xfrm>
              <a:off x="4059167" y="1400122"/>
              <a:ext cx="197316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height = 4</a:t>
              </a:r>
            </a:p>
            <a:p>
              <a:r>
                <a:rPr lang="en-US" dirty="0" smtClean="0"/>
                <a:t>height inv. satisfied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051030" y="1551029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937760" y="724714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14305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19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33585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333413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712246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cxnSp>
          <p:nvCxnSpPr>
            <p:cNvPr id="129" name="Straight Arrow Connector 128"/>
            <p:cNvCxnSpPr>
              <a:stCxn id="32" idx="5"/>
              <a:endCxn id="34" idx="0"/>
            </p:cNvCxnSpPr>
            <p:nvPr/>
          </p:nvCxnSpPr>
          <p:spPr>
            <a:xfrm rot="16200000" flipH="1">
              <a:off x="1478596" y="1962411"/>
              <a:ext cx="510064" cy="3440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32" idx="3"/>
              <a:endCxn id="33" idx="0"/>
            </p:cNvCxnSpPr>
            <p:nvPr/>
          </p:nvCxnSpPr>
          <p:spPr>
            <a:xfrm rot="5400000">
              <a:off x="988617" y="1932627"/>
              <a:ext cx="473107" cy="3666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933585" y="155102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4</a:t>
              </a:r>
              <a:endParaRPr lang="en-US" dirty="0"/>
            </a:p>
          </p:txBody>
        </p:sp>
        <p:cxnSp>
          <p:nvCxnSpPr>
            <p:cNvPr id="138" name="Straight Arrow Connector 137"/>
            <p:cNvCxnSpPr>
              <a:stCxn id="37" idx="5"/>
              <a:endCxn id="36" idx="0"/>
            </p:cNvCxnSpPr>
            <p:nvPr/>
          </p:nvCxnSpPr>
          <p:spPr>
            <a:xfrm rot="16200000" flipH="1">
              <a:off x="2917887" y="1946143"/>
              <a:ext cx="478497" cy="35930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37" idx="3"/>
              <a:endCxn id="35" idx="0"/>
            </p:cNvCxnSpPr>
            <p:nvPr/>
          </p:nvCxnSpPr>
          <p:spPr>
            <a:xfrm rot="5400000">
              <a:off x="2449541" y="1990065"/>
              <a:ext cx="478388" cy="27135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31" idx="3"/>
              <a:endCxn id="32" idx="7"/>
            </p:cNvCxnSpPr>
            <p:nvPr/>
          </p:nvCxnSpPr>
          <p:spPr>
            <a:xfrm rot="5400000">
              <a:off x="1615543" y="1224756"/>
              <a:ext cx="437449" cy="5453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31" idx="5"/>
              <a:endCxn id="37" idx="1"/>
            </p:cNvCxnSpPr>
            <p:nvPr/>
          </p:nvCxnSpPr>
          <p:spPr>
            <a:xfrm rot="16200000" flipH="1">
              <a:off x="2319926" y="1218801"/>
              <a:ext cx="444576" cy="5643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35" idx="5"/>
              <a:endCxn id="38" idx="0"/>
            </p:cNvCxnSpPr>
            <p:nvPr/>
          </p:nvCxnSpPr>
          <p:spPr>
            <a:xfrm rot="16200000" flipH="1">
              <a:off x="2568880" y="2622719"/>
              <a:ext cx="392776" cy="2713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51674" y="3180994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31" name="Donut 30"/>
            <p:cNvSpPr/>
            <p:nvPr/>
          </p:nvSpPr>
          <p:spPr>
            <a:xfrm>
              <a:off x="2075247" y="10816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/>
          </p:nvSpPr>
          <p:spPr>
            <a:xfrm>
              <a:off x="1376818" y="1682350"/>
              <a:ext cx="216468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Donut 32"/>
            <p:cNvSpPr/>
            <p:nvPr/>
          </p:nvSpPr>
          <p:spPr>
            <a:xfrm>
              <a:off x="933585" y="235253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Donut 33"/>
            <p:cNvSpPr/>
            <p:nvPr/>
          </p:nvSpPr>
          <p:spPr>
            <a:xfrm>
              <a:off x="1797437" y="238948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Donut 34"/>
            <p:cNvSpPr/>
            <p:nvPr/>
          </p:nvSpPr>
          <p:spPr>
            <a:xfrm>
              <a:off x="2444820" y="2364938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Donut 35"/>
            <p:cNvSpPr/>
            <p:nvPr/>
          </p:nvSpPr>
          <p:spPr>
            <a:xfrm>
              <a:off x="3228555" y="236504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Donut 36"/>
            <p:cNvSpPr/>
            <p:nvPr/>
          </p:nvSpPr>
          <p:spPr>
            <a:xfrm>
              <a:off x="2792713" y="16894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Donut 37"/>
            <p:cNvSpPr/>
            <p:nvPr/>
          </p:nvSpPr>
          <p:spPr>
            <a:xfrm>
              <a:off x="2792713" y="295478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9" name="Title 4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avl2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/>
          <p:cNvGrpSpPr/>
          <p:nvPr/>
        </p:nvGrpSpPr>
        <p:grpSpPr>
          <a:xfrm>
            <a:off x="152400" y="3235585"/>
            <a:ext cx="6285822" cy="3470015"/>
            <a:chOff x="933585" y="724714"/>
            <a:chExt cx="6285822" cy="3470015"/>
          </a:xfrm>
        </p:grpSpPr>
        <p:sp>
          <p:nvSpPr>
            <p:cNvPr id="156" name="TextBox 155"/>
            <p:cNvSpPr txBox="1"/>
            <p:nvPr/>
          </p:nvSpPr>
          <p:spPr>
            <a:xfrm>
              <a:off x="4059167" y="1400122"/>
              <a:ext cx="316024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height = 5</a:t>
              </a:r>
            </a:p>
            <a:p>
              <a:r>
                <a:rPr lang="en-US" dirty="0" smtClean="0"/>
                <a:t>height inv. violated at 13, 16, 10</a:t>
              </a:r>
              <a:endParaRPr lang="en-US" dirty="0"/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051030" y="1551029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937760" y="724714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14305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19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33585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333413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13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712246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cxnSp>
          <p:nvCxnSpPr>
            <p:cNvPr id="129" name="Straight Arrow Connector 128"/>
            <p:cNvCxnSpPr>
              <a:stCxn id="34" idx="5"/>
              <a:endCxn id="37" idx="0"/>
            </p:cNvCxnSpPr>
            <p:nvPr/>
          </p:nvCxnSpPr>
          <p:spPr>
            <a:xfrm rot="16200000" flipH="1">
              <a:off x="1446834" y="1942542"/>
              <a:ext cx="465981" cy="35399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34" idx="3"/>
              <a:endCxn id="36" idx="0"/>
            </p:cNvCxnSpPr>
            <p:nvPr/>
          </p:nvCxnSpPr>
          <p:spPr>
            <a:xfrm rot="5400000">
              <a:off x="954010" y="1974359"/>
              <a:ext cx="483561" cy="30794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933585" y="155102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4</a:t>
              </a:r>
              <a:endParaRPr lang="en-US" dirty="0"/>
            </a:p>
          </p:txBody>
        </p:sp>
        <p:cxnSp>
          <p:nvCxnSpPr>
            <p:cNvPr id="138" name="Straight Arrow Connector 137"/>
            <p:cNvCxnSpPr>
              <a:stCxn id="35" idx="5"/>
              <a:endCxn id="39" idx="0"/>
            </p:cNvCxnSpPr>
            <p:nvPr/>
          </p:nvCxnSpPr>
          <p:spPr>
            <a:xfrm rot="16200000" flipH="1">
              <a:off x="2933909" y="1918398"/>
              <a:ext cx="478388" cy="4004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35" idx="3"/>
              <a:endCxn id="38" idx="0"/>
            </p:cNvCxnSpPr>
            <p:nvPr/>
          </p:nvCxnSpPr>
          <p:spPr>
            <a:xfrm rot="5400000">
              <a:off x="2455150" y="1987861"/>
              <a:ext cx="473107" cy="25623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33" idx="3"/>
              <a:endCxn id="34" idx="7"/>
            </p:cNvCxnSpPr>
            <p:nvPr/>
          </p:nvCxnSpPr>
          <p:spPr>
            <a:xfrm rot="5400000">
              <a:off x="1558095" y="1223445"/>
              <a:ext cx="444575" cy="55511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33" idx="5"/>
              <a:endCxn id="35" idx="1"/>
            </p:cNvCxnSpPr>
            <p:nvPr/>
          </p:nvCxnSpPr>
          <p:spPr>
            <a:xfrm rot="16200000" flipH="1">
              <a:off x="2296687" y="1193030"/>
              <a:ext cx="437449" cy="6088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38" idx="5"/>
              <a:endCxn id="40" idx="0"/>
            </p:cNvCxnSpPr>
            <p:nvPr/>
          </p:nvCxnSpPr>
          <p:spPr>
            <a:xfrm rot="16200000" flipH="1">
              <a:off x="2595023" y="2594700"/>
              <a:ext cx="405184" cy="31499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51674" y="3180994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14</a:t>
              </a:r>
              <a:endParaRPr lang="en-US" dirty="0"/>
            </a:p>
          </p:txBody>
        </p:sp>
        <p:cxnSp>
          <p:nvCxnSpPr>
            <p:cNvPr id="166" name="Straight Arrow Connector 165"/>
            <p:cNvCxnSpPr>
              <a:stCxn id="40" idx="5"/>
              <a:endCxn id="41" idx="0"/>
            </p:cNvCxnSpPr>
            <p:nvPr/>
          </p:nvCxnSpPr>
          <p:spPr>
            <a:xfrm rot="16200000" flipH="1">
              <a:off x="2978817" y="3204685"/>
              <a:ext cx="447330" cy="341679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/>
            <p:cNvSpPr txBox="1"/>
            <p:nvPr/>
          </p:nvSpPr>
          <p:spPr>
            <a:xfrm>
              <a:off x="3201348" y="3825397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</a:t>
              </a:r>
              <a:endParaRPr lang="en-US" dirty="0"/>
            </a:p>
          </p:txBody>
        </p:sp>
        <p:sp>
          <p:nvSpPr>
            <p:cNvPr id="33" name="Donut 32"/>
            <p:cNvSpPr/>
            <p:nvPr/>
          </p:nvSpPr>
          <p:spPr>
            <a:xfrm>
              <a:off x="2026236" y="1081640"/>
              <a:ext cx="216469" cy="230885"/>
            </a:xfrm>
            <a:prstGeom prst="donut">
              <a:avLst/>
            </a:prstGeom>
            <a:solidFill>
              <a:schemeClr val="accent2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Donut 33"/>
            <p:cNvSpPr/>
            <p:nvPr/>
          </p:nvSpPr>
          <p:spPr>
            <a:xfrm>
              <a:off x="1318059" y="16894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Donut 34"/>
            <p:cNvSpPr/>
            <p:nvPr/>
          </p:nvSpPr>
          <p:spPr>
            <a:xfrm>
              <a:off x="2788117" y="1682350"/>
              <a:ext cx="216469" cy="230885"/>
            </a:xfrm>
            <a:prstGeom prst="donut">
              <a:avLst/>
            </a:prstGeom>
            <a:solidFill>
              <a:schemeClr val="accent2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Donut 35"/>
            <p:cNvSpPr/>
            <p:nvPr/>
          </p:nvSpPr>
          <p:spPr>
            <a:xfrm>
              <a:off x="933585" y="237011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Donut 36"/>
            <p:cNvSpPr/>
            <p:nvPr/>
          </p:nvSpPr>
          <p:spPr>
            <a:xfrm>
              <a:off x="1748586" y="235253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8" name="Donut 37"/>
            <p:cNvSpPr/>
            <p:nvPr/>
          </p:nvSpPr>
          <p:spPr>
            <a:xfrm>
              <a:off x="2455352" y="2352530"/>
              <a:ext cx="216469" cy="230885"/>
            </a:xfrm>
            <a:prstGeom prst="donut">
              <a:avLst/>
            </a:prstGeom>
            <a:solidFill>
              <a:schemeClr val="accent2"/>
            </a:solidFill>
            <a:ln w="31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Donut 38"/>
            <p:cNvSpPr/>
            <p:nvPr/>
          </p:nvSpPr>
          <p:spPr>
            <a:xfrm>
              <a:off x="3265087" y="235781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0" name="Donut 39"/>
            <p:cNvSpPr/>
            <p:nvPr/>
          </p:nvSpPr>
          <p:spPr>
            <a:xfrm>
              <a:off x="2846875" y="295478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Donut 40"/>
            <p:cNvSpPr/>
            <p:nvPr/>
          </p:nvSpPr>
          <p:spPr>
            <a:xfrm>
              <a:off x="3265087" y="359919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6" name="Title 5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228600" y="3896017"/>
            <a:ext cx="6324820" cy="2809583"/>
            <a:chOff x="933585" y="724714"/>
            <a:chExt cx="6324820" cy="2809583"/>
          </a:xfrm>
        </p:grpSpPr>
        <p:sp>
          <p:nvSpPr>
            <p:cNvPr id="156" name="TextBox 155"/>
            <p:cNvSpPr txBox="1"/>
            <p:nvPr/>
          </p:nvSpPr>
          <p:spPr>
            <a:xfrm>
              <a:off x="4059167" y="1400122"/>
              <a:ext cx="319923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height = 4</a:t>
              </a:r>
            </a:p>
            <a:p>
              <a:r>
                <a:rPr lang="en-US" dirty="0" smtClean="0"/>
                <a:t>height inv. restored at 14, 16, 10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051030" y="1551029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16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1937760" y="724714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10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3114305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19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933585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333413" y="258341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14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712246" y="2583415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7</a:t>
              </a:r>
              <a:endParaRPr lang="en-US" dirty="0"/>
            </a:p>
          </p:txBody>
        </p:sp>
        <p:cxnSp>
          <p:nvCxnSpPr>
            <p:cNvPr id="129" name="Straight Arrow Connector 128"/>
            <p:cNvCxnSpPr>
              <a:stCxn id="30" idx="5"/>
              <a:endCxn id="33" idx="0"/>
            </p:cNvCxnSpPr>
            <p:nvPr/>
          </p:nvCxnSpPr>
          <p:spPr>
            <a:xfrm rot="16200000" flipH="1">
              <a:off x="1472650" y="1968358"/>
              <a:ext cx="473107" cy="2952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>
              <a:stCxn id="30" idx="3"/>
              <a:endCxn id="32" idx="0"/>
            </p:cNvCxnSpPr>
            <p:nvPr/>
          </p:nvCxnSpPr>
          <p:spPr>
            <a:xfrm rot="5400000">
              <a:off x="1001406" y="1950699"/>
              <a:ext cx="478388" cy="33583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933585" y="1551029"/>
              <a:ext cx="301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4</a:t>
              </a:r>
              <a:endParaRPr lang="en-US" dirty="0"/>
            </a:p>
          </p:txBody>
        </p:sp>
        <p:cxnSp>
          <p:nvCxnSpPr>
            <p:cNvPr id="138" name="Straight Arrow Connector 137"/>
            <p:cNvCxnSpPr>
              <a:stCxn id="31" idx="5"/>
              <a:endCxn id="35" idx="0"/>
            </p:cNvCxnSpPr>
            <p:nvPr/>
          </p:nvCxnSpPr>
          <p:spPr>
            <a:xfrm rot="16200000" flipH="1">
              <a:off x="2931536" y="1927897"/>
              <a:ext cx="471262" cy="38856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>
              <a:stCxn id="31" idx="3"/>
              <a:endCxn id="34" idx="0"/>
            </p:cNvCxnSpPr>
            <p:nvPr/>
          </p:nvCxnSpPr>
          <p:spPr>
            <a:xfrm rot="5400000">
              <a:off x="2443282" y="1975993"/>
              <a:ext cx="465981" cy="287093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29" idx="3"/>
              <a:endCxn id="30" idx="7"/>
            </p:cNvCxnSpPr>
            <p:nvPr/>
          </p:nvCxnSpPr>
          <p:spPr>
            <a:xfrm rot="5400000">
              <a:off x="1603213" y="1237086"/>
              <a:ext cx="437449" cy="52070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29" idx="5"/>
              <a:endCxn id="31" idx="1"/>
            </p:cNvCxnSpPr>
            <p:nvPr/>
          </p:nvCxnSpPr>
          <p:spPr>
            <a:xfrm rot="16200000" flipH="1">
              <a:off x="2305299" y="1208768"/>
              <a:ext cx="444575" cy="58446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/>
            <p:cNvCxnSpPr>
              <a:stCxn id="34" idx="5"/>
              <a:endCxn id="37" idx="0"/>
            </p:cNvCxnSpPr>
            <p:nvPr/>
          </p:nvCxnSpPr>
          <p:spPr>
            <a:xfrm rot="16200000" flipH="1">
              <a:off x="2568696" y="2590165"/>
              <a:ext cx="414662" cy="33353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TextBox 159"/>
            <p:cNvSpPr txBox="1"/>
            <p:nvPr/>
          </p:nvSpPr>
          <p:spPr>
            <a:xfrm>
              <a:off x="2751674" y="3156090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15</a:t>
              </a:r>
              <a:endParaRPr lang="en-US" dirty="0"/>
            </a:p>
          </p:txBody>
        </p:sp>
        <p:sp>
          <p:nvSpPr>
            <p:cNvPr id="169" name="TextBox 168"/>
            <p:cNvSpPr txBox="1"/>
            <p:nvPr/>
          </p:nvSpPr>
          <p:spPr>
            <a:xfrm>
              <a:off x="1939202" y="3164965"/>
              <a:ext cx="4186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13</a:t>
              </a:r>
              <a:endParaRPr lang="en-US" dirty="0"/>
            </a:p>
          </p:txBody>
        </p:sp>
        <p:cxnSp>
          <p:nvCxnSpPr>
            <p:cNvPr id="170" name="Straight Arrow Connector 169"/>
            <p:cNvCxnSpPr>
              <a:stCxn id="34" idx="3"/>
              <a:endCxn id="36" idx="0"/>
            </p:cNvCxnSpPr>
            <p:nvPr/>
          </p:nvCxnSpPr>
          <p:spPr>
            <a:xfrm rot="5400000">
              <a:off x="2080804" y="2588878"/>
              <a:ext cx="414662" cy="3361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Donut 28"/>
            <p:cNvSpPr/>
            <p:nvPr/>
          </p:nvSpPr>
          <p:spPr>
            <a:xfrm>
              <a:off x="2050587" y="10816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Donut 29"/>
            <p:cNvSpPr/>
            <p:nvPr/>
          </p:nvSpPr>
          <p:spPr>
            <a:xfrm>
              <a:off x="1376817" y="168235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Donut 30"/>
            <p:cNvSpPr/>
            <p:nvPr/>
          </p:nvSpPr>
          <p:spPr>
            <a:xfrm>
              <a:off x="2788117" y="16894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Donut 31"/>
            <p:cNvSpPr/>
            <p:nvPr/>
          </p:nvSpPr>
          <p:spPr>
            <a:xfrm>
              <a:off x="964447" y="235781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Donut 32"/>
            <p:cNvSpPr/>
            <p:nvPr/>
          </p:nvSpPr>
          <p:spPr>
            <a:xfrm>
              <a:off x="1748586" y="235253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Donut 33"/>
            <p:cNvSpPr/>
            <p:nvPr/>
          </p:nvSpPr>
          <p:spPr>
            <a:xfrm>
              <a:off x="2424490" y="235253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Donut 34"/>
            <p:cNvSpPr/>
            <p:nvPr/>
          </p:nvSpPr>
          <p:spPr>
            <a:xfrm>
              <a:off x="3253215" y="235781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Donut 35"/>
            <p:cNvSpPr/>
            <p:nvPr/>
          </p:nvSpPr>
          <p:spPr>
            <a:xfrm>
              <a:off x="2011843" y="296426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Donut 36"/>
            <p:cNvSpPr/>
            <p:nvPr/>
          </p:nvSpPr>
          <p:spPr>
            <a:xfrm>
              <a:off x="2834561" y="296426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55" name="Title 5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avl4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228600" y="4267200"/>
            <a:ext cx="6759331" cy="2346620"/>
            <a:chOff x="331817" y="421461"/>
            <a:chExt cx="6759331" cy="2346620"/>
          </a:xfrm>
        </p:grpSpPr>
        <p:sp>
          <p:nvSpPr>
            <p:cNvPr id="66" name="Donut 65"/>
            <p:cNvSpPr/>
            <p:nvPr/>
          </p:nvSpPr>
          <p:spPr>
            <a:xfrm flipH="1">
              <a:off x="1014827" y="9292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Donut 66"/>
            <p:cNvSpPr/>
            <p:nvPr/>
          </p:nvSpPr>
          <p:spPr>
            <a:xfrm flipH="1">
              <a:off x="1456724" y="15370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rot="16200000" flipH="1">
              <a:off x="1111231" y="1196533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6" idx="5"/>
            </p:cNvCxnSpPr>
            <p:nvPr/>
          </p:nvCxnSpPr>
          <p:spPr>
            <a:xfrm rot="5400000">
              <a:off x="663094" y="1187454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 flipH="1">
              <a:off x="1297736" y="790793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 flipH="1">
              <a:off x="1759961" y="1386222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91" name="TextBox 90"/>
            <p:cNvSpPr txBox="1"/>
            <p:nvPr/>
          </p:nvSpPr>
          <p:spPr>
            <a:xfrm flipH="1">
              <a:off x="763615" y="421461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 flipH="1">
              <a:off x="1583618" y="2187602"/>
              <a:ext cx="683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 flipH="1">
              <a:off x="331817" y="1660085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5" name="TextBox 94"/>
            <p:cNvSpPr txBox="1"/>
            <p:nvPr/>
          </p:nvSpPr>
          <p:spPr>
            <a:xfrm flipH="1">
              <a:off x="871941" y="2187602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y)</a:t>
              </a:r>
              <a:endParaRPr lang="en-US" dirty="0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 rot="5400000">
              <a:off x="1120309" y="1784430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 rot="16200000" flipH="1">
              <a:off x="1578783" y="1831056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Donut 117"/>
            <p:cNvSpPr/>
            <p:nvPr/>
          </p:nvSpPr>
          <p:spPr>
            <a:xfrm>
              <a:off x="6132422" y="1081640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9" name="Donut 118"/>
            <p:cNvSpPr/>
            <p:nvPr/>
          </p:nvSpPr>
          <p:spPr>
            <a:xfrm>
              <a:off x="5640721" y="1689476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801124" y="909380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75494" y="579658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407961" y="1735695"/>
              <a:ext cx="6831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4976146" y="2398749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5825490" y="2398749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</a:t>
              </a:r>
              <a:r>
                <a:rPr lang="en-US" dirty="0" err="1" smtClean="0"/>
                <a:t>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129" name="Straight Arrow Connector 128"/>
            <p:cNvCxnSpPr/>
            <p:nvPr/>
          </p:nvCxnSpPr>
          <p:spPr>
            <a:xfrm rot="16200000" flipH="1">
              <a:off x="5773932" y="1936830"/>
              <a:ext cx="444575" cy="322292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Arrow Connector 129"/>
            <p:cNvCxnSpPr/>
            <p:nvPr/>
          </p:nvCxnSpPr>
          <p:spPr>
            <a:xfrm rot="5400000">
              <a:off x="5303007" y="1983456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/>
            <p:cNvSpPr txBox="1"/>
            <p:nvPr/>
          </p:nvSpPr>
          <p:spPr>
            <a:xfrm>
              <a:off x="5308836" y="1551029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cxnSp>
          <p:nvCxnSpPr>
            <p:cNvPr id="142" name="Straight Arrow Connector 141"/>
            <p:cNvCxnSpPr>
              <a:stCxn id="118" idx="3"/>
              <a:endCxn id="119" idx="7"/>
            </p:cNvCxnSpPr>
            <p:nvPr/>
          </p:nvCxnSpPr>
          <p:spPr>
            <a:xfrm rot="5400000">
              <a:off x="5772519" y="1331683"/>
              <a:ext cx="444575" cy="338634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18" idx="5"/>
            </p:cNvCxnSpPr>
            <p:nvPr/>
          </p:nvCxnSpPr>
          <p:spPr>
            <a:xfrm rot="16200000" flipH="1">
              <a:off x="6312081" y="1283822"/>
              <a:ext cx="444575" cy="434356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2687871" y="1537076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2687871" y="1160125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left rotation at </a:t>
              </a:r>
              <a:r>
                <a:rPr lang="en-US" dirty="0" err="1" smtClean="0"/>
                <a:t>x</a:t>
              </a:r>
              <a:endParaRPr lang="en-US" dirty="0"/>
            </a:p>
          </p:txBody>
        </p:sp>
      </p:grpSp>
      <p:sp>
        <p:nvSpPr>
          <p:cNvPr id="30" name="Title 2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avl5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216507" y="4343400"/>
            <a:ext cx="6641493" cy="2340823"/>
            <a:chOff x="840310" y="4136177"/>
            <a:chExt cx="6641493" cy="2340823"/>
          </a:xfrm>
        </p:grpSpPr>
        <p:sp>
          <p:nvSpPr>
            <p:cNvPr id="66" name="Donut 65"/>
            <p:cNvSpPr/>
            <p:nvPr/>
          </p:nvSpPr>
          <p:spPr>
            <a:xfrm>
              <a:off x="1966862" y="463815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7" name="Donut 66"/>
            <p:cNvSpPr/>
            <p:nvPr/>
          </p:nvSpPr>
          <p:spPr>
            <a:xfrm>
              <a:off x="1524965" y="5245995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rot="5400000">
              <a:off x="1642352" y="4905452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>
              <a:stCxn id="66" idx="5"/>
            </p:cNvCxnSpPr>
            <p:nvPr/>
          </p:nvCxnSpPr>
          <p:spPr>
            <a:xfrm rot="16200000" flipH="1">
              <a:off x="2090489" y="4896373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/>
            <p:cNvSpPr txBox="1"/>
            <p:nvPr/>
          </p:nvSpPr>
          <p:spPr>
            <a:xfrm>
              <a:off x="1624573" y="4499712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1149048" y="5095141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1719779" y="4136177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115967" y="5292214"/>
              <a:ext cx="699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/>
                <a:t>y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840310" y="5896521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(α, </a:t>
              </a:r>
              <a:r>
                <a:rPr lang="en-US" dirty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95" name="TextBox 94"/>
            <p:cNvSpPr txBox="1"/>
            <p:nvPr/>
          </p:nvSpPr>
          <p:spPr>
            <a:xfrm>
              <a:off x="1712572" y="5896521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/>
                <a:t>x</a:t>
              </a:r>
              <a:r>
                <a:rPr lang="en-US" dirty="0" smtClean="0"/>
                <a:t>, </a:t>
              </a:r>
              <a:r>
                <a:rPr lang="en-US" dirty="0"/>
                <a:t>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110" name="Straight Arrow Connector 109"/>
            <p:cNvCxnSpPr/>
            <p:nvPr/>
          </p:nvCxnSpPr>
          <p:spPr>
            <a:xfrm rot="16200000" flipH="1">
              <a:off x="1633274" y="5493349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 rot="5400000">
              <a:off x="1174800" y="5539975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Donut 117"/>
            <p:cNvSpPr/>
            <p:nvPr/>
          </p:nvSpPr>
          <p:spPr>
            <a:xfrm>
              <a:off x="6132422" y="479055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928241" y="5285088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5801124" y="4618299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5875494" y="4288577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6782160" y="6107668"/>
              <a:ext cx="6996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mtClean="0"/>
                <a:t>(</a:t>
              </a:r>
              <a:r>
                <a:rPr lang="en-US" dirty="0" err="1"/>
                <a:t>y</a:t>
              </a:r>
              <a:r>
                <a:rPr lang="en-US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5415988" y="5437488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(α, </a:t>
              </a:r>
              <a:r>
                <a:rPr lang="en-US" dirty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6074969" y="6107668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/>
                <a:t>x</a:t>
              </a:r>
              <a:r>
                <a:rPr lang="en-US" dirty="0" smtClean="0"/>
                <a:t>, </a:t>
              </a:r>
              <a:r>
                <a:rPr lang="en-US" dirty="0"/>
                <a:t>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137" name="Donut 136"/>
            <p:cNvSpPr/>
            <p:nvPr/>
          </p:nvSpPr>
          <p:spPr>
            <a:xfrm>
              <a:off x="6631618" y="539126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138" name="Straight Arrow Connector 137"/>
            <p:cNvCxnSpPr/>
            <p:nvPr/>
          </p:nvCxnSpPr>
          <p:spPr>
            <a:xfrm rot="16200000" flipH="1">
              <a:off x="6758401" y="5645749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/>
            <p:cNvCxnSpPr/>
            <p:nvPr/>
          </p:nvCxnSpPr>
          <p:spPr>
            <a:xfrm rot="5400000">
              <a:off x="6299927" y="5692375"/>
              <a:ext cx="444575" cy="304134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/>
            <p:cNvCxnSpPr>
              <a:stCxn id="118" idx="3"/>
            </p:cNvCxnSpPr>
            <p:nvPr/>
          </p:nvCxnSpPr>
          <p:spPr>
            <a:xfrm rot="5400000">
              <a:off x="5763900" y="5024857"/>
              <a:ext cx="437448" cy="36299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/>
            <p:cNvCxnSpPr>
              <a:stCxn id="118" idx="5"/>
              <a:endCxn id="137" idx="1"/>
            </p:cNvCxnSpPr>
            <p:nvPr/>
          </p:nvCxnSpPr>
          <p:spPr>
            <a:xfrm rot="16200000" flipH="1">
              <a:off x="6271530" y="5033291"/>
              <a:ext cx="437449" cy="346129"/>
            </a:xfrm>
            <a:prstGeom prst="straightConnector1">
              <a:avLst/>
            </a:prstGeom>
            <a:ln w="25400" cap="flat" cmpd="sng" algn="ctr">
              <a:solidFill>
                <a:schemeClr val="accent1"/>
              </a:solidFill>
              <a:prstDash val="dash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/>
            <p:cNvCxnSpPr/>
            <p:nvPr/>
          </p:nvCxnSpPr>
          <p:spPr>
            <a:xfrm>
              <a:off x="3144081" y="5381614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/>
            <p:cNvSpPr txBox="1"/>
            <p:nvPr/>
          </p:nvSpPr>
          <p:spPr>
            <a:xfrm>
              <a:off x="3144081" y="5004663"/>
              <a:ext cx="18261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right rotation at </a:t>
              </a:r>
              <a:r>
                <a:rPr lang="en-US" dirty="0" err="1" smtClean="0"/>
                <a:t>y</a:t>
              </a:r>
              <a:endParaRPr lang="en-US" dirty="0"/>
            </a:p>
          </p:txBody>
        </p:sp>
      </p:grpSp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49"/>
          <p:cNvGrpSpPr/>
          <p:nvPr/>
        </p:nvGrpSpPr>
        <p:grpSpPr>
          <a:xfrm>
            <a:off x="152400" y="4015323"/>
            <a:ext cx="8386814" cy="2690277"/>
            <a:chOff x="46696" y="312055"/>
            <a:chExt cx="8386814" cy="2690277"/>
          </a:xfrm>
        </p:grpSpPr>
        <p:sp>
          <p:nvSpPr>
            <p:cNvPr id="215" name="TextBox 214"/>
            <p:cNvSpPr txBox="1"/>
            <p:nvPr/>
          </p:nvSpPr>
          <p:spPr>
            <a:xfrm>
              <a:off x="7139908" y="1810420"/>
              <a:ext cx="275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z</a:t>
              </a:r>
              <a:endParaRPr lang="en-US" dirty="0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5801124" y="1143631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875494" y="813909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6997012" y="2633000"/>
              <a:ext cx="686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z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4731800" y="2633000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348891" y="2633000"/>
              <a:ext cx="613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 z)</a:t>
              </a:r>
              <a:endParaRPr lang="en-US" dirty="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5613823" y="2633000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</a:t>
              </a:r>
              <a:r>
                <a:rPr lang="en-US" dirty="0" err="1" smtClean="0"/>
                <a:t>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222" name="Straight Arrow Connector 221"/>
            <p:cNvCxnSpPr/>
            <p:nvPr/>
          </p:nvCxnSpPr>
          <p:spPr>
            <a:xfrm rot="16200000" flipH="1">
              <a:off x="5562265" y="2171081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/>
            <p:nvPr/>
          </p:nvCxnSpPr>
          <p:spPr>
            <a:xfrm rot="5400000">
              <a:off x="5091340" y="2217707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5022463" y="178528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cxnSp>
          <p:nvCxnSpPr>
            <p:cNvPr id="226" name="Straight Arrow Connector 225"/>
            <p:cNvCxnSpPr/>
            <p:nvPr/>
          </p:nvCxnSpPr>
          <p:spPr>
            <a:xfrm rot="16200000" flipH="1">
              <a:off x="7032323" y="2171081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/>
            <p:cNvCxnSpPr/>
            <p:nvPr/>
          </p:nvCxnSpPr>
          <p:spPr>
            <a:xfrm rot="5400000">
              <a:off x="6561398" y="2217707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/>
            <p:cNvCxnSpPr/>
            <p:nvPr/>
          </p:nvCxnSpPr>
          <p:spPr>
            <a:xfrm rot="5400000">
              <a:off x="5666686" y="1460101"/>
              <a:ext cx="444575" cy="5503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/>
            <p:cNvCxnSpPr/>
            <p:nvPr/>
          </p:nvCxnSpPr>
          <p:spPr>
            <a:xfrm rot="16200000" flipH="1">
              <a:off x="6401714" y="1428439"/>
              <a:ext cx="444575" cy="6136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/>
            <p:nvPr/>
          </p:nvCxnSpPr>
          <p:spPr>
            <a:xfrm rot="16200000" flipH="1">
              <a:off x="1735981" y="972475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/>
            <p:cNvCxnSpPr>
              <a:endCxn id="239" idx="0"/>
            </p:cNvCxnSpPr>
            <p:nvPr/>
          </p:nvCxnSpPr>
          <p:spPr>
            <a:xfrm rot="5400000">
              <a:off x="166827" y="1114813"/>
              <a:ext cx="1717013" cy="1291895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 flipH="1">
              <a:off x="1922486" y="56673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sp>
          <p:nvSpPr>
            <p:cNvPr id="236" name="TextBox 235"/>
            <p:cNvSpPr txBox="1"/>
            <p:nvPr/>
          </p:nvSpPr>
          <p:spPr>
            <a:xfrm flipH="1">
              <a:off x="2384711" y="1162164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237" name="TextBox 236"/>
            <p:cNvSpPr txBox="1"/>
            <p:nvPr/>
          </p:nvSpPr>
          <p:spPr>
            <a:xfrm flipH="1">
              <a:off x="1384597" y="312055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38" name="TextBox 237"/>
            <p:cNvSpPr txBox="1"/>
            <p:nvPr/>
          </p:nvSpPr>
          <p:spPr>
            <a:xfrm flipH="1">
              <a:off x="2611605" y="2619267"/>
              <a:ext cx="686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z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39" name="TextBox 238"/>
            <p:cNvSpPr txBox="1"/>
            <p:nvPr/>
          </p:nvSpPr>
          <p:spPr>
            <a:xfrm flipH="1">
              <a:off x="46696" y="2619267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40" name="TextBox 239"/>
            <p:cNvSpPr txBox="1"/>
            <p:nvPr/>
          </p:nvSpPr>
          <p:spPr>
            <a:xfrm flipH="1">
              <a:off x="1045494" y="2619267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y)</a:t>
              </a:r>
              <a:endParaRPr lang="en-US" dirty="0"/>
            </a:p>
          </p:txBody>
        </p:sp>
        <p:sp>
          <p:nvSpPr>
            <p:cNvPr id="241" name="TextBox 240"/>
            <p:cNvSpPr txBox="1"/>
            <p:nvPr/>
          </p:nvSpPr>
          <p:spPr>
            <a:xfrm flipH="1">
              <a:off x="1934204" y="2619267"/>
              <a:ext cx="613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 </a:t>
              </a:r>
              <a:r>
                <a:rPr lang="en-US" dirty="0" err="1" smtClean="0"/>
                <a:t>z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242" name="Straight Arrow Connector 241"/>
            <p:cNvCxnSpPr>
              <a:stCxn id="47" idx="3"/>
              <a:endCxn id="240" idx="0"/>
            </p:cNvCxnSpPr>
            <p:nvPr/>
          </p:nvCxnSpPr>
          <p:spPr>
            <a:xfrm rot="5400000">
              <a:off x="1188284" y="1674340"/>
              <a:ext cx="1121583" cy="76827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/>
            <p:cNvCxnSpPr/>
            <p:nvPr/>
          </p:nvCxnSpPr>
          <p:spPr>
            <a:xfrm rot="16200000" flipH="1">
              <a:off x="2203533" y="1606998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/>
            <p:cNvSpPr txBox="1"/>
            <p:nvPr/>
          </p:nvSpPr>
          <p:spPr>
            <a:xfrm flipH="1">
              <a:off x="2822376" y="1805359"/>
              <a:ext cx="275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z</a:t>
              </a:r>
              <a:endParaRPr lang="en-US" dirty="0"/>
            </a:p>
          </p:txBody>
        </p:sp>
        <p:cxnSp>
          <p:nvCxnSpPr>
            <p:cNvPr id="246" name="Straight Arrow Connector 245"/>
            <p:cNvCxnSpPr>
              <a:endCxn id="241" idx="0"/>
            </p:cNvCxnSpPr>
            <p:nvPr/>
          </p:nvCxnSpPr>
          <p:spPr>
            <a:xfrm rot="5400000">
              <a:off x="2171533" y="2217703"/>
              <a:ext cx="471057" cy="332070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Arrow Connector 246"/>
            <p:cNvCxnSpPr>
              <a:endCxn id="238" idx="0"/>
            </p:cNvCxnSpPr>
            <p:nvPr/>
          </p:nvCxnSpPr>
          <p:spPr>
            <a:xfrm rot="16200000" flipH="1">
              <a:off x="2594043" y="2258534"/>
              <a:ext cx="471058" cy="250408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Donut 45"/>
            <p:cNvSpPr/>
            <p:nvPr/>
          </p:nvSpPr>
          <p:spPr>
            <a:xfrm>
              <a:off x="1637801" y="67136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Donut 46"/>
            <p:cNvSpPr/>
            <p:nvPr/>
          </p:nvSpPr>
          <p:spPr>
            <a:xfrm>
              <a:off x="2101509" y="130061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Donut 47"/>
            <p:cNvSpPr/>
            <p:nvPr/>
          </p:nvSpPr>
          <p:spPr>
            <a:xfrm>
              <a:off x="2528227" y="192985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Donut 48"/>
            <p:cNvSpPr/>
            <p:nvPr/>
          </p:nvSpPr>
          <p:spPr>
            <a:xfrm>
              <a:off x="6132422" y="13039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Donut 50"/>
            <p:cNvSpPr/>
            <p:nvPr/>
          </p:nvSpPr>
          <p:spPr>
            <a:xfrm>
              <a:off x="6888777" y="191660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Donut 51"/>
            <p:cNvSpPr/>
            <p:nvPr/>
          </p:nvSpPr>
          <p:spPr>
            <a:xfrm>
              <a:off x="5442569" y="192841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354946" y="2592062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54946" y="1981353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54946" y="1370644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54946" y="759935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4068141" y="2295606"/>
              <a:ext cx="30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h</a:t>
              </a:r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952161" y="1675070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2161" y="1054534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52161" y="433998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h+3</a:t>
              </a:r>
              <a:endParaRPr lang="en-US" dirty="0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3225800" y="1722047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3275604" y="1320438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left rotation at </a:t>
              </a:r>
              <a:r>
                <a:rPr lang="en-US" dirty="0" err="1" smtClean="0"/>
                <a:t>x</a:t>
              </a:r>
              <a:endParaRPr lang="en-US" dirty="0"/>
            </a:p>
          </p:txBody>
        </p:sp>
      </p:grp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avl7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152400" y="4029054"/>
            <a:ext cx="8078564" cy="2676546"/>
            <a:chOff x="354946" y="312055"/>
            <a:chExt cx="8078564" cy="2676546"/>
          </a:xfrm>
        </p:grpSpPr>
        <p:grpSp>
          <p:nvGrpSpPr>
            <p:cNvPr id="2" name="Group 49"/>
            <p:cNvGrpSpPr/>
            <p:nvPr/>
          </p:nvGrpSpPr>
          <p:grpSpPr>
            <a:xfrm>
              <a:off x="4703381" y="312055"/>
              <a:ext cx="3251252" cy="2676544"/>
              <a:chOff x="46696" y="312055"/>
              <a:chExt cx="3251252" cy="2676544"/>
            </a:xfrm>
          </p:grpSpPr>
          <p:cxnSp>
            <p:nvCxnSpPr>
              <p:cNvPr id="233" name="Straight Arrow Connector 232"/>
              <p:cNvCxnSpPr/>
              <p:nvPr/>
            </p:nvCxnSpPr>
            <p:spPr>
              <a:xfrm rot="16200000" flipH="1">
                <a:off x="1735981" y="972475"/>
                <a:ext cx="444575" cy="3041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Arrow Connector 233"/>
              <p:cNvCxnSpPr>
                <a:endCxn id="239" idx="0"/>
              </p:cNvCxnSpPr>
              <p:nvPr/>
            </p:nvCxnSpPr>
            <p:spPr>
              <a:xfrm rot="5400000">
                <a:off x="166827" y="1114813"/>
                <a:ext cx="1717013" cy="1291895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TextBox 234"/>
              <p:cNvSpPr txBox="1"/>
              <p:nvPr/>
            </p:nvSpPr>
            <p:spPr>
              <a:xfrm flipH="1">
                <a:off x="1922486" y="566735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x</a:t>
                </a:r>
                <a:endParaRPr lang="en-US" dirty="0"/>
              </a:p>
            </p:txBody>
          </p:sp>
          <p:sp>
            <p:nvSpPr>
              <p:cNvPr id="236" name="TextBox 235"/>
              <p:cNvSpPr txBox="1"/>
              <p:nvPr/>
            </p:nvSpPr>
            <p:spPr>
              <a:xfrm flipH="1">
                <a:off x="2384711" y="1162164"/>
                <a:ext cx="2891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y</a:t>
                </a:r>
                <a:endParaRPr lang="en-US" dirty="0"/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 flipH="1">
                <a:off x="1384597" y="312055"/>
                <a:ext cx="726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38" name="TextBox 237"/>
              <p:cNvSpPr txBox="1"/>
              <p:nvPr/>
            </p:nvSpPr>
            <p:spPr>
              <a:xfrm flipH="1">
                <a:off x="2611605" y="2619267"/>
                <a:ext cx="686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39" name="TextBox 238"/>
              <p:cNvSpPr txBox="1"/>
              <p:nvPr/>
            </p:nvSpPr>
            <p:spPr>
              <a:xfrm flipH="1">
                <a:off x="46696" y="2619267"/>
                <a:ext cx="665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40" name="TextBox 239"/>
              <p:cNvSpPr txBox="1"/>
              <p:nvPr/>
            </p:nvSpPr>
            <p:spPr>
              <a:xfrm flipH="1">
                <a:off x="1045494" y="2619267"/>
                <a:ext cx="638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, y)</a:t>
                </a:r>
                <a:endParaRPr lang="en-US" dirty="0"/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 flipH="1">
                <a:off x="1934204" y="2619267"/>
                <a:ext cx="6136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y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cxnSp>
            <p:nvCxnSpPr>
              <p:cNvPr id="242" name="Straight Arrow Connector 241"/>
              <p:cNvCxnSpPr>
                <a:stCxn id="47" idx="3"/>
                <a:endCxn id="240" idx="0"/>
              </p:cNvCxnSpPr>
              <p:nvPr/>
            </p:nvCxnSpPr>
            <p:spPr>
              <a:xfrm rot="5400000">
                <a:off x="1188284" y="1674340"/>
                <a:ext cx="1121583" cy="76827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/>
              <p:cNvCxnSpPr/>
              <p:nvPr/>
            </p:nvCxnSpPr>
            <p:spPr>
              <a:xfrm rot="16200000" flipH="1">
                <a:off x="2203533" y="1606998"/>
                <a:ext cx="444575" cy="3041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TextBox 244"/>
              <p:cNvSpPr txBox="1"/>
              <p:nvPr/>
            </p:nvSpPr>
            <p:spPr>
              <a:xfrm flipH="1">
                <a:off x="2822376" y="1805359"/>
                <a:ext cx="275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z</a:t>
                </a:r>
                <a:endParaRPr lang="en-US" dirty="0"/>
              </a:p>
            </p:txBody>
          </p:sp>
          <p:cxnSp>
            <p:nvCxnSpPr>
              <p:cNvPr id="246" name="Straight Arrow Connector 245"/>
              <p:cNvCxnSpPr>
                <a:endCxn id="241" idx="0"/>
              </p:cNvCxnSpPr>
              <p:nvPr/>
            </p:nvCxnSpPr>
            <p:spPr>
              <a:xfrm rot="5400000">
                <a:off x="2171533" y="2217703"/>
                <a:ext cx="471057" cy="332070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7" name="Straight Arrow Connector 246"/>
              <p:cNvCxnSpPr>
                <a:endCxn id="238" idx="0"/>
              </p:cNvCxnSpPr>
              <p:nvPr/>
            </p:nvCxnSpPr>
            <p:spPr>
              <a:xfrm rot="16200000" flipH="1">
                <a:off x="2594043" y="2258534"/>
                <a:ext cx="471058" cy="250408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Donut 45"/>
              <p:cNvSpPr/>
              <p:nvPr/>
            </p:nvSpPr>
            <p:spPr>
              <a:xfrm>
                <a:off x="1637801" y="671369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Donut 46"/>
              <p:cNvSpPr/>
              <p:nvPr/>
            </p:nvSpPr>
            <p:spPr>
              <a:xfrm>
                <a:off x="2101509" y="1300611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Donut 47"/>
              <p:cNvSpPr/>
              <p:nvPr/>
            </p:nvSpPr>
            <p:spPr>
              <a:xfrm>
                <a:off x="2528227" y="1929853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62" name="Straight Connector 61"/>
            <p:cNvCxnSpPr/>
            <p:nvPr/>
          </p:nvCxnSpPr>
          <p:spPr>
            <a:xfrm>
              <a:off x="354946" y="1981353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54946" y="1370644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54946" y="759935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4068141" y="2295606"/>
              <a:ext cx="30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h</a:t>
              </a:r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952161" y="1675070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2161" y="1054534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52161" y="433998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h+3</a:t>
              </a:r>
              <a:endParaRPr lang="en-US" dirty="0"/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>
              <a:off x="3225800" y="1722047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3098394" y="1320438"/>
              <a:ext cx="22365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insert to the right of </a:t>
              </a:r>
              <a:r>
                <a:rPr lang="en-US" dirty="0" err="1" smtClean="0"/>
                <a:t>y</a:t>
              </a:r>
              <a:endParaRPr lang="en-US" dirty="0"/>
            </a:p>
          </p:txBody>
        </p:sp>
        <p:grpSp>
          <p:nvGrpSpPr>
            <p:cNvPr id="3" name="Group 41"/>
            <p:cNvGrpSpPr/>
            <p:nvPr/>
          </p:nvGrpSpPr>
          <p:grpSpPr>
            <a:xfrm>
              <a:off x="976760" y="936067"/>
              <a:ext cx="2373935" cy="2052534"/>
              <a:chOff x="976760" y="936067"/>
              <a:chExt cx="2373935" cy="2052534"/>
            </a:xfrm>
          </p:grpSpPr>
          <p:cxnSp>
            <p:nvCxnSpPr>
              <p:cNvPr id="55" name="Straight Arrow Connector 54"/>
              <p:cNvCxnSpPr/>
              <p:nvPr/>
            </p:nvCxnSpPr>
            <p:spPr>
              <a:xfrm rot="16200000" flipH="1">
                <a:off x="2164271" y="1596487"/>
                <a:ext cx="444575" cy="3041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/>
              <p:nvPr/>
            </p:nvCxnSpPr>
            <p:spPr>
              <a:xfrm rot="5400000">
                <a:off x="1171613" y="1664103"/>
                <a:ext cx="1065796" cy="790122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TextBox 56"/>
              <p:cNvSpPr txBox="1"/>
              <p:nvPr/>
            </p:nvSpPr>
            <p:spPr>
              <a:xfrm flipH="1">
                <a:off x="2350776" y="1190747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x</a:t>
                </a:r>
                <a:endParaRPr lang="en-US" dirty="0"/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 flipH="1">
                <a:off x="2813001" y="1786176"/>
                <a:ext cx="2891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y</a:t>
                </a:r>
                <a:endParaRPr lang="en-US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 flipH="1">
                <a:off x="1812887" y="936067"/>
                <a:ext cx="726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flipH="1">
                <a:off x="2667508" y="2619269"/>
                <a:ext cx="683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y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 flipH="1">
                <a:off x="976760" y="2619267"/>
                <a:ext cx="665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 flipH="1">
                <a:off x="1890907" y="2619267"/>
                <a:ext cx="638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, y)</a:t>
                </a:r>
                <a:endParaRPr lang="en-US" dirty="0"/>
              </a:p>
            </p:txBody>
          </p:sp>
          <p:cxnSp>
            <p:nvCxnSpPr>
              <p:cNvPr id="72" name="Straight Arrow Connector 71"/>
              <p:cNvCxnSpPr>
                <a:stCxn id="78" idx="3"/>
              </p:cNvCxnSpPr>
              <p:nvPr/>
            </p:nvCxnSpPr>
            <p:spPr>
              <a:xfrm rot="5400000">
                <a:off x="2149210" y="2206978"/>
                <a:ext cx="497573" cy="327009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rot="16200000" flipH="1">
                <a:off x="2631823" y="2231010"/>
                <a:ext cx="444575" cy="304134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Donut 76"/>
              <p:cNvSpPr/>
              <p:nvPr/>
            </p:nvSpPr>
            <p:spPr>
              <a:xfrm>
                <a:off x="2066091" y="1295381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Donut 77"/>
              <p:cNvSpPr/>
              <p:nvPr/>
            </p:nvSpPr>
            <p:spPr>
              <a:xfrm>
                <a:off x="2529799" y="1924623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2" name="Straight Connector 81"/>
            <p:cNvCxnSpPr/>
            <p:nvPr/>
          </p:nvCxnSpPr>
          <p:spPr>
            <a:xfrm>
              <a:off x="354946" y="2605365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itle 4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avl7a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Group 52"/>
          <p:cNvGrpSpPr/>
          <p:nvPr/>
        </p:nvGrpSpPr>
        <p:grpSpPr>
          <a:xfrm>
            <a:off x="147586" y="3939123"/>
            <a:ext cx="8386814" cy="2690277"/>
            <a:chOff x="46696" y="312055"/>
            <a:chExt cx="8386814" cy="2690277"/>
          </a:xfrm>
        </p:grpSpPr>
        <p:sp>
          <p:nvSpPr>
            <p:cNvPr id="215" name="TextBox 214"/>
            <p:cNvSpPr txBox="1"/>
            <p:nvPr/>
          </p:nvSpPr>
          <p:spPr>
            <a:xfrm>
              <a:off x="7139908" y="1810420"/>
              <a:ext cx="275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z</a:t>
              </a:r>
              <a:endParaRPr lang="en-US" dirty="0"/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5801124" y="1143631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5875494" y="813909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18" name="TextBox 217"/>
            <p:cNvSpPr txBox="1"/>
            <p:nvPr/>
          </p:nvSpPr>
          <p:spPr>
            <a:xfrm>
              <a:off x="6997012" y="2633000"/>
              <a:ext cx="686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z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19" name="TextBox 218"/>
            <p:cNvSpPr txBox="1"/>
            <p:nvPr/>
          </p:nvSpPr>
          <p:spPr>
            <a:xfrm>
              <a:off x="4731800" y="2633000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6348891" y="2633000"/>
              <a:ext cx="613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 z)</a:t>
              </a:r>
              <a:endParaRPr lang="en-US" dirty="0"/>
            </a:p>
          </p:txBody>
        </p:sp>
        <p:sp>
          <p:nvSpPr>
            <p:cNvPr id="221" name="TextBox 220"/>
            <p:cNvSpPr txBox="1"/>
            <p:nvPr/>
          </p:nvSpPr>
          <p:spPr>
            <a:xfrm>
              <a:off x="5613823" y="2633000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</a:t>
              </a:r>
              <a:r>
                <a:rPr lang="en-US" dirty="0" err="1" smtClean="0"/>
                <a:t>y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222" name="Straight Arrow Connector 221"/>
            <p:cNvCxnSpPr/>
            <p:nvPr/>
          </p:nvCxnSpPr>
          <p:spPr>
            <a:xfrm rot="16200000" flipH="1">
              <a:off x="5562265" y="2171081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Arrow Connector 222"/>
            <p:cNvCxnSpPr/>
            <p:nvPr/>
          </p:nvCxnSpPr>
          <p:spPr>
            <a:xfrm rot="5400000">
              <a:off x="5091340" y="2217707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TextBox 223"/>
            <p:cNvSpPr txBox="1"/>
            <p:nvPr/>
          </p:nvSpPr>
          <p:spPr>
            <a:xfrm>
              <a:off x="5022463" y="1785280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cxnSp>
          <p:nvCxnSpPr>
            <p:cNvPr id="226" name="Straight Arrow Connector 225"/>
            <p:cNvCxnSpPr/>
            <p:nvPr/>
          </p:nvCxnSpPr>
          <p:spPr>
            <a:xfrm rot="16200000" flipH="1">
              <a:off x="7032323" y="2171081"/>
              <a:ext cx="444575" cy="322292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Arrow Connector 226"/>
            <p:cNvCxnSpPr/>
            <p:nvPr/>
          </p:nvCxnSpPr>
          <p:spPr>
            <a:xfrm rot="5400000">
              <a:off x="6561398" y="2217707"/>
              <a:ext cx="444575" cy="304134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Arrow Connector 227"/>
            <p:cNvCxnSpPr/>
            <p:nvPr/>
          </p:nvCxnSpPr>
          <p:spPr>
            <a:xfrm rot="5400000">
              <a:off x="5666686" y="1460101"/>
              <a:ext cx="444575" cy="55030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Arrow Connector 228"/>
            <p:cNvCxnSpPr/>
            <p:nvPr/>
          </p:nvCxnSpPr>
          <p:spPr>
            <a:xfrm rot="16200000" flipH="1">
              <a:off x="6401714" y="1428439"/>
              <a:ext cx="444575" cy="6136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/>
            <p:nvPr/>
          </p:nvCxnSpPr>
          <p:spPr>
            <a:xfrm rot="16200000" flipH="1">
              <a:off x="1735981" y="972475"/>
              <a:ext cx="444575" cy="3041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Arrow Connector 233"/>
            <p:cNvCxnSpPr>
              <a:endCxn id="239" idx="0"/>
            </p:cNvCxnSpPr>
            <p:nvPr/>
          </p:nvCxnSpPr>
          <p:spPr>
            <a:xfrm rot="5400000">
              <a:off x="166827" y="1114813"/>
              <a:ext cx="1717013" cy="1291895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5" name="TextBox 234"/>
            <p:cNvSpPr txBox="1"/>
            <p:nvPr/>
          </p:nvSpPr>
          <p:spPr>
            <a:xfrm flipH="1">
              <a:off x="1922486" y="566735"/>
              <a:ext cx="2872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x</a:t>
              </a:r>
              <a:endParaRPr lang="en-US" dirty="0"/>
            </a:p>
          </p:txBody>
        </p:sp>
        <p:sp>
          <p:nvSpPr>
            <p:cNvPr id="236" name="TextBox 235"/>
            <p:cNvSpPr txBox="1"/>
            <p:nvPr/>
          </p:nvSpPr>
          <p:spPr>
            <a:xfrm flipH="1">
              <a:off x="1984604" y="1810420"/>
              <a:ext cx="2891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y</a:t>
              </a:r>
              <a:endParaRPr lang="en-US" dirty="0"/>
            </a:p>
          </p:txBody>
        </p:sp>
        <p:sp>
          <p:nvSpPr>
            <p:cNvPr id="237" name="TextBox 236"/>
            <p:cNvSpPr txBox="1"/>
            <p:nvPr/>
          </p:nvSpPr>
          <p:spPr>
            <a:xfrm flipH="1">
              <a:off x="1374752" y="312055"/>
              <a:ext cx="7261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38" name="TextBox 237"/>
            <p:cNvSpPr txBox="1"/>
            <p:nvPr/>
          </p:nvSpPr>
          <p:spPr>
            <a:xfrm flipH="1">
              <a:off x="2611605" y="2619267"/>
              <a:ext cx="6863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z</a:t>
              </a:r>
              <a:r>
                <a:rPr lang="en-US" dirty="0" smtClean="0"/>
                <a:t>,</a:t>
              </a:r>
              <a:r>
                <a:rPr lang="en-US" dirty="0" err="1" smtClean="0"/>
                <a:t>ω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39" name="TextBox 238"/>
            <p:cNvSpPr txBox="1"/>
            <p:nvPr/>
          </p:nvSpPr>
          <p:spPr>
            <a:xfrm flipH="1">
              <a:off x="46696" y="2619267"/>
              <a:ext cx="6653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α</a:t>
              </a:r>
              <a:r>
                <a:rPr lang="en-US" dirty="0" smtClean="0"/>
                <a:t>, </a:t>
              </a:r>
              <a:r>
                <a:rPr lang="en-US" dirty="0" err="1" smtClean="0"/>
                <a:t>x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sp>
          <p:nvSpPr>
            <p:cNvPr id="240" name="TextBox 239"/>
            <p:cNvSpPr txBox="1"/>
            <p:nvPr/>
          </p:nvSpPr>
          <p:spPr>
            <a:xfrm flipH="1">
              <a:off x="1045494" y="2619267"/>
              <a:ext cx="638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x</a:t>
              </a:r>
              <a:r>
                <a:rPr lang="en-US" dirty="0" smtClean="0"/>
                <a:t>, y)</a:t>
              </a:r>
              <a:endParaRPr lang="en-US" dirty="0"/>
            </a:p>
          </p:txBody>
        </p:sp>
        <p:sp>
          <p:nvSpPr>
            <p:cNvPr id="241" name="TextBox 240"/>
            <p:cNvSpPr txBox="1"/>
            <p:nvPr/>
          </p:nvSpPr>
          <p:spPr>
            <a:xfrm flipH="1">
              <a:off x="1934204" y="2619267"/>
              <a:ext cx="6136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(</a:t>
              </a:r>
              <a:r>
                <a:rPr lang="en-US" dirty="0" err="1" smtClean="0"/>
                <a:t>y</a:t>
              </a:r>
              <a:r>
                <a:rPr lang="en-US" dirty="0" smtClean="0"/>
                <a:t>, </a:t>
              </a:r>
              <a:r>
                <a:rPr lang="en-US" dirty="0" err="1" smtClean="0"/>
                <a:t>z</a:t>
              </a:r>
              <a:r>
                <a:rPr lang="en-US" dirty="0" smtClean="0"/>
                <a:t>)</a:t>
              </a:r>
              <a:endParaRPr lang="en-US" dirty="0"/>
            </a:p>
          </p:txBody>
        </p:sp>
        <p:cxnSp>
          <p:nvCxnSpPr>
            <p:cNvPr id="242" name="Straight Arrow Connector 241"/>
            <p:cNvCxnSpPr>
              <a:stCxn id="47" idx="3"/>
              <a:endCxn id="240" idx="0"/>
            </p:cNvCxnSpPr>
            <p:nvPr/>
          </p:nvCxnSpPr>
          <p:spPr>
            <a:xfrm rot="5400000">
              <a:off x="1287718" y="2190897"/>
              <a:ext cx="505593" cy="351147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Arrow Connector 242"/>
            <p:cNvCxnSpPr>
              <a:endCxn id="238" idx="0"/>
            </p:cNvCxnSpPr>
            <p:nvPr/>
          </p:nvCxnSpPr>
          <p:spPr>
            <a:xfrm rot="16200000" flipH="1">
              <a:off x="2073019" y="1737510"/>
              <a:ext cx="1082490" cy="681023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TextBox 244"/>
            <p:cNvSpPr txBox="1"/>
            <p:nvPr/>
          </p:nvSpPr>
          <p:spPr>
            <a:xfrm flipH="1">
              <a:off x="2335756" y="1187566"/>
              <a:ext cx="27584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z</a:t>
              </a:r>
              <a:endParaRPr lang="en-US" dirty="0"/>
            </a:p>
          </p:txBody>
        </p:sp>
        <p:cxnSp>
          <p:nvCxnSpPr>
            <p:cNvPr id="247" name="Straight Arrow Connector 246"/>
            <p:cNvCxnSpPr/>
            <p:nvPr/>
          </p:nvCxnSpPr>
          <p:spPr>
            <a:xfrm rot="16200000" flipH="1">
              <a:off x="1811225" y="2193543"/>
              <a:ext cx="471057" cy="325981"/>
            </a:xfrm>
            <a:prstGeom prst="straightConnector1">
              <a:avLst/>
            </a:prstGeom>
            <a:ln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Donut 45"/>
            <p:cNvSpPr/>
            <p:nvPr/>
          </p:nvSpPr>
          <p:spPr>
            <a:xfrm>
              <a:off x="1637801" y="67136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7" name="Donut 46"/>
            <p:cNvSpPr/>
            <p:nvPr/>
          </p:nvSpPr>
          <p:spPr>
            <a:xfrm>
              <a:off x="1684386" y="191660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8" name="Donut 47"/>
            <p:cNvSpPr/>
            <p:nvPr/>
          </p:nvSpPr>
          <p:spPr>
            <a:xfrm>
              <a:off x="2057284" y="1308423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9" name="Donut 48"/>
            <p:cNvSpPr/>
            <p:nvPr/>
          </p:nvSpPr>
          <p:spPr>
            <a:xfrm>
              <a:off x="6132422" y="1303977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1" name="Donut 50"/>
            <p:cNvSpPr/>
            <p:nvPr/>
          </p:nvSpPr>
          <p:spPr>
            <a:xfrm>
              <a:off x="6888777" y="1916601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2" name="Donut 51"/>
            <p:cNvSpPr/>
            <p:nvPr/>
          </p:nvSpPr>
          <p:spPr>
            <a:xfrm>
              <a:off x="5442569" y="1928419"/>
              <a:ext cx="216469" cy="230885"/>
            </a:xfrm>
            <a:prstGeom prst="donu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61" name="Straight Connector 60"/>
            <p:cNvCxnSpPr/>
            <p:nvPr/>
          </p:nvCxnSpPr>
          <p:spPr>
            <a:xfrm>
              <a:off x="354946" y="2592062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54946" y="1981353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54946" y="1370644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54946" y="759935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4068141" y="2295606"/>
              <a:ext cx="30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h</a:t>
              </a:r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952161" y="1675070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2161" y="1054534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52161" y="433998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h+3</a:t>
              </a:r>
              <a:endParaRPr lang="en-US" dirty="0"/>
            </a:p>
          </p:txBody>
        </p:sp>
        <p:cxnSp>
          <p:nvCxnSpPr>
            <p:cNvPr id="77" name="Straight Arrow Connector 76"/>
            <p:cNvCxnSpPr/>
            <p:nvPr/>
          </p:nvCxnSpPr>
          <p:spPr>
            <a:xfrm rot="5400000">
              <a:off x="1771413" y="1602025"/>
              <a:ext cx="385103" cy="24404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>
              <a:off x="3225800" y="1722047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2917550" y="1320438"/>
              <a:ext cx="25841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double rotation at </a:t>
              </a:r>
              <a:r>
                <a:rPr lang="en-US" dirty="0" err="1" smtClean="0"/>
                <a:t>z</a:t>
              </a:r>
              <a:r>
                <a:rPr lang="en-US" dirty="0" smtClean="0"/>
                <a:t> and </a:t>
              </a:r>
              <a:r>
                <a:rPr lang="en-US" dirty="0" err="1" smtClean="0"/>
                <a:t>x</a:t>
              </a:r>
              <a:endParaRPr lang="en-US" dirty="0"/>
            </a:p>
          </p:txBody>
        </p:sp>
      </p:grpSp>
      <p:sp>
        <p:nvSpPr>
          <p:cNvPr id="54" name="Title 5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avl8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152400" y="4029056"/>
            <a:ext cx="8078564" cy="2676544"/>
            <a:chOff x="354946" y="336798"/>
            <a:chExt cx="8078564" cy="2676544"/>
          </a:xfrm>
        </p:grpSpPr>
        <p:cxnSp>
          <p:nvCxnSpPr>
            <p:cNvPr id="61" name="Straight Connector 60"/>
            <p:cNvCxnSpPr/>
            <p:nvPr/>
          </p:nvCxnSpPr>
          <p:spPr>
            <a:xfrm>
              <a:off x="354946" y="2592062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>
              <a:off x="354946" y="1981353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354946" y="1370644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354946" y="759935"/>
              <a:ext cx="8078564" cy="1588"/>
            </a:xfrm>
            <a:prstGeom prst="line">
              <a:avLst/>
            </a:prstGeom>
            <a:ln w="6350" cap="flat" cmpd="sng" algn="ctr">
              <a:solidFill>
                <a:schemeClr val="tx1"/>
              </a:solidFill>
              <a:prstDash val="dot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4068141" y="2295606"/>
              <a:ext cx="3059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 smtClean="0"/>
                <a:t>h</a:t>
              </a:r>
              <a:endParaRPr lang="en-US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3952161" y="1675070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h+1</a:t>
              </a:r>
              <a:endParaRPr lang="en-US" dirty="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952161" y="1054534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h+2</a:t>
              </a:r>
              <a:endParaRPr lang="en-US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3952161" y="433998"/>
              <a:ext cx="5379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h+3</a:t>
              </a:r>
              <a:endParaRPr lang="en-US" dirty="0"/>
            </a:p>
          </p:txBody>
        </p:sp>
        <p:grpSp>
          <p:nvGrpSpPr>
            <p:cNvPr id="2" name="Group 53"/>
            <p:cNvGrpSpPr/>
            <p:nvPr/>
          </p:nvGrpSpPr>
          <p:grpSpPr>
            <a:xfrm>
              <a:off x="5182258" y="336798"/>
              <a:ext cx="3251252" cy="2676544"/>
              <a:chOff x="46696" y="312055"/>
              <a:chExt cx="3251252" cy="2676544"/>
            </a:xfrm>
          </p:grpSpPr>
          <p:cxnSp>
            <p:nvCxnSpPr>
              <p:cNvPr id="233" name="Straight Arrow Connector 232"/>
              <p:cNvCxnSpPr/>
              <p:nvPr/>
            </p:nvCxnSpPr>
            <p:spPr>
              <a:xfrm rot="16200000" flipH="1">
                <a:off x="1735981" y="972475"/>
                <a:ext cx="444575" cy="3041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4" name="Straight Arrow Connector 233"/>
              <p:cNvCxnSpPr>
                <a:endCxn id="239" idx="0"/>
              </p:cNvCxnSpPr>
              <p:nvPr/>
            </p:nvCxnSpPr>
            <p:spPr>
              <a:xfrm rot="5400000">
                <a:off x="166827" y="1114813"/>
                <a:ext cx="1717013" cy="1291895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" name="TextBox 234"/>
              <p:cNvSpPr txBox="1"/>
              <p:nvPr/>
            </p:nvSpPr>
            <p:spPr>
              <a:xfrm flipH="1">
                <a:off x="1922486" y="566735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x</a:t>
                </a:r>
                <a:endParaRPr lang="en-US" dirty="0"/>
              </a:p>
            </p:txBody>
          </p:sp>
          <p:sp>
            <p:nvSpPr>
              <p:cNvPr id="236" name="TextBox 235"/>
              <p:cNvSpPr txBox="1"/>
              <p:nvPr/>
            </p:nvSpPr>
            <p:spPr>
              <a:xfrm flipH="1">
                <a:off x="1984604" y="1810420"/>
                <a:ext cx="2891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y</a:t>
                </a:r>
                <a:endParaRPr lang="en-US" dirty="0"/>
              </a:p>
            </p:txBody>
          </p:sp>
          <p:sp>
            <p:nvSpPr>
              <p:cNvPr id="237" name="TextBox 236"/>
              <p:cNvSpPr txBox="1"/>
              <p:nvPr/>
            </p:nvSpPr>
            <p:spPr>
              <a:xfrm flipH="1">
                <a:off x="1374752" y="312055"/>
                <a:ext cx="726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38" name="TextBox 237"/>
              <p:cNvSpPr txBox="1"/>
              <p:nvPr/>
            </p:nvSpPr>
            <p:spPr>
              <a:xfrm flipH="1">
                <a:off x="2611605" y="2619267"/>
                <a:ext cx="68634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,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39" name="TextBox 238"/>
              <p:cNvSpPr txBox="1"/>
              <p:nvPr/>
            </p:nvSpPr>
            <p:spPr>
              <a:xfrm flipH="1">
                <a:off x="46696" y="2619267"/>
                <a:ext cx="665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240" name="TextBox 239"/>
              <p:cNvSpPr txBox="1"/>
              <p:nvPr/>
            </p:nvSpPr>
            <p:spPr>
              <a:xfrm flipH="1">
                <a:off x="1045494" y="2619267"/>
                <a:ext cx="638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, y)</a:t>
                </a:r>
                <a:endParaRPr lang="en-US" dirty="0"/>
              </a:p>
            </p:txBody>
          </p:sp>
          <p:sp>
            <p:nvSpPr>
              <p:cNvPr id="241" name="TextBox 240"/>
              <p:cNvSpPr txBox="1"/>
              <p:nvPr/>
            </p:nvSpPr>
            <p:spPr>
              <a:xfrm flipH="1">
                <a:off x="1934204" y="2619267"/>
                <a:ext cx="6136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y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cxnSp>
            <p:nvCxnSpPr>
              <p:cNvPr id="242" name="Straight Arrow Connector 241"/>
              <p:cNvCxnSpPr>
                <a:stCxn id="47" idx="3"/>
                <a:endCxn id="240" idx="0"/>
              </p:cNvCxnSpPr>
              <p:nvPr/>
            </p:nvCxnSpPr>
            <p:spPr>
              <a:xfrm rot="5400000">
                <a:off x="1287718" y="2190897"/>
                <a:ext cx="505593" cy="351147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Arrow Connector 242"/>
              <p:cNvCxnSpPr>
                <a:endCxn id="238" idx="0"/>
              </p:cNvCxnSpPr>
              <p:nvPr/>
            </p:nvCxnSpPr>
            <p:spPr>
              <a:xfrm rot="16200000" flipH="1">
                <a:off x="2073019" y="1737510"/>
                <a:ext cx="1082490" cy="681023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5" name="TextBox 244"/>
              <p:cNvSpPr txBox="1"/>
              <p:nvPr/>
            </p:nvSpPr>
            <p:spPr>
              <a:xfrm flipH="1">
                <a:off x="2335756" y="1187566"/>
                <a:ext cx="275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z</a:t>
                </a:r>
                <a:endParaRPr lang="en-US" dirty="0"/>
              </a:p>
            </p:txBody>
          </p:sp>
          <p:cxnSp>
            <p:nvCxnSpPr>
              <p:cNvPr id="247" name="Straight Arrow Connector 246"/>
              <p:cNvCxnSpPr/>
              <p:nvPr/>
            </p:nvCxnSpPr>
            <p:spPr>
              <a:xfrm rot="16200000" flipH="1">
                <a:off x="1811225" y="2193543"/>
                <a:ext cx="471057" cy="325981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Donut 45"/>
              <p:cNvSpPr/>
              <p:nvPr/>
            </p:nvSpPr>
            <p:spPr>
              <a:xfrm>
                <a:off x="1637801" y="671369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Donut 46"/>
              <p:cNvSpPr/>
              <p:nvPr/>
            </p:nvSpPr>
            <p:spPr>
              <a:xfrm>
                <a:off x="1684386" y="1916601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Donut 47"/>
              <p:cNvSpPr/>
              <p:nvPr/>
            </p:nvSpPr>
            <p:spPr>
              <a:xfrm>
                <a:off x="2057284" y="1308423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7" name="Straight Arrow Connector 76"/>
              <p:cNvCxnSpPr/>
              <p:nvPr/>
            </p:nvCxnSpPr>
            <p:spPr>
              <a:xfrm rot="5400000">
                <a:off x="1771413" y="1602025"/>
                <a:ext cx="385103" cy="244048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7" name="Straight Arrow Connector 86"/>
            <p:cNvCxnSpPr/>
            <p:nvPr/>
          </p:nvCxnSpPr>
          <p:spPr>
            <a:xfrm>
              <a:off x="3225800" y="1722047"/>
              <a:ext cx="1935760" cy="1588"/>
            </a:xfrm>
            <a:prstGeom prst="straightConnector1">
              <a:avLst/>
            </a:prstGeom>
            <a:ln w="38100" cap="flat" cmpd="dbl" algn="ctr">
              <a:solidFill>
                <a:schemeClr val="accent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8" name="TextBox 87"/>
            <p:cNvSpPr txBox="1"/>
            <p:nvPr/>
          </p:nvSpPr>
          <p:spPr>
            <a:xfrm>
              <a:off x="3145883" y="1278580"/>
              <a:ext cx="20954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insert to the left of </a:t>
              </a:r>
              <a:r>
                <a:rPr lang="en-US" dirty="0" err="1" smtClean="0"/>
                <a:t>z</a:t>
              </a:r>
              <a:endParaRPr lang="en-US" dirty="0"/>
            </a:p>
          </p:txBody>
        </p:sp>
        <p:grpSp>
          <p:nvGrpSpPr>
            <p:cNvPr id="3" name="Group 54"/>
            <p:cNvGrpSpPr/>
            <p:nvPr/>
          </p:nvGrpSpPr>
          <p:grpSpPr>
            <a:xfrm>
              <a:off x="858620" y="936067"/>
              <a:ext cx="2373935" cy="2052534"/>
              <a:chOff x="976760" y="936067"/>
              <a:chExt cx="2373935" cy="2052534"/>
            </a:xfrm>
          </p:grpSpPr>
          <p:cxnSp>
            <p:nvCxnSpPr>
              <p:cNvPr id="56" name="Straight Arrow Connector 55"/>
              <p:cNvCxnSpPr/>
              <p:nvPr/>
            </p:nvCxnSpPr>
            <p:spPr>
              <a:xfrm rot="16200000" flipH="1">
                <a:off x="2164271" y="1596487"/>
                <a:ext cx="444575" cy="304134"/>
              </a:xfrm>
              <a:prstGeom prst="straightConnector1">
                <a:avLst/>
              </a:prstGeom>
              <a:ln>
                <a:tailEnd type="arrow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Arrow Connector 56"/>
              <p:cNvCxnSpPr/>
              <p:nvPr/>
            </p:nvCxnSpPr>
            <p:spPr>
              <a:xfrm rot="5400000">
                <a:off x="1171613" y="1664103"/>
                <a:ext cx="1065796" cy="790122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/>
              <p:cNvSpPr txBox="1"/>
              <p:nvPr/>
            </p:nvSpPr>
            <p:spPr>
              <a:xfrm flipH="1">
                <a:off x="2350776" y="1190747"/>
                <a:ext cx="2872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x</a:t>
                </a:r>
                <a:endParaRPr lang="en-US" dirty="0"/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 flipH="1">
                <a:off x="2813001" y="1786176"/>
                <a:ext cx="27584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z</a:t>
                </a:r>
                <a:endParaRPr lang="en-US" dirty="0"/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 flipH="1">
                <a:off x="1812887" y="936067"/>
                <a:ext cx="7261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 flipH="1">
                <a:off x="2667508" y="2619269"/>
                <a:ext cx="6831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ω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 flipH="1">
                <a:off x="976760" y="2619267"/>
                <a:ext cx="6653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α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sp>
            <p:nvSpPr>
              <p:cNvPr id="71" name="TextBox 70"/>
              <p:cNvSpPr txBox="1"/>
              <p:nvPr/>
            </p:nvSpPr>
            <p:spPr>
              <a:xfrm flipH="1">
                <a:off x="1890907" y="2619267"/>
                <a:ext cx="6388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(</a:t>
                </a:r>
                <a:r>
                  <a:rPr lang="en-US" dirty="0" err="1" smtClean="0"/>
                  <a:t>x</a:t>
                </a:r>
                <a:r>
                  <a:rPr lang="en-US" dirty="0" smtClean="0"/>
                  <a:t>,</a:t>
                </a:r>
                <a:r>
                  <a:rPr lang="en-US" dirty="0" err="1" smtClean="0"/>
                  <a:t>z</a:t>
                </a:r>
                <a:r>
                  <a:rPr lang="en-US" dirty="0" smtClean="0"/>
                  <a:t>)</a:t>
                </a:r>
                <a:endParaRPr lang="en-US" dirty="0"/>
              </a:p>
            </p:txBody>
          </p:sp>
          <p:cxnSp>
            <p:nvCxnSpPr>
              <p:cNvPr id="72" name="Straight Arrow Connector 71"/>
              <p:cNvCxnSpPr>
                <a:stCxn id="75" idx="3"/>
              </p:cNvCxnSpPr>
              <p:nvPr/>
            </p:nvCxnSpPr>
            <p:spPr>
              <a:xfrm rot="5400000">
                <a:off x="2149210" y="2206978"/>
                <a:ext cx="497573" cy="327009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/>
              <p:nvPr/>
            </p:nvCxnSpPr>
            <p:spPr>
              <a:xfrm rot="16200000" flipH="1">
                <a:off x="2631823" y="2231010"/>
                <a:ext cx="444575" cy="304134"/>
              </a:xfrm>
              <a:prstGeom prst="straightConnector1">
                <a:avLst/>
              </a:prstGeom>
              <a:ln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Donut 73"/>
              <p:cNvSpPr/>
              <p:nvPr/>
            </p:nvSpPr>
            <p:spPr>
              <a:xfrm>
                <a:off x="2066091" y="1295381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Donut 74"/>
              <p:cNvSpPr/>
              <p:nvPr/>
            </p:nvSpPr>
            <p:spPr>
              <a:xfrm>
                <a:off x="2529799" y="1924623"/>
                <a:ext cx="216469" cy="230885"/>
              </a:xfrm>
              <a:prstGeom prst="donut">
                <a:avLst/>
              </a:prstGeom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45" name="Title 4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avl8b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827</TotalTime>
  <Words>449</Words>
  <Application>Microsoft Macintosh PowerPoint</Application>
  <PresentationFormat>On-screen Show (4:3)</PresentationFormat>
  <Paragraphs>163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Pictures for this Lecture</vt:lpstr>
      <vt:lpstr>AVL</vt:lpstr>
      <vt:lpstr>avl1</vt:lpstr>
      <vt:lpstr>avl2</vt:lpstr>
      <vt:lpstr>avl3</vt:lpstr>
      <vt:lpstr>avl4</vt:lpstr>
      <vt:lpstr>avl5</vt:lpstr>
      <vt:lpstr>avl6</vt:lpstr>
      <vt:lpstr>avl7</vt:lpstr>
      <vt:lpstr>avl7a</vt:lpstr>
      <vt:lpstr>avl8</vt:lpstr>
      <vt:lpstr>avl8b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52</cp:revision>
  <dcterms:created xsi:type="dcterms:W3CDTF">2011-02-11T13:14:12Z</dcterms:created>
  <dcterms:modified xsi:type="dcterms:W3CDTF">2016-02-16T14:59:04Z</dcterms:modified>
</cp:coreProperties>
</file>