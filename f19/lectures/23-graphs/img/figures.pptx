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8" r:id="rId2"/>
    <p:sldId id="282" r:id="rId3"/>
    <p:sldId id="293" r:id="rId4"/>
    <p:sldId id="283" r:id="rId5"/>
    <p:sldId id="275" r:id="rId6"/>
    <p:sldId id="284" r:id="rId7"/>
    <p:sldId id="285" r:id="rId8"/>
    <p:sldId id="286" r:id="rId9"/>
    <p:sldId id="294" r:id="rId10"/>
    <p:sldId id="288" r:id="rId11"/>
    <p:sldId id="28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4660"/>
  </p:normalViewPr>
  <p:slideViewPr>
    <p:cSldViewPr snapToObjects="1">
      <p:cViewPr varScale="1">
        <p:scale>
          <a:sx n="95" d="100"/>
          <a:sy n="95" d="100"/>
        </p:scale>
        <p:origin x="-30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3/6/2016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Lecture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Graphs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/>
          <p:cNvGrpSpPr/>
          <p:nvPr/>
        </p:nvGrpSpPr>
        <p:grpSpPr>
          <a:xfrm>
            <a:off x="725761" y="4612244"/>
            <a:ext cx="1810721" cy="1712356"/>
            <a:chOff x="616294" y="4612244"/>
            <a:chExt cx="1810721" cy="1712356"/>
          </a:xfrm>
        </p:grpSpPr>
        <p:sp>
          <p:nvSpPr>
            <p:cNvPr id="38" name="Donut 37"/>
            <p:cNvSpPr/>
            <p:nvPr/>
          </p:nvSpPr>
          <p:spPr>
            <a:xfrm>
              <a:off x="965778" y="4681467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5404746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1836030" y="4682261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600905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Arrow Connector 42"/>
            <p:cNvCxnSpPr>
              <a:stCxn id="40" idx="4"/>
              <a:endCxn id="73" idx="0"/>
            </p:cNvCxnSpPr>
            <p:nvPr/>
          </p:nvCxnSpPr>
          <p:spPr>
            <a:xfrm rot="5400000">
              <a:off x="1396311" y="5461100"/>
              <a:ext cx="1095908" cy="1588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9" idx="3"/>
              <a:endCxn id="41" idx="7"/>
            </p:cNvCxnSpPr>
            <p:nvPr/>
          </p:nvCxnSpPr>
          <p:spPr>
            <a:xfrm rot="5400000">
              <a:off x="1083518" y="5668848"/>
              <a:ext cx="441047" cy="306989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38" idx="4"/>
              <a:endCxn id="41" idx="0"/>
            </p:cNvCxnSpPr>
            <p:nvPr/>
          </p:nvCxnSpPr>
          <p:spPr>
            <a:xfrm rot="5400000">
              <a:off x="525662" y="5460703"/>
              <a:ext cx="1096702" cy="1588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Donut 72"/>
            <p:cNvSpPr/>
            <p:nvPr/>
          </p:nvSpPr>
          <p:spPr>
            <a:xfrm>
              <a:off x="1836030" y="600905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4" name="Straight Arrow Connector 73"/>
            <p:cNvCxnSpPr>
              <a:stCxn id="39" idx="5"/>
              <a:endCxn id="73" idx="1"/>
            </p:cNvCxnSpPr>
            <p:nvPr/>
          </p:nvCxnSpPr>
          <p:spPr>
            <a:xfrm rot="16200000" flipH="1">
              <a:off x="1518643" y="5693777"/>
              <a:ext cx="441047" cy="257129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2100333" y="4618056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25834" y="5035414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092227" y="5955268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21617" y="592518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cxnSp>
          <p:nvCxnSpPr>
            <p:cNvPr id="22" name="Straight Arrow Connector 21"/>
            <p:cNvCxnSpPr>
              <a:stCxn id="38" idx="5"/>
              <a:endCxn id="39" idx="1"/>
            </p:cNvCxnSpPr>
            <p:nvPr/>
          </p:nvCxnSpPr>
          <p:spPr>
            <a:xfrm rot="16200000" flipH="1">
              <a:off x="1024031" y="5005054"/>
              <a:ext cx="560018" cy="306989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616294" y="4612244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</p:grp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graph0</a:t>
            </a:r>
            <a:endParaRPr lang="en-US" dirty="0"/>
          </a:p>
        </p:txBody>
      </p:sp>
      <p:cxnSp>
        <p:nvCxnSpPr>
          <p:cNvPr id="25" name="Straight Arrow Connector 24"/>
          <p:cNvCxnSpPr>
            <a:stCxn id="73" idx="2"/>
            <a:endCxn id="41" idx="6"/>
          </p:cNvCxnSpPr>
          <p:nvPr/>
        </p:nvCxnSpPr>
        <p:spPr>
          <a:xfrm rot="10800000">
            <a:off x="1291715" y="6124497"/>
            <a:ext cx="653783" cy="1588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616294" y="4464535"/>
            <a:ext cx="2644602" cy="1860065"/>
            <a:chOff x="616294" y="4464535"/>
            <a:chExt cx="2644602" cy="1860065"/>
          </a:xfrm>
        </p:grpSpPr>
        <p:sp>
          <p:nvSpPr>
            <p:cNvPr id="38" name="Donut 37"/>
            <p:cNvSpPr/>
            <p:nvPr/>
          </p:nvSpPr>
          <p:spPr>
            <a:xfrm>
              <a:off x="965778" y="4681467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1425834" y="5404746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1836030" y="4682261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965778" y="600905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3" name="Straight Arrow Connector 42"/>
            <p:cNvCxnSpPr>
              <a:stCxn id="40" idx="4"/>
              <a:endCxn id="73" idx="0"/>
            </p:cNvCxnSpPr>
            <p:nvPr/>
          </p:nvCxnSpPr>
          <p:spPr>
            <a:xfrm rot="5400000">
              <a:off x="1396311" y="5461100"/>
              <a:ext cx="1095908" cy="1588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39" idx="3"/>
              <a:endCxn id="41" idx="7"/>
            </p:cNvCxnSpPr>
            <p:nvPr/>
          </p:nvCxnSpPr>
          <p:spPr>
            <a:xfrm rot="5400000">
              <a:off x="1083518" y="5668848"/>
              <a:ext cx="441047" cy="306989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38" idx="4"/>
              <a:endCxn id="41" idx="0"/>
            </p:cNvCxnSpPr>
            <p:nvPr/>
          </p:nvCxnSpPr>
          <p:spPr>
            <a:xfrm rot="5400000">
              <a:off x="525662" y="5460703"/>
              <a:ext cx="1096702" cy="1588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Donut 72"/>
            <p:cNvSpPr/>
            <p:nvPr/>
          </p:nvSpPr>
          <p:spPr>
            <a:xfrm>
              <a:off x="1836030" y="600905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4" name="Straight Arrow Connector 73"/>
            <p:cNvCxnSpPr>
              <a:stCxn id="39" idx="5"/>
              <a:endCxn id="73" idx="1"/>
            </p:cNvCxnSpPr>
            <p:nvPr/>
          </p:nvCxnSpPr>
          <p:spPr>
            <a:xfrm rot="16200000" flipH="1">
              <a:off x="1518643" y="5693777"/>
              <a:ext cx="441047" cy="257129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1509348" y="4496801"/>
              <a:ext cx="326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25834" y="5035414"/>
              <a:ext cx="2973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566758" y="5955268"/>
              <a:ext cx="31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21617" y="592518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B</a:t>
              </a:r>
            </a:p>
          </p:txBody>
        </p:sp>
        <p:cxnSp>
          <p:nvCxnSpPr>
            <p:cNvPr id="22" name="Straight Arrow Connector 21"/>
            <p:cNvCxnSpPr>
              <a:stCxn id="38" idx="5"/>
              <a:endCxn id="39" idx="1"/>
            </p:cNvCxnSpPr>
            <p:nvPr/>
          </p:nvCxnSpPr>
          <p:spPr>
            <a:xfrm rot="16200000" flipH="1">
              <a:off x="1024031" y="5005054"/>
              <a:ext cx="560018" cy="306989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616294" y="4612244"/>
              <a:ext cx="31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2060355" y="4800567"/>
              <a:ext cx="653783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048062" y="6138346"/>
              <a:ext cx="653783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Donut 19"/>
            <p:cNvSpPr/>
            <p:nvPr/>
          </p:nvSpPr>
          <p:spPr>
            <a:xfrm>
              <a:off x="2714138" y="468512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Donut 20"/>
            <p:cNvSpPr/>
            <p:nvPr/>
          </p:nvSpPr>
          <p:spPr>
            <a:xfrm>
              <a:off x="2714138" y="600905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930607" y="4464535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930607" y="5824388"/>
              <a:ext cx="3302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</a:t>
              </a:r>
              <a:endParaRPr lang="en-US" dirty="0"/>
            </a:p>
          </p:txBody>
        </p:sp>
      </p:grp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graph1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Lights-out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67306334"/>
              </p:ext>
            </p:extLst>
          </p:nvPr>
        </p:nvGraphicFramePr>
        <p:xfrm>
          <a:off x="304800" y="4953000"/>
          <a:ext cx="1311570" cy="1219200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262314"/>
                <a:gridCol w="262314"/>
                <a:gridCol w="262314"/>
                <a:gridCol w="262314"/>
                <a:gridCol w="262314"/>
              </a:tblGrid>
              <a:tr h="16550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46211675"/>
              </p:ext>
            </p:extLst>
          </p:nvPr>
        </p:nvGraphicFramePr>
        <p:xfrm>
          <a:off x="3840016" y="4953000"/>
          <a:ext cx="1311570" cy="1219200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262314"/>
                <a:gridCol w="262314"/>
                <a:gridCol w="262314"/>
                <a:gridCol w="262314"/>
                <a:gridCol w="262314"/>
              </a:tblGrid>
              <a:tr h="16550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82573129"/>
              </p:ext>
            </p:extLst>
          </p:nvPr>
        </p:nvGraphicFramePr>
        <p:xfrm>
          <a:off x="2072408" y="4953000"/>
          <a:ext cx="1311570" cy="1219200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262314"/>
                <a:gridCol w="262314"/>
                <a:gridCol w="262314"/>
                <a:gridCol w="262314"/>
                <a:gridCol w="262314"/>
              </a:tblGrid>
              <a:tr h="16550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" name="Table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46211675"/>
              </p:ext>
            </p:extLst>
          </p:nvPr>
        </p:nvGraphicFramePr>
        <p:xfrm>
          <a:off x="5607624" y="4953000"/>
          <a:ext cx="1311570" cy="1219200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262314"/>
                <a:gridCol w="262314"/>
                <a:gridCol w="262314"/>
                <a:gridCol w="262314"/>
                <a:gridCol w="262314"/>
              </a:tblGrid>
              <a:tr h="16550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" name="Table 1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46211675"/>
              </p:ext>
            </p:extLst>
          </p:nvPr>
        </p:nvGraphicFramePr>
        <p:xfrm>
          <a:off x="7375230" y="4953000"/>
          <a:ext cx="1311570" cy="1219200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262314"/>
                <a:gridCol w="262314"/>
                <a:gridCol w="262314"/>
                <a:gridCol w="262314"/>
                <a:gridCol w="262314"/>
              </a:tblGrid>
              <a:tr h="16550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6" name="Right Arrow 115"/>
          <p:cNvSpPr/>
          <p:nvPr/>
        </p:nvSpPr>
        <p:spPr>
          <a:xfrm>
            <a:off x="1700074" y="5410200"/>
            <a:ext cx="288630" cy="304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ight Arrow 116"/>
          <p:cNvSpPr/>
          <p:nvPr/>
        </p:nvSpPr>
        <p:spPr>
          <a:xfrm>
            <a:off x="3467682" y="5410200"/>
            <a:ext cx="288630" cy="304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ight Arrow 117"/>
          <p:cNvSpPr/>
          <p:nvPr/>
        </p:nvSpPr>
        <p:spPr>
          <a:xfrm>
            <a:off x="5235290" y="5410200"/>
            <a:ext cx="288630" cy="304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ight Arrow 118"/>
          <p:cNvSpPr/>
          <p:nvPr/>
        </p:nvSpPr>
        <p:spPr>
          <a:xfrm>
            <a:off x="7002898" y="5410200"/>
            <a:ext cx="288630" cy="3048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Up Arrow 119"/>
          <p:cNvSpPr/>
          <p:nvPr/>
        </p:nvSpPr>
        <p:spPr>
          <a:xfrm rot="20370303">
            <a:off x="2879498" y="5215998"/>
            <a:ext cx="267282" cy="391615"/>
          </a:xfrm>
          <a:prstGeom prst="upArrow">
            <a:avLst>
              <a:gd name="adj1" fmla="val 24062"/>
              <a:gd name="adj2" fmla="val 110519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Up Arrow 120"/>
          <p:cNvSpPr/>
          <p:nvPr/>
        </p:nvSpPr>
        <p:spPr>
          <a:xfrm rot="20370303">
            <a:off x="6689498" y="5520798"/>
            <a:ext cx="267282" cy="391615"/>
          </a:xfrm>
          <a:prstGeom prst="upArrow">
            <a:avLst>
              <a:gd name="adj1" fmla="val 24062"/>
              <a:gd name="adj2" fmla="val 110519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itle 1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lightsout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91207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Straight Connector 153"/>
          <p:cNvCxnSpPr/>
          <p:nvPr/>
        </p:nvCxnSpPr>
        <p:spPr>
          <a:xfrm flipH="1" flipV="1">
            <a:off x="4275380" y="5532118"/>
            <a:ext cx="676364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rot="10800000" flipH="1">
            <a:off x="3932860" y="5532119"/>
            <a:ext cx="342518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rot="10800000" flipH="1">
            <a:off x="3767174" y="5532119"/>
            <a:ext cx="508204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 rot="10800000" flipH="1">
            <a:off x="4085260" y="5532119"/>
            <a:ext cx="190118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 rot="10800000" flipH="1">
            <a:off x="4237660" y="5532119"/>
            <a:ext cx="37718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rot="10800000">
            <a:off x="4275378" y="5532119"/>
            <a:ext cx="114682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/>
          <p:nvPr/>
        </p:nvCxnSpPr>
        <p:spPr>
          <a:xfrm rot="10800000">
            <a:off x="4275378" y="5532119"/>
            <a:ext cx="267082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rot="10800000">
            <a:off x="4275378" y="5532119"/>
            <a:ext cx="419482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 rot="10800000">
            <a:off x="4275378" y="5532119"/>
            <a:ext cx="571882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 flipH="1" flipV="1">
            <a:off x="4275379" y="5532120"/>
            <a:ext cx="817212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/>
          <p:nvPr/>
        </p:nvCxnSpPr>
        <p:spPr>
          <a:xfrm flipH="1" flipV="1">
            <a:off x="4275378" y="5532118"/>
            <a:ext cx="986546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 flipV="1">
            <a:off x="3614242" y="5532120"/>
            <a:ext cx="655785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V="1">
            <a:off x="3458524" y="5532120"/>
            <a:ext cx="811503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 flipV="1">
            <a:off x="3268024" y="5532120"/>
            <a:ext cx="1002003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 flipV="1">
            <a:off x="3119857" y="5532120"/>
            <a:ext cx="115017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/>
          <p:nvPr/>
        </p:nvCxnSpPr>
        <p:spPr>
          <a:xfrm flipV="1">
            <a:off x="2971691" y="5532120"/>
            <a:ext cx="1298336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/>
          <p:nvPr/>
        </p:nvCxnSpPr>
        <p:spPr>
          <a:xfrm flipH="1" flipV="1">
            <a:off x="4270027" y="5532118"/>
            <a:ext cx="1114664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/>
          <p:cNvCxnSpPr/>
          <p:nvPr/>
        </p:nvCxnSpPr>
        <p:spPr>
          <a:xfrm flipH="1" flipV="1">
            <a:off x="4270027" y="5532118"/>
            <a:ext cx="1267064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 flipV="1">
            <a:off x="4270027" y="5532118"/>
            <a:ext cx="1379247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 flipV="1">
            <a:off x="4270027" y="5532118"/>
            <a:ext cx="148258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/>
          <p:nvPr/>
        </p:nvCxnSpPr>
        <p:spPr>
          <a:xfrm flipV="1">
            <a:off x="2834107" y="5532120"/>
            <a:ext cx="143592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/>
          <p:cNvCxnSpPr/>
          <p:nvPr/>
        </p:nvCxnSpPr>
        <p:spPr>
          <a:xfrm flipV="1">
            <a:off x="2675943" y="5532120"/>
            <a:ext cx="1594084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/>
          <p:nvPr/>
        </p:nvCxnSpPr>
        <p:spPr>
          <a:xfrm flipH="1" flipV="1">
            <a:off x="4270027" y="5532118"/>
            <a:ext cx="160958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 flipV="1">
            <a:off x="4272116" y="2788918"/>
            <a:ext cx="676364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 rot="10800000">
            <a:off x="3929596" y="2788919"/>
            <a:ext cx="342518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rot="10800000">
            <a:off x="3763910" y="2788919"/>
            <a:ext cx="508204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rot="10800000">
            <a:off x="4081996" y="2788919"/>
            <a:ext cx="190118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rot="10800000">
            <a:off x="4234396" y="2788919"/>
            <a:ext cx="37718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 rot="10800000" flipH="1">
            <a:off x="4272114" y="2788919"/>
            <a:ext cx="114682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rot="10800000" flipH="1">
            <a:off x="4272114" y="2788919"/>
            <a:ext cx="267082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 rot="10800000" flipH="1">
            <a:off x="4272114" y="2788919"/>
            <a:ext cx="419482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 rot="10800000" flipH="1">
            <a:off x="4272114" y="2788919"/>
            <a:ext cx="571882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 flipV="1">
            <a:off x="4272115" y="2788920"/>
            <a:ext cx="817212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flipV="1">
            <a:off x="4272114" y="2788918"/>
            <a:ext cx="986546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 flipH="1" flipV="1">
            <a:off x="3610978" y="2788918"/>
            <a:ext cx="655785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 flipH="1" flipV="1">
            <a:off x="3455260" y="2788918"/>
            <a:ext cx="811503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/>
          <p:nvPr/>
        </p:nvCxnSpPr>
        <p:spPr>
          <a:xfrm flipH="1" flipV="1">
            <a:off x="3264760" y="2788918"/>
            <a:ext cx="1002003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 flipH="1" flipV="1">
            <a:off x="3116593" y="2788918"/>
            <a:ext cx="115017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 flipH="1" flipV="1">
            <a:off x="2968427" y="2788918"/>
            <a:ext cx="1298336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flipV="1">
            <a:off x="4266763" y="2788918"/>
            <a:ext cx="1114664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 flipV="1">
            <a:off x="4266763" y="2788918"/>
            <a:ext cx="1267064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 flipV="1">
            <a:off x="4266763" y="2788918"/>
            <a:ext cx="1379247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/>
          <p:nvPr/>
        </p:nvCxnSpPr>
        <p:spPr>
          <a:xfrm flipV="1">
            <a:off x="4266763" y="2788918"/>
            <a:ext cx="148258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 flipH="1" flipV="1">
            <a:off x="2830843" y="2788918"/>
            <a:ext cx="143592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/>
          <p:nvPr/>
        </p:nvCxnSpPr>
        <p:spPr>
          <a:xfrm flipH="1" flipV="1">
            <a:off x="2672679" y="2788918"/>
            <a:ext cx="1594084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/>
          <p:nvPr/>
        </p:nvCxnSpPr>
        <p:spPr>
          <a:xfrm flipV="1">
            <a:off x="4266763" y="2788918"/>
            <a:ext cx="160958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flipV="1">
            <a:off x="6108608" y="3598473"/>
            <a:ext cx="1452619" cy="11324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95348132"/>
              </p:ext>
            </p:extLst>
          </p:nvPr>
        </p:nvGraphicFramePr>
        <p:xfrm>
          <a:off x="5748483" y="4116061"/>
          <a:ext cx="1311570" cy="1219200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262314"/>
                <a:gridCol w="262314"/>
                <a:gridCol w="262314"/>
                <a:gridCol w="262314"/>
                <a:gridCol w="262314"/>
              </a:tblGrid>
              <a:tr h="16550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" name="Straight Connector 2"/>
          <p:cNvCxnSpPr/>
          <p:nvPr/>
        </p:nvCxnSpPr>
        <p:spPr>
          <a:xfrm flipH="1" flipV="1">
            <a:off x="914400" y="3598473"/>
            <a:ext cx="1452619" cy="11324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 flipV="1">
            <a:off x="1757419" y="3139581"/>
            <a:ext cx="342518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1591733" y="3139581"/>
            <a:ext cx="508204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 flipV="1">
            <a:off x="1909819" y="3139581"/>
            <a:ext cx="190118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2062219" y="3139581"/>
            <a:ext cx="37718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2099937" y="3139581"/>
            <a:ext cx="1146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2099937" y="3139581"/>
            <a:ext cx="2670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099937" y="3139581"/>
            <a:ext cx="4194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099937" y="3139581"/>
            <a:ext cx="5718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914401" y="3937141"/>
            <a:ext cx="1452618" cy="7937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 flipV="1">
            <a:off x="914400" y="4307557"/>
            <a:ext cx="1452619" cy="4233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914402" y="4730890"/>
            <a:ext cx="1452617" cy="12594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1757419" y="4228941"/>
            <a:ext cx="342518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1591733" y="4228941"/>
            <a:ext cx="508204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1909819" y="4228941"/>
            <a:ext cx="190118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H="1">
            <a:off x="2062219" y="4228941"/>
            <a:ext cx="37718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2099937" y="4228941"/>
            <a:ext cx="1146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2099937" y="4228941"/>
            <a:ext cx="2670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2099937" y="4228941"/>
            <a:ext cx="4194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2099937" y="4228941"/>
            <a:ext cx="5718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914401" y="4730891"/>
            <a:ext cx="1452618" cy="9261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>
            <a:off x="914402" y="4730890"/>
            <a:ext cx="1452617" cy="491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endCxn id="25" idx="1"/>
          </p:cNvCxnSpPr>
          <p:nvPr/>
        </p:nvCxnSpPr>
        <p:spPr>
          <a:xfrm flipV="1">
            <a:off x="2607733" y="3862061"/>
            <a:ext cx="1000503" cy="609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endCxn id="13" idx="1"/>
          </p:cNvCxnSpPr>
          <p:nvPr/>
        </p:nvCxnSpPr>
        <p:spPr>
          <a:xfrm>
            <a:off x="2607733" y="4973601"/>
            <a:ext cx="1002385" cy="6833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endCxn id="25" idx="3"/>
          </p:cNvCxnSpPr>
          <p:nvPr/>
        </p:nvCxnSpPr>
        <p:spPr>
          <a:xfrm flipH="1" flipV="1">
            <a:off x="4919806" y="3862061"/>
            <a:ext cx="1001216" cy="609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endCxn id="13" idx="3"/>
          </p:cNvCxnSpPr>
          <p:nvPr/>
        </p:nvCxnSpPr>
        <p:spPr>
          <a:xfrm flipH="1">
            <a:off x="4921688" y="4973601"/>
            <a:ext cx="925956" cy="6833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flipH="1" flipV="1">
            <a:off x="6041169" y="3139581"/>
            <a:ext cx="342518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H="1" flipV="1">
            <a:off x="5875483" y="3139581"/>
            <a:ext cx="508204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 flipH="1" flipV="1">
            <a:off x="6193569" y="3139581"/>
            <a:ext cx="190118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 flipH="1" flipV="1">
            <a:off x="6345969" y="3139581"/>
            <a:ext cx="37718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flipV="1">
            <a:off x="6383687" y="3139581"/>
            <a:ext cx="1146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V="1">
            <a:off x="6383687" y="3139581"/>
            <a:ext cx="2670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flipV="1">
            <a:off x="6383687" y="3139581"/>
            <a:ext cx="4194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V="1">
            <a:off x="6383687" y="3139581"/>
            <a:ext cx="5718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flipV="1">
            <a:off x="6108608" y="3937141"/>
            <a:ext cx="1452619" cy="793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V="1">
            <a:off x="6108608" y="4307557"/>
            <a:ext cx="1452619" cy="4233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H="1" flipV="1">
            <a:off x="6108608" y="4730891"/>
            <a:ext cx="1452619" cy="12594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10800000" flipH="1">
            <a:off x="6041169" y="4228941"/>
            <a:ext cx="342518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rot="10800000" flipH="1">
            <a:off x="5875483" y="4228941"/>
            <a:ext cx="508204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rot="10800000" flipH="1">
            <a:off x="6193569" y="4228941"/>
            <a:ext cx="190118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rot="10800000" flipH="1">
            <a:off x="6345969" y="4228941"/>
            <a:ext cx="37718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rot="10800000">
            <a:off x="6383687" y="4228941"/>
            <a:ext cx="1146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rot="10800000">
            <a:off x="6383687" y="4228941"/>
            <a:ext cx="2670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rot="10800000">
            <a:off x="6383687" y="4228941"/>
            <a:ext cx="4194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rot="10800000">
            <a:off x="6383687" y="4228941"/>
            <a:ext cx="571882" cy="2082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H="1" flipV="1">
            <a:off x="6108608" y="4720309"/>
            <a:ext cx="1452620" cy="9366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H="1" flipV="1">
            <a:off x="6108608" y="4720309"/>
            <a:ext cx="1452619" cy="502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/>
          <p:cNvCxnSpPr/>
          <p:nvPr/>
        </p:nvCxnSpPr>
        <p:spPr>
          <a:xfrm flipH="1">
            <a:off x="914400" y="4730890"/>
            <a:ext cx="145261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/>
          <p:cNvCxnSpPr/>
          <p:nvPr/>
        </p:nvCxnSpPr>
        <p:spPr>
          <a:xfrm flipH="1">
            <a:off x="6108608" y="4720309"/>
            <a:ext cx="145261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23157450"/>
              </p:ext>
            </p:extLst>
          </p:nvPr>
        </p:nvGraphicFramePr>
        <p:xfrm>
          <a:off x="1444152" y="4116061"/>
          <a:ext cx="1311570" cy="1219200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262314"/>
                <a:gridCol w="262314"/>
                <a:gridCol w="262314"/>
                <a:gridCol w="262314"/>
                <a:gridCol w="262314"/>
              </a:tblGrid>
              <a:tr h="16550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7032295"/>
              </p:ext>
            </p:extLst>
          </p:nvPr>
        </p:nvGraphicFramePr>
        <p:xfrm>
          <a:off x="3608236" y="3252461"/>
          <a:ext cx="1311570" cy="1219200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262314"/>
                <a:gridCol w="262314"/>
                <a:gridCol w="262314"/>
                <a:gridCol w="262314"/>
                <a:gridCol w="262314"/>
              </a:tblGrid>
              <a:tr h="16550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85454475"/>
              </p:ext>
            </p:extLst>
          </p:nvPr>
        </p:nvGraphicFramePr>
        <p:xfrm>
          <a:off x="3610118" y="5047394"/>
          <a:ext cx="1311570" cy="1219200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262314"/>
                <a:gridCol w="262314"/>
                <a:gridCol w="262314"/>
                <a:gridCol w="262314"/>
                <a:gridCol w="262314"/>
              </a:tblGrid>
              <a:tr h="16550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72559538"/>
              </p:ext>
            </p:extLst>
          </p:nvPr>
        </p:nvGraphicFramePr>
        <p:xfrm>
          <a:off x="5727902" y="4116061"/>
          <a:ext cx="1311570" cy="1219200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262314"/>
                <a:gridCol w="262314"/>
                <a:gridCol w="262314"/>
                <a:gridCol w="262314"/>
                <a:gridCol w="262314"/>
              </a:tblGrid>
              <a:tr h="16550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100000">
                          <a:schemeClr val="accent3">
                            <a:lumMod val="75000"/>
                          </a:schemeClr>
                        </a:gs>
                        <a:gs pos="0">
                          <a:srgbClr val="FFFF00"/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16550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5" name="Title 20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lightsout</a:t>
            </a:r>
            <a:r>
              <a:rPr lang="en-US" dirty="0" smtClean="0"/>
              <a:t>-graph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91207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Adjacency matrix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69815" y="3359051"/>
            <a:ext cx="327334" cy="189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dirty="0" smtClean="0"/>
              <a:t>A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B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C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D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96497" y="3050911"/>
            <a:ext cx="1879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    B  </a:t>
            </a:r>
            <a:r>
              <a:rPr lang="en-US" sz="1600" dirty="0" smtClean="0"/>
              <a:t> </a:t>
            </a:r>
            <a:r>
              <a:rPr lang="en-US" dirty="0" smtClean="0"/>
              <a:t>  C </a:t>
            </a:r>
            <a:r>
              <a:rPr lang="en-US" sz="1600" dirty="0" smtClean="0"/>
              <a:t> </a:t>
            </a:r>
            <a:r>
              <a:rPr lang="en-US" dirty="0" smtClean="0"/>
              <a:t>   D </a:t>
            </a:r>
            <a:r>
              <a:rPr lang="en-US" sz="1600" dirty="0" smtClean="0"/>
              <a:t>   </a:t>
            </a:r>
            <a:r>
              <a:rPr lang="en-US" dirty="0" smtClean="0"/>
              <a:t> E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77852025"/>
              </p:ext>
            </p:extLst>
          </p:nvPr>
        </p:nvGraphicFramePr>
        <p:xfrm>
          <a:off x="2996497" y="3409351"/>
          <a:ext cx="183546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092"/>
                <a:gridCol w="367092"/>
                <a:gridCol w="367092"/>
                <a:gridCol w="367092"/>
                <a:gridCol w="367092"/>
              </a:tblGrid>
              <a:tr h="1193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</a:tr>
              <a:tr h="119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</a:tr>
              <a:tr h="1193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</a:tr>
              <a:tr h="1193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19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adj-matrix0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4343" y="3359051"/>
            <a:ext cx="301660" cy="29592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dirty="0"/>
              <a:t>0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/>
              <a:t>1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/>
              <a:t>2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/>
              <a:t>3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 smtClean="0"/>
              <a:t>4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5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6</a:t>
            </a:r>
          </a:p>
          <a:p>
            <a:pPr>
              <a:lnSpc>
                <a:spcPct val="130000"/>
              </a:lnSpc>
            </a:pPr>
            <a:r>
              <a:rPr lang="en-US" dirty="0"/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1025" y="3050911"/>
            <a:ext cx="2947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0     1     2     3     4     5     6     7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77852025"/>
              </p:ext>
            </p:extLst>
          </p:nvPr>
        </p:nvGraphicFramePr>
        <p:xfrm>
          <a:off x="481025" y="3409351"/>
          <a:ext cx="2936736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092"/>
                <a:gridCol w="367092"/>
                <a:gridCol w="367092"/>
                <a:gridCol w="367092"/>
                <a:gridCol w="367092"/>
                <a:gridCol w="367092"/>
                <a:gridCol w="367092"/>
                <a:gridCol w="367092"/>
              </a:tblGrid>
              <a:tr h="1193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19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193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193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19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193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193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193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37275" y="3359888"/>
            <a:ext cx="301660" cy="29592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dirty="0"/>
              <a:t>0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/>
              <a:t>1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/>
              <a:t>2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/>
              <a:t>3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 smtClean="0"/>
              <a:t>4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5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6</a:t>
            </a:r>
          </a:p>
          <a:p>
            <a:pPr>
              <a:lnSpc>
                <a:spcPct val="130000"/>
              </a:lnSpc>
            </a:pPr>
            <a:r>
              <a:rPr lang="en-US" dirty="0"/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3957" y="3051748"/>
            <a:ext cx="2947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0     1     2     3     4     5     6     7</a:t>
            </a:r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52878880"/>
              </p:ext>
            </p:extLst>
          </p:nvPr>
        </p:nvGraphicFramePr>
        <p:xfrm>
          <a:off x="5863957" y="3410188"/>
          <a:ext cx="2936736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092"/>
                <a:gridCol w="367092"/>
                <a:gridCol w="367092"/>
                <a:gridCol w="367092"/>
                <a:gridCol w="367092"/>
                <a:gridCol w="367092"/>
                <a:gridCol w="367092"/>
                <a:gridCol w="367092"/>
              </a:tblGrid>
              <a:tr h="1193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19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193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193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19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Zapf Dingbats"/>
                          <a:ea typeface="Zapf Dingbats"/>
                          <a:cs typeface="Zapf Dingbats"/>
                          <a:sym typeface="Zapf Dingbats"/>
                        </a:rPr>
                        <a:t>✔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193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193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1193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4343" y="6336268"/>
            <a:ext cx="1763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size = 5, limit = 8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537275" y="6304002"/>
            <a:ext cx="1763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size = 6, limit = 8</a:t>
            </a:r>
            <a:endParaRPr lang="en-US" b="1" dirty="0"/>
          </a:p>
        </p:txBody>
      </p:sp>
      <p:sp>
        <p:nvSpPr>
          <p:cNvPr id="13" name="Right Arrow 12"/>
          <p:cNvSpPr/>
          <p:nvPr/>
        </p:nvSpPr>
        <p:spPr>
          <a:xfrm>
            <a:off x="3684004" y="4500170"/>
            <a:ext cx="1596821" cy="89281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graph_grow</a:t>
            </a:r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adj</a:t>
            </a:r>
            <a:r>
              <a:rPr lang="en-US" dirty="0" smtClean="0"/>
              <a:t>-matrix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14017412"/>
              </p:ext>
            </p:extLst>
          </p:nvPr>
        </p:nvGraphicFramePr>
        <p:xfrm>
          <a:off x="2801056" y="4454910"/>
          <a:ext cx="371246" cy="21744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1246"/>
              </a:tblGrid>
              <a:tr h="4348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34898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  <a:tr h="4348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348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4898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493335" y="4348775"/>
            <a:ext cx="326682" cy="22806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dirty="0" smtClean="0"/>
              <a:t>A</a:t>
            </a:r>
          </a:p>
          <a:p>
            <a:pPr>
              <a:lnSpc>
                <a:spcPct val="160000"/>
              </a:lnSpc>
            </a:pPr>
            <a:r>
              <a:rPr lang="en-US" dirty="0" smtClean="0"/>
              <a:t>B</a:t>
            </a:r>
          </a:p>
          <a:p>
            <a:pPr>
              <a:lnSpc>
                <a:spcPct val="160000"/>
              </a:lnSpc>
            </a:pPr>
            <a:r>
              <a:rPr lang="en-US" dirty="0" smtClean="0"/>
              <a:t>C</a:t>
            </a:r>
          </a:p>
          <a:p>
            <a:pPr>
              <a:lnSpc>
                <a:spcPct val="160000"/>
              </a:lnSpc>
            </a:pPr>
            <a:r>
              <a:rPr lang="en-US" dirty="0" smtClean="0"/>
              <a:t>D</a:t>
            </a:r>
          </a:p>
          <a:p>
            <a:pPr>
              <a:lnSpc>
                <a:spcPct val="160000"/>
              </a:lnSpc>
            </a:pPr>
            <a:r>
              <a:rPr lang="en-US" dirty="0"/>
              <a:t>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92013727"/>
              </p:ext>
            </p:extLst>
          </p:nvPr>
        </p:nvGraphicFramePr>
        <p:xfrm>
          <a:off x="3421967" y="4476622"/>
          <a:ext cx="766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205"/>
                <a:gridCol w="38320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6" name="Table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978115486"/>
              </p:ext>
            </p:extLst>
          </p:nvPr>
        </p:nvGraphicFramePr>
        <p:xfrm>
          <a:off x="4427187" y="4476622"/>
          <a:ext cx="766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205"/>
                <a:gridCol w="38320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7" name="Table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22972611"/>
              </p:ext>
            </p:extLst>
          </p:nvPr>
        </p:nvGraphicFramePr>
        <p:xfrm>
          <a:off x="3421967" y="4911278"/>
          <a:ext cx="766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205"/>
                <a:gridCol w="38320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8" name="Table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62832872"/>
              </p:ext>
            </p:extLst>
          </p:nvPr>
        </p:nvGraphicFramePr>
        <p:xfrm>
          <a:off x="4427187" y="4911278"/>
          <a:ext cx="766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205"/>
                <a:gridCol w="38320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95824998"/>
              </p:ext>
            </p:extLst>
          </p:nvPr>
        </p:nvGraphicFramePr>
        <p:xfrm>
          <a:off x="3421967" y="5358110"/>
          <a:ext cx="766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205"/>
                <a:gridCol w="38320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85908466"/>
              </p:ext>
            </p:extLst>
          </p:nvPr>
        </p:nvGraphicFramePr>
        <p:xfrm>
          <a:off x="4427187" y="5358110"/>
          <a:ext cx="766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205"/>
                <a:gridCol w="38320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Straight Arrow Connector 6"/>
          <p:cNvCxnSpPr>
            <a:endCxn id="5" idx="1"/>
          </p:cNvCxnSpPr>
          <p:nvPr/>
        </p:nvCxnSpPr>
        <p:spPr>
          <a:xfrm flipV="1">
            <a:off x="2974278" y="4662042"/>
            <a:ext cx="447689" cy="267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86" idx="1"/>
          </p:cNvCxnSpPr>
          <p:nvPr/>
        </p:nvCxnSpPr>
        <p:spPr>
          <a:xfrm>
            <a:off x="3972940" y="4662042"/>
            <a:ext cx="45424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87" idx="1"/>
          </p:cNvCxnSpPr>
          <p:nvPr/>
        </p:nvCxnSpPr>
        <p:spPr>
          <a:xfrm flipV="1">
            <a:off x="2974278" y="5096698"/>
            <a:ext cx="447689" cy="263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88" idx="1"/>
          </p:cNvCxnSpPr>
          <p:nvPr/>
        </p:nvCxnSpPr>
        <p:spPr>
          <a:xfrm>
            <a:off x="3972940" y="5096698"/>
            <a:ext cx="45424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89" idx="1"/>
          </p:cNvCxnSpPr>
          <p:nvPr/>
        </p:nvCxnSpPr>
        <p:spPr>
          <a:xfrm>
            <a:off x="2974278" y="5524687"/>
            <a:ext cx="447689" cy="1884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90" idx="1"/>
          </p:cNvCxnSpPr>
          <p:nvPr/>
        </p:nvCxnSpPr>
        <p:spPr>
          <a:xfrm>
            <a:off x="3972940" y="5543530"/>
            <a:ext cx="45424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07778125"/>
              </p:ext>
            </p:extLst>
          </p:nvPr>
        </p:nvGraphicFramePr>
        <p:xfrm>
          <a:off x="5437732" y="5358986"/>
          <a:ext cx="766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205"/>
                <a:gridCol w="38320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2" name="Straight Arrow Connector 91"/>
          <p:cNvCxnSpPr>
            <a:endCxn id="91" idx="1"/>
          </p:cNvCxnSpPr>
          <p:nvPr/>
        </p:nvCxnSpPr>
        <p:spPr>
          <a:xfrm>
            <a:off x="4983485" y="5544406"/>
            <a:ext cx="45424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84263742"/>
              </p:ext>
            </p:extLst>
          </p:nvPr>
        </p:nvGraphicFramePr>
        <p:xfrm>
          <a:off x="5437732" y="4911278"/>
          <a:ext cx="766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205"/>
                <a:gridCol w="38320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4" name="Straight Arrow Connector 93"/>
          <p:cNvCxnSpPr>
            <a:endCxn id="93" idx="1"/>
          </p:cNvCxnSpPr>
          <p:nvPr/>
        </p:nvCxnSpPr>
        <p:spPr>
          <a:xfrm>
            <a:off x="4983485" y="5096698"/>
            <a:ext cx="45424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5" name="Table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77630410"/>
              </p:ext>
            </p:extLst>
          </p:nvPr>
        </p:nvGraphicFramePr>
        <p:xfrm>
          <a:off x="3421967" y="5803790"/>
          <a:ext cx="766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205"/>
                <a:gridCol w="38320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6" name="Straight Arrow Connector 95"/>
          <p:cNvCxnSpPr>
            <a:endCxn id="95" idx="1"/>
          </p:cNvCxnSpPr>
          <p:nvPr/>
        </p:nvCxnSpPr>
        <p:spPr>
          <a:xfrm>
            <a:off x="2974278" y="5970367"/>
            <a:ext cx="447689" cy="1884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7" name="Table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99654852"/>
              </p:ext>
            </p:extLst>
          </p:nvPr>
        </p:nvGraphicFramePr>
        <p:xfrm>
          <a:off x="3421967" y="6236848"/>
          <a:ext cx="766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205"/>
                <a:gridCol w="38320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8" name="Table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21667823"/>
              </p:ext>
            </p:extLst>
          </p:nvPr>
        </p:nvGraphicFramePr>
        <p:xfrm>
          <a:off x="4427187" y="6236848"/>
          <a:ext cx="766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205"/>
                <a:gridCol w="38320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9" name="Straight Arrow Connector 98"/>
          <p:cNvCxnSpPr>
            <a:endCxn id="97" idx="1"/>
          </p:cNvCxnSpPr>
          <p:nvPr/>
        </p:nvCxnSpPr>
        <p:spPr>
          <a:xfrm>
            <a:off x="2974278" y="6403425"/>
            <a:ext cx="447689" cy="1884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endCxn id="98" idx="1"/>
          </p:cNvCxnSpPr>
          <p:nvPr/>
        </p:nvCxnSpPr>
        <p:spPr>
          <a:xfrm>
            <a:off x="3972940" y="6422268"/>
            <a:ext cx="45424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1" name="Table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90312789"/>
              </p:ext>
            </p:extLst>
          </p:nvPr>
        </p:nvGraphicFramePr>
        <p:xfrm>
          <a:off x="5437732" y="6237724"/>
          <a:ext cx="7664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205"/>
                <a:gridCol w="38320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2" name="Straight Arrow Connector 101"/>
          <p:cNvCxnSpPr>
            <a:endCxn id="101" idx="1"/>
          </p:cNvCxnSpPr>
          <p:nvPr/>
        </p:nvCxnSpPr>
        <p:spPr>
          <a:xfrm>
            <a:off x="4983485" y="6423144"/>
            <a:ext cx="45424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adj</a:t>
            </a:r>
            <a:r>
              <a:rPr lang="en-US" dirty="0" smtClean="0"/>
              <a:t>-list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168</Words>
  <Application>Microsoft Macintosh PowerPoint</Application>
  <PresentationFormat>On-screen Show (4:3)</PresentationFormat>
  <Paragraphs>107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Pictures for this Lecture</vt:lpstr>
      <vt:lpstr>Graphs</vt:lpstr>
      <vt:lpstr>graph0</vt:lpstr>
      <vt:lpstr>graph1</vt:lpstr>
      <vt:lpstr>Lights-out</vt:lpstr>
      <vt:lpstr>lightsout</vt:lpstr>
      <vt:lpstr>lightsout-graph</vt:lpstr>
      <vt:lpstr>Adjacency matrix</vt:lpstr>
      <vt:lpstr>adj-matrix0</vt:lpstr>
      <vt:lpstr>adj-matrix</vt:lpstr>
      <vt:lpstr>adj-list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53</cp:revision>
  <dcterms:created xsi:type="dcterms:W3CDTF">2011-02-11T13:14:12Z</dcterms:created>
  <dcterms:modified xsi:type="dcterms:W3CDTF">2016-03-07T02:40:17Z</dcterms:modified>
</cp:coreProperties>
</file>