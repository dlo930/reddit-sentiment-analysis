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568" r:id="rId3"/>
    <p:sldId id="575" r:id="rId4"/>
    <p:sldId id="570" r:id="rId5"/>
    <p:sldId id="581" r:id="rId6"/>
    <p:sldId id="582" r:id="rId7"/>
    <p:sldId id="583" r:id="rId8"/>
    <p:sldId id="589" r:id="rId9"/>
    <p:sldId id="584" r:id="rId10"/>
    <p:sldId id="587" r:id="rId11"/>
    <p:sldId id="586" r:id="rId12"/>
    <p:sldId id="590" r:id="rId13"/>
    <p:sldId id="591" r:id="rId14"/>
    <p:sldId id="592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11/1/2018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Function Pointers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4474151" cy="833428"/>
          </a:xfrm>
        </p:spPr>
        <p:txBody>
          <a:bodyPr/>
          <a:lstStyle/>
          <a:p>
            <a:r>
              <a:rPr lang="en-US" dirty="0"/>
              <a:t>Client/Library interface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5102377" y="1122193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Generics III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Generic functions!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972590" y="367131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933175" y="367133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933175" y="1113179"/>
            <a:ext cx="3135405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Binary search trees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DADCCF-FBA8-4281-AC5E-EB5B63CF24BE}"/>
              </a:ext>
            </a:extLst>
          </p:cNvPr>
          <p:cNvSpPr txBox="1">
            <a:spLocks/>
          </p:cNvSpPr>
          <p:nvPr/>
        </p:nvSpPr>
        <p:spPr>
          <a:xfrm>
            <a:off x="552099" y="2362164"/>
            <a:ext cx="4575274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Many last times ago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9D1064-6DC6-47D0-8259-823E7A4B6677}"/>
              </a:ext>
            </a:extLst>
          </p:cNvPr>
          <p:cNvSpPr txBox="1">
            <a:spLocks/>
          </p:cNvSpPr>
          <p:nvPr/>
        </p:nvSpPr>
        <p:spPr>
          <a:xfrm>
            <a:off x="552099" y="2995585"/>
            <a:ext cx="4474151" cy="8334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Generics 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typedef string </a:t>
            </a:r>
            <a:r>
              <a:rPr lang="en-US" dirty="0" err="1">
                <a:solidFill>
                  <a:schemeClr val="tx1"/>
                </a:solidFill>
              </a:rPr>
              <a:t>elem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E8C09E-EB18-499B-A23D-A2D93B0C25D6}"/>
              </a:ext>
            </a:extLst>
          </p:cNvPr>
          <p:cNvSpPr txBox="1">
            <a:spLocks/>
          </p:cNvSpPr>
          <p:nvPr/>
        </p:nvSpPr>
        <p:spPr>
          <a:xfrm>
            <a:off x="552099" y="4679447"/>
            <a:ext cx="4575274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few last times ago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F674846-322F-435A-9CEC-7842F06AA406}"/>
              </a:ext>
            </a:extLst>
          </p:cNvPr>
          <p:cNvSpPr txBox="1">
            <a:spLocks/>
          </p:cNvSpPr>
          <p:nvPr/>
        </p:nvSpPr>
        <p:spPr>
          <a:xfrm>
            <a:off x="552099" y="5312868"/>
            <a:ext cx="4474151" cy="8334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Generics II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typedef void* </a:t>
            </a:r>
            <a:r>
              <a:rPr lang="en-US" dirty="0" err="1">
                <a:solidFill>
                  <a:schemeClr val="tx1"/>
                </a:solidFill>
              </a:rPr>
              <a:t>elem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6457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B9D4-4C24-4B77-A3FD-9F89CEB7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2E8F-0F94-4AE3-8C3A-65796916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//@assert 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hastag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(string*, </a:t>
            </a:r>
            <a:r>
              <a:rPr lang="en-US" sz="2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pv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cc0 –d main.c1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./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untagging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pointer failed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39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23AA-01C4-4C53-9AE5-B32D52DB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6D40-957C-4B73-824E-5F37E98F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EF7A-25E6-4DCC-BE34-4B8B243A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 – client-side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705F65-AD6F-4D4B-A4D3-97DC80995B53}"/>
              </a:ext>
            </a:extLst>
          </p:cNvPr>
          <p:cNvSpPr/>
          <p:nvPr/>
        </p:nvSpPr>
        <p:spPr>
          <a:xfrm>
            <a:off x="6152140" y="1532734"/>
            <a:ext cx="409985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</a:t>
            </a:r>
            <a:r>
              <a:rPr lang="en-US" sz="2400" dirty="0">
                <a:solidFill>
                  <a:srgbClr val="0000FF"/>
                </a:solidFill>
              </a:rPr>
              <a:t>"   </a:t>
            </a:r>
            <a:r>
              <a:rPr lang="en-US" sz="2400" dirty="0"/>
              <a:t>	-449049616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</a:t>
            </a:r>
            <a:r>
              <a:rPr lang="en-US" sz="2400" dirty="0">
                <a:solidFill>
                  <a:srgbClr val="008000"/>
                </a:solidFill>
              </a:rPr>
              <a:t>"  </a:t>
            </a:r>
            <a:r>
              <a:rPr lang="en-US" sz="2400" dirty="0"/>
              <a:t>	-1678412276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chemeClr val="accent6"/>
                </a:solidFill>
              </a:rPr>
              <a:t>"</a:t>
            </a:r>
            <a:r>
              <a:rPr lang="en-US" sz="2400" b="1" dirty="0">
                <a:solidFill>
                  <a:schemeClr val="accent6"/>
                </a:solidFill>
              </a:rPr>
              <a:t>orange</a:t>
            </a:r>
            <a:r>
              <a:rPr lang="en-US" sz="2400" dirty="0">
                <a:solidFill>
                  <a:schemeClr val="accent6"/>
                </a:solidFill>
              </a:rPr>
              <a:t>"</a:t>
            </a:r>
            <a:r>
              <a:rPr lang="en-US" sz="2400" dirty="0"/>
              <a:t>	-493941954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660066"/>
                </a:solidFill>
              </a:rPr>
              <a:t>"</a:t>
            </a:r>
            <a:r>
              <a:rPr lang="en-US" sz="2400" b="1" dirty="0">
                <a:solidFill>
                  <a:srgbClr val="660066"/>
                </a:solidFill>
              </a:rPr>
              <a:t>purple</a:t>
            </a:r>
            <a:r>
              <a:rPr lang="en-US" sz="2400" dirty="0">
                <a:solidFill>
                  <a:srgbClr val="660066"/>
                </a:solidFill>
              </a:rPr>
              <a:t>" </a:t>
            </a:r>
            <a:r>
              <a:rPr lang="en-US" sz="2400" dirty="0"/>
              <a:t>	362144806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dirty="0">
                <a:solidFill>
                  <a:srgbClr val="FF0000"/>
                </a:solidFill>
              </a:rPr>
              <a:t>"    </a:t>
            </a:r>
            <a:r>
              <a:rPr lang="en-US" sz="2400" dirty="0"/>
              <a:t>	326899972</a:t>
            </a:r>
          </a:p>
          <a:p>
            <a:pPr>
              <a:tabLst>
                <a:tab pos="3825875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</a:t>
            </a:r>
            <a:r>
              <a:rPr lang="en-US" sz="2400" dirty="0">
                <a:solidFill>
                  <a:srgbClr val="858500"/>
                </a:solidFill>
              </a:rPr>
              <a:t>" </a:t>
            </a:r>
            <a:r>
              <a:rPr lang="en-US" sz="2400" dirty="0"/>
              <a:t>	2011814402</a:t>
            </a:r>
          </a:p>
          <a:p>
            <a:pPr>
              <a:tabLst>
                <a:tab pos="3825875" algn="r"/>
              </a:tabLst>
            </a:pPr>
            <a:endParaRPr lang="en-US" sz="2400" dirty="0"/>
          </a:p>
          <a:p>
            <a:pPr>
              <a:tabLst>
                <a:tab pos="3825875" algn="r"/>
              </a:tabLst>
            </a:pPr>
            <a:r>
              <a:rPr lang="en-US" sz="2400" dirty="0"/>
              <a:t>"apple"   	-1290151091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"berry"   	-514151789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"banana"	207055587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"grape"   	-581390202</a:t>
            </a:r>
          </a:p>
          <a:p>
            <a:pPr>
              <a:tabLst>
                <a:tab pos="3825875" algn="r"/>
              </a:tabLst>
            </a:pPr>
            <a:r>
              <a:rPr lang="en-US" sz="2400" dirty="0"/>
              <a:t>"pumpkin“	-1189657311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D12DA-313A-4260-8D6E-3E9A2898B956}"/>
              </a:ext>
            </a:extLst>
          </p:cNvPr>
          <p:cNvSpPr/>
          <p:nvPr/>
        </p:nvSpPr>
        <p:spPr>
          <a:xfrm>
            <a:off x="700630" y="1532734"/>
            <a:ext cx="4840456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apple" </a:t>
            </a:r>
            <a:r>
              <a:rPr lang="en-US" sz="2400" dirty="0"/>
              <a:t>	-1513416036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 </a:t>
            </a:r>
            <a:r>
              <a:rPr lang="en-US" sz="2400" dirty="0">
                <a:solidFill>
                  <a:srgbClr val="FF0000"/>
                </a:solidFill>
              </a:rPr>
              <a:t>apple"      </a:t>
            </a:r>
            <a:r>
              <a:rPr lang="en-US" sz="2400" dirty="0"/>
              <a:t>	1626673108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 </a:t>
            </a:r>
            <a:r>
              <a:rPr lang="en-US" sz="2400" dirty="0">
                <a:solidFill>
                  <a:srgbClr val="858500"/>
                </a:solidFill>
              </a:rPr>
              <a:t>apple" </a:t>
            </a:r>
            <a:r>
              <a:rPr lang="en-US" sz="2400" dirty="0"/>
              <a:t>	-856976542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b="1" dirty="0">
                <a:solidFill>
                  <a:srgbClr val="FF0000"/>
                </a:solidFill>
              </a:rPr>
              <a:t>red </a:t>
            </a:r>
            <a:r>
              <a:rPr lang="en-US" sz="2400" dirty="0">
                <a:solidFill>
                  <a:srgbClr val="FF0000"/>
                </a:solidFill>
              </a:rPr>
              <a:t>berry"      </a:t>
            </a:r>
            <a:r>
              <a:rPr lang="en-US" sz="2400" dirty="0"/>
              <a:t>	-1892294886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 </a:t>
            </a:r>
            <a:r>
              <a:rPr lang="en-US" sz="2400" dirty="0">
                <a:solidFill>
                  <a:srgbClr val="0000FF"/>
                </a:solidFill>
              </a:rPr>
              <a:t>berry"     </a:t>
            </a:r>
            <a:r>
              <a:rPr lang="en-US" sz="2400" dirty="0"/>
              <a:t>	1290986406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banana"</a:t>
            </a:r>
            <a:r>
              <a:rPr lang="en-US" sz="2400" dirty="0"/>
              <a:t>	759700454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858500"/>
                </a:solidFill>
              </a:rPr>
              <a:t>"</a:t>
            </a:r>
            <a:r>
              <a:rPr lang="en-US" sz="2400" b="1" dirty="0">
                <a:solidFill>
                  <a:srgbClr val="858500"/>
                </a:solidFill>
              </a:rPr>
              <a:t>yellow </a:t>
            </a:r>
            <a:r>
              <a:rPr lang="en-US" sz="2400" dirty="0">
                <a:solidFill>
                  <a:srgbClr val="858500"/>
                </a:solidFill>
              </a:rPr>
              <a:t>banana"	</a:t>
            </a:r>
            <a:r>
              <a:rPr lang="en-US" sz="2400" dirty="0"/>
              <a:t>-446488076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8000"/>
                </a:solidFill>
              </a:rPr>
              <a:t>"</a:t>
            </a:r>
            <a:r>
              <a:rPr lang="en-US" sz="2400" b="1" dirty="0">
                <a:solidFill>
                  <a:srgbClr val="008000"/>
                </a:solidFill>
              </a:rPr>
              <a:t>green </a:t>
            </a:r>
            <a:r>
              <a:rPr lang="en-US" sz="2400" dirty="0">
                <a:solidFill>
                  <a:srgbClr val="008000"/>
                </a:solidFill>
              </a:rPr>
              <a:t>grape"	</a:t>
            </a:r>
            <a:r>
              <a:rPr lang="en-US" sz="2400" dirty="0"/>
              <a:t>-804655147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660066"/>
                </a:solidFill>
              </a:rPr>
              <a:t>"</a:t>
            </a:r>
            <a:r>
              <a:rPr lang="en-US" sz="2400" b="1" dirty="0">
                <a:solidFill>
                  <a:srgbClr val="660066"/>
                </a:solidFill>
              </a:rPr>
              <a:t>purple </a:t>
            </a:r>
            <a:r>
              <a:rPr lang="en-US" sz="2400" dirty="0">
                <a:solidFill>
                  <a:srgbClr val="660066"/>
                </a:solidFill>
              </a:rPr>
              <a:t>grape"	</a:t>
            </a:r>
            <a:r>
              <a:rPr lang="en-US" sz="2400" dirty="0"/>
              <a:t>-282532705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rgbClr val="0000FF"/>
                </a:solidFill>
              </a:rPr>
              <a:t>"</a:t>
            </a:r>
            <a:r>
              <a:rPr lang="en-US" sz="2400" b="1" dirty="0">
                <a:solidFill>
                  <a:srgbClr val="0000FF"/>
                </a:solidFill>
              </a:rPr>
              <a:t>blue </a:t>
            </a:r>
            <a:r>
              <a:rPr lang="en-US" sz="2400" dirty="0">
                <a:solidFill>
                  <a:srgbClr val="0000FF"/>
                </a:solidFill>
              </a:rPr>
              <a:t>pumpkin"	</a:t>
            </a:r>
            <a:r>
              <a:rPr lang="en-US" sz="2400" dirty="0"/>
              <a:t>-1505769812</a:t>
            </a:r>
          </a:p>
          <a:p>
            <a:pPr>
              <a:tabLst>
                <a:tab pos="4121150" algn="r"/>
              </a:tabLs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orange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pumpkin" 	</a:t>
            </a:r>
            <a:r>
              <a:rPr lang="en-US" sz="2400" dirty="0"/>
              <a:t>984657850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83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083E-9A8D-4001-AC55-E03ABD1B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7BD131-9EE6-40D6-AF9B-A27F3B5B3329}"/>
              </a:ext>
            </a:extLst>
          </p:cNvPr>
          <p:cNvGrpSpPr/>
          <p:nvPr/>
        </p:nvGrpSpPr>
        <p:grpSpPr>
          <a:xfrm>
            <a:off x="1380015" y="1358020"/>
            <a:ext cx="9697354" cy="4737449"/>
            <a:chOff x="1219200" y="1911314"/>
            <a:chExt cx="5611418" cy="20526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D39A8C-F171-41AF-BB45-44317B6C1E5A}"/>
                </a:ext>
              </a:extLst>
            </p:cNvPr>
            <p:cNvSpPr/>
            <p:nvPr/>
          </p:nvSpPr>
          <p:spPr>
            <a:xfrm>
              <a:off x="4953000" y="27432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A1C6FA-54C9-4B04-87A1-8A1F8B9A7B77}"/>
                </a:ext>
              </a:extLst>
            </p:cNvPr>
            <p:cNvSpPr/>
            <p:nvPr/>
          </p:nvSpPr>
          <p:spPr>
            <a:xfrm>
              <a:off x="4953000" y="28956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455445-0F0F-4BBD-9AEE-3D18B90D5848}"/>
                </a:ext>
              </a:extLst>
            </p:cNvPr>
            <p:cNvSpPr/>
            <p:nvPr/>
          </p:nvSpPr>
          <p:spPr>
            <a:xfrm>
              <a:off x="4953000" y="3048000"/>
              <a:ext cx="4572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9E6F84-86BA-4278-A75D-FA2248E686F1}"/>
                </a:ext>
              </a:extLst>
            </p:cNvPr>
            <p:cNvSpPr/>
            <p:nvPr/>
          </p:nvSpPr>
          <p:spPr>
            <a:xfrm>
              <a:off x="57150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213ADE-6FD4-413C-A709-E7E444515B83}"/>
                </a:ext>
              </a:extLst>
            </p:cNvPr>
            <p:cNvSpPr/>
            <p:nvPr/>
          </p:nvSpPr>
          <p:spPr>
            <a:xfrm>
              <a:off x="58674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6CFBF2-3A12-4FAF-A723-27F61063116B}"/>
                </a:ext>
              </a:extLst>
            </p:cNvPr>
            <p:cNvSpPr/>
            <p:nvPr/>
          </p:nvSpPr>
          <p:spPr>
            <a:xfrm>
              <a:off x="60198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ABB952-F639-4C58-AB42-985821498F24}"/>
                </a:ext>
              </a:extLst>
            </p:cNvPr>
            <p:cNvSpPr/>
            <p:nvPr/>
          </p:nvSpPr>
          <p:spPr>
            <a:xfrm>
              <a:off x="6172200" y="3048000"/>
              <a:ext cx="152400" cy="164068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94B282-74C3-48A9-937C-97D3CC54326D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5181600" y="3124200"/>
              <a:ext cx="533400" cy="5834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2FB116-E3D1-4356-AA88-99AB05BF12B2}"/>
                </a:ext>
              </a:extLst>
            </p:cNvPr>
            <p:cNvSpPr/>
            <p:nvPr/>
          </p:nvSpPr>
          <p:spPr>
            <a:xfrm>
              <a:off x="5181600" y="34290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"hamlet"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530060-7CB9-4D61-8C86-7A09CB668D6B}"/>
                </a:ext>
              </a:extLst>
            </p:cNvPr>
            <p:cNvSpPr/>
            <p:nvPr/>
          </p:nvSpPr>
          <p:spPr>
            <a:xfrm>
              <a:off x="5181600" y="35814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73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A6A611-A171-4C6A-B464-C42C9FF8B595}"/>
                </a:ext>
              </a:extLst>
            </p:cNvPr>
            <p:cNvSpPr/>
            <p:nvPr/>
          </p:nvSpPr>
          <p:spPr>
            <a:xfrm>
              <a:off x="6095998" y="34290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65CA8F-FBEF-4B74-8735-916AE8CF4329}"/>
                </a:ext>
              </a:extLst>
            </p:cNvPr>
            <p:cNvSpPr/>
            <p:nvPr/>
          </p:nvSpPr>
          <p:spPr>
            <a:xfrm>
              <a:off x="6095998" y="3581400"/>
              <a:ext cx="64008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A018E19-DBB7-41D2-B174-F0112DA66401}"/>
                </a:ext>
              </a:extLst>
            </p:cNvPr>
            <p:cNvCxnSpPr>
              <a:endCxn id="12" idx="0"/>
            </p:cNvCxnSpPr>
            <p:nvPr/>
          </p:nvCxnSpPr>
          <p:spPr>
            <a:xfrm rot="5400000">
              <a:off x="5496937" y="3134737"/>
              <a:ext cx="298966" cy="289560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18A749-2780-4F47-917D-610B090A43BC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5943600" y="3130034"/>
              <a:ext cx="472438" cy="298966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258C07-0558-49F8-B56B-2EF5DE386DD7}"/>
                </a:ext>
              </a:extLst>
            </p:cNvPr>
            <p:cNvSpPr/>
            <p:nvPr/>
          </p:nvSpPr>
          <p:spPr>
            <a:xfrm>
              <a:off x="2743200" y="25146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116A47-FB32-4671-9E16-8567AEA58F21}"/>
                </a:ext>
              </a:extLst>
            </p:cNvPr>
            <p:cNvSpPr/>
            <p:nvPr/>
          </p:nvSpPr>
          <p:spPr>
            <a:xfrm>
              <a:off x="2743200" y="28194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AE32C3-04CA-497E-9E99-0DBA0816481F}"/>
                </a:ext>
              </a:extLst>
            </p:cNvPr>
            <p:cNvSpPr/>
            <p:nvPr/>
          </p:nvSpPr>
          <p:spPr>
            <a:xfrm>
              <a:off x="2743200" y="30480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288556-C380-4920-B0ED-62FCE7E73E4B}"/>
                </a:ext>
              </a:extLst>
            </p:cNvPr>
            <p:cNvSpPr txBox="1"/>
            <p:nvPr/>
          </p:nvSpPr>
          <p:spPr>
            <a:xfrm>
              <a:off x="2462354" y="2466201"/>
              <a:ext cx="21816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1D44D6B-3A1E-4E4B-8BBC-6DA25C5E855B}"/>
                </a:ext>
              </a:extLst>
            </p:cNvPr>
            <p:cNvCxnSpPr/>
            <p:nvPr/>
          </p:nvCxnSpPr>
          <p:spPr>
            <a:xfrm>
              <a:off x="1295400" y="2715399"/>
              <a:ext cx="1981200" cy="1588"/>
            </a:xfrm>
            <a:prstGeom prst="line">
              <a:avLst/>
            </a:prstGeom>
            <a:ln w="28575"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6E9131-B8A6-4715-ABA2-6401407046D7}"/>
                </a:ext>
              </a:extLst>
            </p:cNvPr>
            <p:cNvSpPr txBox="1"/>
            <p:nvPr/>
          </p:nvSpPr>
          <p:spPr>
            <a:xfrm>
              <a:off x="1219200" y="2438400"/>
              <a:ext cx="472326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main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A9F937-4706-425C-882B-7C6DCAA82680}"/>
                </a:ext>
              </a:extLst>
            </p:cNvPr>
            <p:cNvCxnSpPr/>
            <p:nvPr/>
          </p:nvCxnSpPr>
          <p:spPr>
            <a:xfrm>
              <a:off x="1295400" y="3505200"/>
              <a:ext cx="1981200" cy="1588"/>
            </a:xfrm>
            <a:prstGeom prst="line">
              <a:avLst/>
            </a:prstGeom>
            <a:ln w="28575"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EEDB8F-D855-49B6-A939-4BFD1BD8BD5B}"/>
                </a:ext>
              </a:extLst>
            </p:cNvPr>
            <p:cNvSpPr txBox="1"/>
            <p:nvPr/>
          </p:nvSpPr>
          <p:spPr>
            <a:xfrm>
              <a:off x="1219200" y="2772561"/>
              <a:ext cx="1038895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/>
                <a:t>hdict_lookup</a:t>
              </a:r>
              <a:endParaRPr lang="en-US" sz="2400" i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17E94D-6CDF-42A8-A919-F5D9F4F9B76A}"/>
                </a:ext>
              </a:extLst>
            </p:cNvPr>
            <p:cNvSpPr txBox="1"/>
            <p:nvPr/>
          </p:nvSpPr>
          <p:spPr>
            <a:xfrm>
              <a:off x="1219200" y="3533001"/>
              <a:ext cx="824289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/>
                <a:t>key_equiv</a:t>
              </a:r>
              <a:endParaRPr lang="en-US" sz="2400" i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03FD18-3389-4210-91D4-D1958357F028}"/>
                </a:ext>
              </a:extLst>
            </p:cNvPr>
            <p:cNvSpPr txBox="1"/>
            <p:nvPr/>
          </p:nvSpPr>
          <p:spPr>
            <a:xfrm>
              <a:off x="2462354" y="2743200"/>
              <a:ext cx="21816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E755D9-B80D-4444-B87A-3FD085B0863A}"/>
                </a:ext>
              </a:extLst>
            </p:cNvPr>
            <p:cNvSpPr txBox="1"/>
            <p:nvPr/>
          </p:nvSpPr>
          <p:spPr>
            <a:xfrm>
              <a:off x="2462354" y="2999601"/>
              <a:ext cx="187558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BAD4BD-B200-4856-AEF3-D1DCDBEA85B7}"/>
                </a:ext>
              </a:extLst>
            </p:cNvPr>
            <p:cNvSpPr/>
            <p:nvPr/>
          </p:nvSpPr>
          <p:spPr>
            <a:xfrm>
              <a:off x="2743200" y="32766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7511C1-6ACC-40E0-AD42-DA5C57A4B6CF}"/>
                </a:ext>
              </a:extLst>
            </p:cNvPr>
            <p:cNvSpPr txBox="1"/>
            <p:nvPr/>
          </p:nvSpPr>
          <p:spPr>
            <a:xfrm>
              <a:off x="2462354" y="3228201"/>
              <a:ext cx="147671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</a:t>
              </a:r>
              <a:endParaRPr lang="en-US" sz="24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28F3C4D-20D9-4027-AA54-FB686AD97506}"/>
                </a:ext>
              </a:extLst>
            </p:cNvPr>
            <p:cNvSpPr/>
            <p:nvPr/>
          </p:nvSpPr>
          <p:spPr>
            <a:xfrm>
              <a:off x="2743200" y="35814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"hamlet"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9D758A-863C-4C4D-B226-80E0650D970B}"/>
                </a:ext>
              </a:extLst>
            </p:cNvPr>
            <p:cNvSpPr txBox="1"/>
            <p:nvPr/>
          </p:nvSpPr>
          <p:spPr>
            <a:xfrm>
              <a:off x="2462354" y="3533001"/>
              <a:ext cx="277533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A102ED-8A62-4940-A4AC-3DB3925EDA1E}"/>
                </a:ext>
              </a:extLst>
            </p:cNvPr>
            <p:cNvSpPr/>
            <p:nvPr/>
          </p:nvSpPr>
          <p:spPr>
            <a:xfrm>
              <a:off x="2743200" y="3810000"/>
              <a:ext cx="609600" cy="152400"/>
            </a:xfrm>
            <a:prstGeom prst="rect">
              <a:avLst/>
            </a:prstGeom>
            <a:noFill/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"rose"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A1EE00-1D43-4FA7-B817-B5A08F9D1ED9}"/>
                </a:ext>
              </a:extLst>
            </p:cNvPr>
            <p:cNvSpPr txBox="1"/>
            <p:nvPr/>
          </p:nvSpPr>
          <p:spPr>
            <a:xfrm>
              <a:off x="2462354" y="3761601"/>
              <a:ext cx="277533" cy="200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6BF036-DAB2-4002-B13C-BEAB38FBA428}"/>
                </a:ext>
              </a:extLst>
            </p:cNvPr>
            <p:cNvSpPr txBox="1"/>
            <p:nvPr/>
          </p:nvSpPr>
          <p:spPr>
            <a:xfrm>
              <a:off x="1981200" y="1911314"/>
              <a:ext cx="1467736" cy="2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Local memory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BCB059-4B8B-4A93-A80D-4344E88C1D8F}"/>
                </a:ext>
              </a:extLst>
            </p:cNvPr>
            <p:cNvSpPr txBox="1"/>
            <p:nvPr/>
          </p:nvSpPr>
          <p:spPr>
            <a:xfrm>
              <a:off x="4953000" y="1911314"/>
              <a:ext cx="1877618" cy="2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Allocated memory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9907EEA-4CAA-4E36-AF7E-4FF82A1668E4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0" y="1981994"/>
              <a:ext cx="0" cy="1981994"/>
            </a:xfrm>
            <a:prstGeom prst="line">
              <a:avLst/>
            </a:prstGeom>
            <a:ln w="38100">
              <a:solidFill>
                <a:srgbClr val="C0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DF8852-3E58-41B2-BAA7-533B60330DCD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3040144" y="2584966"/>
              <a:ext cx="1912856" cy="234434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E027807-E00E-445F-B88C-8E6DE98EF1DE}"/>
                </a:ext>
              </a:extLst>
            </p:cNvPr>
            <p:cNvCxnSpPr>
              <a:endCxn id="4" idx="1"/>
            </p:cNvCxnSpPr>
            <p:nvPr/>
          </p:nvCxnSpPr>
          <p:spPr>
            <a:xfrm flipV="1">
              <a:off x="3048000" y="2819400"/>
              <a:ext cx="1905000" cy="76200"/>
            </a:xfrm>
            <a:prstGeom prst="straightConnector1">
              <a:avLst/>
            </a:prstGeom>
            <a:ln w="28575">
              <a:headEnd type="oval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49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47779F-33DD-4828-A357-5798885BF287}"/>
              </a:ext>
            </a:extLst>
          </p:cNvPr>
          <p:cNvSpPr/>
          <p:nvPr/>
        </p:nvSpPr>
        <p:spPr>
          <a:xfrm>
            <a:off x="5323853" y="170638"/>
            <a:ext cx="4176433" cy="660679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8">
            <a:extLst>
              <a:ext uri="{FF2B5EF4-FFF2-40B4-BE49-F238E27FC236}">
                <a16:creationId xmlns:a16="http://schemas.microsoft.com/office/drawing/2014/main" id="{B4E6F870-E7C0-47BD-9418-C718729D47F3}"/>
              </a:ext>
            </a:extLst>
          </p:cNvPr>
          <p:cNvSpPr/>
          <p:nvPr/>
        </p:nvSpPr>
        <p:spPr>
          <a:xfrm>
            <a:off x="6994426" y="2299473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9">
            <a:extLst>
              <a:ext uri="{FF2B5EF4-FFF2-40B4-BE49-F238E27FC236}">
                <a16:creationId xmlns:a16="http://schemas.microsoft.com/office/drawing/2014/main" id="{FC3BEA18-EA21-4A79-BD9C-D6FCCC6C1B80}"/>
              </a:ext>
            </a:extLst>
          </p:cNvPr>
          <p:cNvSpPr/>
          <p:nvPr/>
        </p:nvSpPr>
        <p:spPr>
          <a:xfrm flipV="1">
            <a:off x="6994426" y="2855827"/>
            <a:ext cx="835287" cy="4193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E1C98-9D1F-421C-B96A-3937845E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6F93-AA2A-4050-ABB3-2136E197C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2909157" cy="676353"/>
          </a:xfrm>
        </p:spPr>
        <p:txBody>
          <a:bodyPr/>
          <a:lstStyle/>
          <a:p>
            <a:r>
              <a:rPr lang="en-US" dirty="0"/>
              <a:t>Updated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899745A4-52B0-456B-9D0C-4FF992040379}"/>
              </a:ext>
            </a:extLst>
          </p:cNvPr>
          <p:cNvSpPr/>
          <p:nvPr/>
        </p:nvSpPr>
        <p:spPr>
          <a:xfrm>
            <a:off x="5323853" y="654062"/>
            <a:ext cx="4176433" cy="1853124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57430274-F2B2-4612-B7EB-2EFEE7600B75}"/>
              </a:ext>
            </a:extLst>
          </p:cNvPr>
          <p:cNvSpPr/>
          <p:nvPr/>
        </p:nvSpPr>
        <p:spPr>
          <a:xfrm flipH="1" flipV="1">
            <a:off x="5323853" y="3071180"/>
            <a:ext cx="4176433" cy="1530842"/>
          </a:xfrm>
          <a:prstGeom prst="flowChartDocument">
            <a:avLst/>
          </a:prstGeom>
          <a:solidFill>
            <a:schemeClr val="bg1"/>
          </a:solidFill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344DF-E5B6-4139-AD20-554D5EAF7B13}"/>
              </a:ext>
            </a:extLst>
          </p:cNvPr>
          <p:cNvSpPr/>
          <p:nvPr/>
        </p:nvSpPr>
        <p:spPr>
          <a:xfrm>
            <a:off x="5323853" y="5220085"/>
            <a:ext cx="4176433" cy="115545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98BD3-58A8-4862-91C3-7959C4E09162}"/>
              </a:ext>
            </a:extLst>
          </p:cNvPr>
          <p:cNvSpPr txBox="1"/>
          <p:nvPr/>
        </p:nvSpPr>
        <p:spPr>
          <a:xfrm>
            <a:off x="7180045" y="160868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A6854-81C1-4B37-B7F6-92B41EF30BD3}"/>
              </a:ext>
            </a:extLst>
          </p:cNvPr>
          <p:cNvSpPr txBox="1"/>
          <p:nvPr/>
        </p:nvSpPr>
        <p:spPr>
          <a:xfrm>
            <a:off x="7180045" y="6340871"/>
            <a:ext cx="64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8A74C-32DF-4AF6-9BDC-2DF2B1937B1B}"/>
              </a:ext>
            </a:extLst>
          </p:cNvPr>
          <p:cNvSpPr txBox="1"/>
          <p:nvPr/>
        </p:nvSpPr>
        <p:spPr>
          <a:xfrm>
            <a:off x="4455262" y="5568869"/>
            <a:ext cx="108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6CDC0-F5FD-4041-994D-B5435439E255}"/>
              </a:ext>
            </a:extLst>
          </p:cNvPr>
          <p:cNvSpPr txBox="1"/>
          <p:nvPr/>
        </p:nvSpPr>
        <p:spPr>
          <a:xfrm>
            <a:off x="4542496" y="4694930"/>
            <a:ext cx="970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21A3D-6A6F-4E1F-A019-731BF48662C4}"/>
              </a:ext>
            </a:extLst>
          </p:cNvPr>
          <p:cNvSpPr txBox="1"/>
          <p:nvPr/>
        </p:nvSpPr>
        <p:spPr>
          <a:xfrm>
            <a:off x="4488566" y="3808653"/>
            <a:ext cx="1048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D4D8A-1A57-46F1-8B2C-E8D69D4D942D}"/>
              </a:ext>
            </a:extLst>
          </p:cNvPr>
          <p:cNvSpPr txBox="1"/>
          <p:nvPr/>
        </p:nvSpPr>
        <p:spPr>
          <a:xfrm>
            <a:off x="4395757" y="1218056"/>
            <a:ext cx="1156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E9EFF-8182-4427-9CD9-ACC15690B955}"/>
              </a:ext>
            </a:extLst>
          </p:cNvPr>
          <p:cNvSpPr txBox="1"/>
          <p:nvPr/>
        </p:nvSpPr>
        <p:spPr>
          <a:xfrm>
            <a:off x="5323853" y="5175206"/>
            <a:ext cx="2142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…</a:t>
            </a:r>
            <a:br>
              <a:rPr lang="en-US" dirty="0"/>
            </a:br>
            <a:r>
              <a:rPr lang="en-US" dirty="0" err="1"/>
              <a:t>hdict_lookup</a:t>
            </a:r>
            <a:r>
              <a:rPr lang="en-US" dirty="0"/>
              <a:t> …</a:t>
            </a:r>
            <a:br>
              <a:rPr lang="en-US" dirty="0"/>
            </a:br>
            <a:r>
              <a:rPr lang="en-US" dirty="0" err="1"/>
              <a:t>key_hash</a:t>
            </a:r>
            <a:r>
              <a:rPr lang="en-US" dirty="0"/>
              <a:t> …</a:t>
            </a:r>
            <a:br>
              <a:rPr lang="en-US" dirty="0"/>
            </a:br>
            <a:r>
              <a:rPr lang="en-US" dirty="0" err="1"/>
              <a:t>key_equiv</a:t>
            </a:r>
            <a:r>
              <a:rPr lang="en-US" dirty="0"/>
              <a:t>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267B04-A08F-4AF8-804F-2ADC40170FE6}"/>
              </a:ext>
            </a:extLst>
          </p:cNvPr>
          <p:cNvSpPr txBox="1"/>
          <p:nvPr/>
        </p:nvSpPr>
        <p:spPr>
          <a:xfrm>
            <a:off x="5307022" y="4604053"/>
            <a:ext cx="143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"hamlet" </a:t>
            </a:r>
            <a:br>
              <a:rPr lang="en-US" dirty="0"/>
            </a:br>
            <a:r>
              <a:rPr lang="en-US" dirty="0"/>
              <a:t> "rose"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B2C18-F3BE-4E6C-8229-8CCFDBDDE3E0}"/>
              </a:ext>
            </a:extLst>
          </p:cNvPr>
          <p:cNvSpPr/>
          <p:nvPr/>
        </p:nvSpPr>
        <p:spPr>
          <a:xfrm>
            <a:off x="6994426" y="3393463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65992-ED46-4114-AA71-205A4B5B8333}"/>
              </a:ext>
            </a:extLst>
          </p:cNvPr>
          <p:cNvSpPr/>
          <p:nvPr/>
        </p:nvSpPr>
        <p:spPr>
          <a:xfrm>
            <a:off x="6994426" y="3554604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EC18D1-906F-4680-93D6-54C531F5B9BB}"/>
              </a:ext>
            </a:extLst>
          </p:cNvPr>
          <p:cNvSpPr/>
          <p:nvPr/>
        </p:nvSpPr>
        <p:spPr>
          <a:xfrm>
            <a:off x="6994426" y="3715745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2443D-2F4D-4DE7-8ACE-6E0B9F36C117}"/>
              </a:ext>
            </a:extLst>
          </p:cNvPr>
          <p:cNvSpPr/>
          <p:nvPr/>
        </p:nvSpPr>
        <p:spPr>
          <a:xfrm>
            <a:off x="7922522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515D3E-6A27-4B94-B4DB-CCE56A5DE173}"/>
              </a:ext>
            </a:extLst>
          </p:cNvPr>
          <p:cNvSpPr/>
          <p:nvPr/>
        </p:nvSpPr>
        <p:spPr>
          <a:xfrm>
            <a:off x="8108142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4D07F-863F-42EF-B662-D799DE22C05A}"/>
              </a:ext>
            </a:extLst>
          </p:cNvPr>
          <p:cNvSpPr/>
          <p:nvPr/>
        </p:nvSpPr>
        <p:spPr>
          <a:xfrm>
            <a:off x="8293761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7F8F3D-801D-435B-9228-EDBB5C8FD78E}"/>
              </a:ext>
            </a:extLst>
          </p:cNvPr>
          <p:cNvSpPr/>
          <p:nvPr/>
        </p:nvSpPr>
        <p:spPr>
          <a:xfrm>
            <a:off x="8479380" y="3715745"/>
            <a:ext cx="185619" cy="173478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7BE8FC-4166-49D5-993E-495AAE6A1249}"/>
              </a:ext>
            </a:extLst>
          </p:cNvPr>
          <p:cNvCxnSpPr>
            <a:endCxn id="21" idx="1"/>
          </p:cNvCxnSpPr>
          <p:nvPr/>
        </p:nvCxnSpPr>
        <p:spPr>
          <a:xfrm>
            <a:off x="7272855" y="3796316"/>
            <a:ext cx="649667" cy="6169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94F04-292C-4D86-9398-5F80F725544F}"/>
              </a:ext>
            </a:extLst>
          </p:cNvPr>
          <p:cNvSpPr/>
          <p:nvPr/>
        </p:nvSpPr>
        <p:spPr>
          <a:xfrm>
            <a:off x="7551284" y="4118598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0B4A35-AB4E-4D93-AF47-234600E87150}"/>
              </a:ext>
            </a:extLst>
          </p:cNvPr>
          <p:cNvSpPr/>
          <p:nvPr/>
        </p:nvSpPr>
        <p:spPr>
          <a:xfrm>
            <a:off x="7551284" y="4279740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89AEE7-6D7C-4BF4-A82A-7A810C7B9E5C}"/>
              </a:ext>
            </a:extLst>
          </p:cNvPr>
          <p:cNvSpPr/>
          <p:nvPr/>
        </p:nvSpPr>
        <p:spPr>
          <a:xfrm>
            <a:off x="8386571" y="4118598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6C437F-06C3-421F-8606-C43DA14BE21A}"/>
              </a:ext>
            </a:extLst>
          </p:cNvPr>
          <p:cNvSpPr/>
          <p:nvPr/>
        </p:nvSpPr>
        <p:spPr>
          <a:xfrm>
            <a:off x="8386571" y="4279740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738E3-8CE7-4B10-9CB0-3D58E36470B8}"/>
              </a:ext>
            </a:extLst>
          </p:cNvPr>
          <p:cNvCxnSpPr>
            <a:endCxn id="26" idx="0"/>
          </p:cNvCxnSpPr>
          <p:nvPr/>
        </p:nvCxnSpPr>
        <p:spPr>
          <a:xfrm rot="5400000">
            <a:off x="7764466" y="3867732"/>
            <a:ext cx="316114" cy="185619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1B7145-776A-4463-ADAA-BB0A7C1B1FA3}"/>
              </a:ext>
            </a:extLst>
          </p:cNvPr>
          <p:cNvCxnSpPr>
            <a:endCxn id="28" idx="0"/>
          </p:cNvCxnSpPr>
          <p:nvPr/>
        </p:nvCxnSpPr>
        <p:spPr>
          <a:xfrm>
            <a:off x="8200951" y="3802484"/>
            <a:ext cx="464048" cy="316114"/>
          </a:xfrm>
          <a:prstGeom prst="straightConnector1">
            <a:avLst/>
          </a:prstGeom>
          <a:ln w="12700"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0C16885-02BF-491D-B71E-448FAA29DF04}"/>
              </a:ext>
            </a:extLst>
          </p:cNvPr>
          <p:cNvSpPr/>
          <p:nvPr/>
        </p:nvSpPr>
        <p:spPr>
          <a:xfrm>
            <a:off x="5695091" y="734632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0xB4B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4E021-171C-4295-A07E-81C7095D32D0}"/>
              </a:ext>
            </a:extLst>
          </p:cNvPr>
          <p:cNvSpPr/>
          <p:nvPr/>
        </p:nvSpPr>
        <p:spPr>
          <a:xfrm>
            <a:off x="5695091" y="1056915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0xB4B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0BCE7E-FB5C-4312-9C61-3B2841A5E147}"/>
              </a:ext>
            </a:extLst>
          </p:cNvPr>
          <p:cNvSpPr/>
          <p:nvPr/>
        </p:nvSpPr>
        <p:spPr>
          <a:xfrm>
            <a:off x="5695091" y="1298627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FE846F-7688-406A-902C-A74BD6698F33}"/>
              </a:ext>
            </a:extLst>
          </p:cNvPr>
          <p:cNvSpPr txBox="1"/>
          <p:nvPr/>
        </p:nvSpPr>
        <p:spPr>
          <a:xfrm>
            <a:off x="5353028" y="683457"/>
            <a:ext cx="38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978524-FCDE-40F7-8800-7988AC527D91}"/>
              </a:ext>
            </a:extLst>
          </p:cNvPr>
          <p:cNvCxnSpPr>
            <a:cxnSpLocks/>
          </p:cNvCxnSpPr>
          <p:nvPr/>
        </p:nvCxnSpPr>
        <p:spPr>
          <a:xfrm>
            <a:off x="6318883" y="946949"/>
            <a:ext cx="3181403" cy="1679"/>
          </a:xfrm>
          <a:prstGeom prst="line">
            <a:avLst/>
          </a:prstGeom>
          <a:ln w="2857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0F43C40-2651-4F12-BA37-8B3672D70D43}"/>
              </a:ext>
            </a:extLst>
          </p:cNvPr>
          <p:cNvSpPr txBox="1"/>
          <p:nvPr/>
        </p:nvSpPr>
        <p:spPr>
          <a:xfrm>
            <a:off x="8892694" y="654062"/>
            <a:ext cx="736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main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E6BF8E-ECA2-43DF-BFD3-55787E2E70D1}"/>
              </a:ext>
            </a:extLst>
          </p:cNvPr>
          <p:cNvCxnSpPr>
            <a:cxnSpLocks/>
          </p:cNvCxnSpPr>
          <p:nvPr/>
        </p:nvCxnSpPr>
        <p:spPr>
          <a:xfrm>
            <a:off x="6318883" y="1780371"/>
            <a:ext cx="3181403" cy="1679"/>
          </a:xfrm>
          <a:prstGeom prst="line">
            <a:avLst/>
          </a:prstGeom>
          <a:ln w="2857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919E866-C600-4BAD-983A-0766662B2B5D}"/>
              </a:ext>
            </a:extLst>
          </p:cNvPr>
          <p:cNvSpPr txBox="1"/>
          <p:nvPr/>
        </p:nvSpPr>
        <p:spPr>
          <a:xfrm>
            <a:off x="8310874" y="982974"/>
            <a:ext cx="153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/>
              <a:t>hdict_lookup</a:t>
            </a:r>
            <a:endParaRPr lang="en-US" sz="16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14E6CF-810A-40CF-A7DA-1233BE237119}"/>
              </a:ext>
            </a:extLst>
          </p:cNvPr>
          <p:cNvSpPr txBox="1"/>
          <p:nvPr/>
        </p:nvSpPr>
        <p:spPr>
          <a:xfrm>
            <a:off x="8521500" y="1811446"/>
            <a:ext cx="1228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/>
              <a:t>key_equiv</a:t>
            </a:r>
            <a:endParaRPr lang="en-US" sz="16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A2B8E-658B-41AB-87D4-B18C50F39BB1}"/>
              </a:ext>
            </a:extLst>
          </p:cNvPr>
          <p:cNvSpPr txBox="1"/>
          <p:nvPr/>
        </p:nvSpPr>
        <p:spPr>
          <a:xfrm>
            <a:off x="5353028" y="976344"/>
            <a:ext cx="38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2A39CC-5880-4066-864C-90CC5E0FBD5B}"/>
              </a:ext>
            </a:extLst>
          </p:cNvPr>
          <p:cNvSpPr txBox="1"/>
          <p:nvPr/>
        </p:nvSpPr>
        <p:spPr>
          <a:xfrm>
            <a:off x="5353028" y="1247452"/>
            <a:ext cx="338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59C8CF-52A8-46A7-9844-00C0E1B7E766}"/>
              </a:ext>
            </a:extLst>
          </p:cNvPr>
          <p:cNvSpPr/>
          <p:nvPr/>
        </p:nvSpPr>
        <p:spPr>
          <a:xfrm>
            <a:off x="5695091" y="1540339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238DF8-5E6D-444F-8C5E-EB3F64146CD8}"/>
              </a:ext>
            </a:extLst>
          </p:cNvPr>
          <p:cNvSpPr txBox="1"/>
          <p:nvPr/>
        </p:nvSpPr>
        <p:spPr>
          <a:xfrm>
            <a:off x="5353028" y="1489164"/>
            <a:ext cx="281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</a:t>
            </a:r>
            <a:endParaRPr lang="en-US" sz="1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D6198B-302F-4AC2-A274-FD29DA828B0D}"/>
              </a:ext>
            </a:extLst>
          </p:cNvPr>
          <p:cNvSpPr/>
          <p:nvPr/>
        </p:nvSpPr>
        <p:spPr>
          <a:xfrm>
            <a:off x="5695091" y="1862621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441B8-AE10-4958-9ABC-19759475D7C9}"/>
              </a:ext>
            </a:extLst>
          </p:cNvPr>
          <p:cNvSpPr txBox="1"/>
          <p:nvPr/>
        </p:nvSpPr>
        <p:spPr>
          <a:xfrm>
            <a:off x="5353028" y="1811446"/>
            <a:ext cx="46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A238BF-D13E-45E6-88E9-4D3DC5581FF7}"/>
              </a:ext>
            </a:extLst>
          </p:cNvPr>
          <p:cNvSpPr/>
          <p:nvPr/>
        </p:nvSpPr>
        <p:spPr>
          <a:xfrm>
            <a:off x="5695091" y="2104333"/>
            <a:ext cx="556858" cy="161141"/>
          </a:xfrm>
          <a:prstGeom prst="rect">
            <a:avLst/>
          </a:prstGeom>
          <a:noFill/>
          <a:ln w="127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0x735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55490A-F1B5-4A81-ABAE-D1DE5AEDFFEB}"/>
              </a:ext>
            </a:extLst>
          </p:cNvPr>
          <p:cNvSpPr txBox="1"/>
          <p:nvPr/>
        </p:nvSpPr>
        <p:spPr>
          <a:xfrm>
            <a:off x="5353028" y="2053158"/>
            <a:ext cx="465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880A39-3367-4A6E-A8E4-FB3CBA86ADF6}"/>
              </a:ext>
            </a:extLst>
          </p:cNvPr>
          <p:cNvSpPr txBox="1"/>
          <p:nvPr/>
        </p:nvSpPr>
        <p:spPr>
          <a:xfrm>
            <a:off x="4356830" y="53517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64</a:t>
            </a:r>
            <a:r>
              <a:rPr lang="en-US" sz="2400" dirty="0"/>
              <a:t> - 1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478273-AA66-426F-B7DC-56F1A86F76E2}"/>
              </a:ext>
            </a:extLst>
          </p:cNvPr>
          <p:cNvSpPr txBox="1"/>
          <p:nvPr/>
        </p:nvSpPr>
        <p:spPr>
          <a:xfrm>
            <a:off x="3717233" y="6432909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0x0 = NULL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94E36A-C93B-4286-BF14-D5DA6CD0ABFC}"/>
              </a:ext>
            </a:extLst>
          </p:cNvPr>
          <p:cNvSpPr txBox="1"/>
          <p:nvPr/>
        </p:nvSpPr>
        <p:spPr>
          <a:xfrm>
            <a:off x="9577537" y="980449"/>
            <a:ext cx="14901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  <a:b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47A90A-9DB5-46BA-BDC9-0F82182977AE}"/>
              </a:ext>
            </a:extLst>
          </p:cNvPr>
          <p:cNvSpPr txBox="1"/>
          <p:nvPr/>
        </p:nvSpPr>
        <p:spPr>
          <a:xfrm>
            <a:off x="9565320" y="3406240"/>
            <a:ext cx="1647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Allocated</a:t>
            </a:r>
            <a:b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E900B5-F51C-41E2-BD13-6C2C7F8CD28B}"/>
              </a:ext>
            </a:extLst>
          </p:cNvPr>
          <p:cNvSpPr txBox="1"/>
          <p:nvPr/>
        </p:nvSpPr>
        <p:spPr>
          <a:xfrm>
            <a:off x="9547670" y="4670254"/>
            <a:ext cx="1675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read-only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18C6EA-79DA-45E1-8A11-E917AE364F82}"/>
              </a:ext>
            </a:extLst>
          </p:cNvPr>
          <p:cNvSpPr txBox="1"/>
          <p:nvPr/>
        </p:nvSpPr>
        <p:spPr>
          <a:xfrm>
            <a:off x="9547670" y="5649439"/>
            <a:ext cx="1675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read-only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9DA728-FEF7-4FA1-BA4A-6C9184708689}"/>
              </a:ext>
            </a:extLst>
          </p:cNvPr>
          <p:cNvSpPr txBox="1"/>
          <p:nvPr/>
        </p:nvSpPr>
        <p:spPr>
          <a:xfrm>
            <a:off x="9547670" y="6294004"/>
            <a:ext cx="1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restricted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EE1B4A-9B40-43B8-9E48-CC6BEE40E7DF}"/>
              </a:ext>
            </a:extLst>
          </p:cNvPr>
          <p:cNvSpPr txBox="1"/>
          <p:nvPr/>
        </p:nvSpPr>
        <p:spPr>
          <a:xfrm>
            <a:off x="9595716" y="153143"/>
            <a:ext cx="1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7807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5" grpId="0" animBg="1"/>
      <p:bldP spid="6" grpId="0" animBg="1"/>
      <p:bldP spid="7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5" grpId="0"/>
      <p:bldP spid="37" grpId="0"/>
      <p:bldP spid="39" grpId="0"/>
      <p:bldP spid="40" grpId="0"/>
      <p:bldP spid="41" grpId="0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8B34-3EDF-40C9-B9F5-58702905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FE6B9-1B8F-44C0-8C47-D32FE6C8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65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 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f(5);</a:t>
            </a:r>
          </a:p>
        </p:txBody>
      </p:sp>
    </p:spTree>
    <p:extLst>
      <p:ext uri="{BB962C8B-B14F-4D97-AF65-F5344CB8AC3E}">
        <p14:creationId xmlns:p14="http://schemas.microsoft.com/office/powerpoint/2010/main" val="1250121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f(5);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26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25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09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double   (int x);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88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C038-63A4-4E48-A444-1D384099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003E-2C79-4BB8-99B2-48AC7EF9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double(int x)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2*x;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double_fn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&amp;double;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result = (*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f_ptr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)(5);</a:t>
            </a:r>
          </a:p>
          <a:p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9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416</Words>
  <Application>Microsoft Office PowerPoint</Application>
  <PresentationFormat>Widescreen</PresentationFormat>
  <Paragraphs>178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Office Theme</vt:lpstr>
      <vt:lpstr>122 Function Pointers</vt:lpstr>
      <vt:lpstr>Last time</vt:lpstr>
      <vt:lpstr>Generics</vt:lpstr>
      <vt:lpstr>Hash tables</vt:lpstr>
      <vt:lpstr>Hash functions – client-side</vt:lpstr>
      <vt:lpstr>Memory model</vt:lpstr>
      <vt:lpstr>Memory model</vt:lpstr>
      <vt:lpstr>Map</vt:lpstr>
      <vt:lpstr>Function pointers</vt:lpstr>
      <vt:lpstr>Function pointers</vt:lpstr>
      <vt:lpstr>Function pointers</vt:lpstr>
      <vt:lpstr>Function pointers</vt:lpstr>
      <vt:lpstr>Function pointers</vt:lpstr>
      <vt:lpstr>Function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70</cp:revision>
  <dcterms:created xsi:type="dcterms:W3CDTF">2018-10-11T11:39:27Z</dcterms:created>
  <dcterms:modified xsi:type="dcterms:W3CDTF">2018-11-02T02:34:50Z</dcterms:modified>
</cp:coreProperties>
</file>