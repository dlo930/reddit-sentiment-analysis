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595" r:id="rId3"/>
    <p:sldId id="601" r:id="rId4"/>
    <p:sldId id="620" r:id="rId5"/>
    <p:sldId id="631" r:id="rId6"/>
    <p:sldId id="636" r:id="rId7"/>
    <p:sldId id="638" r:id="rId8"/>
    <p:sldId id="651" r:id="rId9"/>
    <p:sldId id="637" r:id="rId10"/>
    <p:sldId id="652" r:id="rId11"/>
    <p:sldId id="653" r:id="rId12"/>
    <p:sldId id="654" r:id="rId13"/>
    <p:sldId id="656" r:id="rId14"/>
    <p:sldId id="657" r:id="rId15"/>
    <p:sldId id="655" r:id="rId16"/>
    <p:sldId id="658" r:id="rId17"/>
    <p:sldId id="660" r:id="rId18"/>
    <p:sldId id="621" r:id="rId19"/>
    <p:sldId id="623" r:id="rId20"/>
    <p:sldId id="622" r:id="rId21"/>
    <p:sldId id="624" r:id="rId22"/>
    <p:sldId id="641" r:id="rId23"/>
    <p:sldId id="642" r:id="rId24"/>
    <p:sldId id="643" r:id="rId25"/>
    <p:sldId id="644" r:id="rId26"/>
    <p:sldId id="645" r:id="rId27"/>
    <p:sldId id="639" r:id="rId28"/>
    <p:sldId id="646" r:id="rId29"/>
    <p:sldId id="647" r:id="rId30"/>
    <p:sldId id="648" r:id="rId31"/>
    <p:sldId id="649" r:id="rId32"/>
    <p:sldId id="650" r:id="rId33"/>
    <p:sldId id="670" r:id="rId34"/>
    <p:sldId id="665" r:id="rId35"/>
    <p:sldId id="666" r:id="rId36"/>
    <p:sldId id="662" r:id="rId37"/>
    <p:sldId id="667" r:id="rId38"/>
    <p:sldId id="668" r:id="rId39"/>
    <p:sldId id="669" r:id="rId40"/>
    <p:sldId id="672" r:id="rId41"/>
    <p:sldId id="673" r:id="rId42"/>
    <p:sldId id="674" r:id="rId43"/>
    <p:sldId id="675" r:id="rId44"/>
    <p:sldId id="676" r:id="rId45"/>
    <p:sldId id="677" r:id="rId46"/>
    <p:sldId id="678" r:id="rId47"/>
    <p:sldId id="679" r:id="rId48"/>
    <p:sldId id="680" r:id="rId49"/>
    <p:sldId id="681" r:id="rId50"/>
    <p:sldId id="682" r:id="rId51"/>
    <p:sldId id="684" r:id="rId52"/>
    <p:sldId id="683" r:id="rId5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6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03:30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21869 5555 345 0,'0'0'15'0,"0"0"4"0,0 0-19 0,0 0 0 15,0 0 0-15,0 0 0 0,0 0 192 0,0 0 34 16,0 0 7-16,0 0 2 0,0 0-134 0,0 0-26 16,0 0-6-16,0 0-1 0,-7 0-19 0,7 0-4 0,0 0-1 0,0 0 0 15,0 0-17-15,0 9-4 0,0-9-1 0,3 9 0 16,8 1 18-16,-11 5 3 0,0-5 1 0,0 6 0 15,3-4 6-15,1 7 2 16,-11-3 0-16,3 9 0 0,1-7-11 0,3 11-1 0,-4-10-1 16,-3 6 0-16,0 3 5 0,0-3 0 0,7 3 1 0,-4-3 0 15,-6 0 1-15,3-3 0 0,10 0 0 0,1-3 0 16,-4-6-27-16,0 2-6 0,0 1-1 0,3-4 0 16,4-2-2-16,-3-1-1 0,-4-2 0 0,0-7 0 15,7 3-96 1,-7-3-19-16,0 0-4 0</inkml:trace>
  <inkml:trace contextRef="#ctx0" brushRef="#br0" timeOffset="1">17417 8524 1119 0,'0'0'49'0,"0"0"11"0,0 0-48 0,0 0-12 0,0-6 0 0,0 6 0 16,0 0 41-16,-4-10 6 0,4 10 1 0,0-3 0 16,0-9 6-16,0 2 2 0,4 7 0 0,-1-3 0 15,1-3-15-15,-1-1-2 0,-3 1-1 0,4-1 0 0,-1 1-21 16,4 0-4-16,0-7-1 0,4 6 0 16,0 1 35-16,-1-7 6 0,1 4 2 0,3 2 0 15,-4-5-15-15,1 5-2 0,0 4-1 0,3-3 0 0,-7 6-11 0,3-4-2 16,1-2-1-16,0 9 0 0,-1-3-15 0,1 3-8 15,-4 0 10-15,3 3-10 0,-3-3 0 0,0 9 0 16,0-2 0-16,-3-4 0 0,3 6 0 0,4-3 0 16,-8 10 0-16,1-3 0 0,3-4 0 0,-4 0 0 15,4 7 0-15,-3 3 0 0,-1-3 0 0,1-4 0 16,-1 4 0-16,-3 3 0 0,4 6 0 0,-4-7 0 16,0 8-8-16,0-8 8 0,-4 1 0 0,4 6 0 15,-3-6 0-15,-1 6 0 0,-3-3 0 0,4 0 0 16,-4-3 0-16,0 0 0 0,0 0 0 0,0-1 8 15,3-2-8-15,-7-3 0 0,1 2 8 0,-1 1-8 0,1-4 0 0,-1 4 9 16,-3-6-9-16,3-1 10 0,-3 0-10 16,-3 1 10-16,-1-4-10 0,0-3 0 0,1 3 0 0,-1-6 8 15,4 4-8-15,-4-4-11 0,4-4 3 0,-3-2 0 16,-1-3-4-16,4 6-1 0,0-7 0 0,3 1 0 16,1-1 1-16,-1-2 1 0,4 9 0 0,3-7 0 15,1 1-9-15,3 3-3 0,0-4 0 0,0 10 0 16,0-9 23-16,7 3 0 0,0 2 0 0,0-2 0 15,0 3 10-15,4-3 10 0,-1 3 1 0,1-4 1 16,-11 7-10-16,14 0-1 0,0-3-1 0,4 3 0 16,-4-6 11-16,4 6 3 0,-1 0 0 0,-3 6 0 15,4-6 3-15,0 3 1 0,-4 4 0 0,3-4 0 16,-3 3 2-16,1-3 1 0,-1 3 0 0,0 4 0 0,3-1-9 16,-6-2-2-16,3-4 0 0,-3 6 0 0,-4 0-3 0,7 1-1 15,-4 2 0-15,-3 1 0 0,4-4-8 0,-4 1-8 16,4-1 9-16,-1-3-9 0,-3 4 0 0,0-1-10 15,4-2 0-15,-4-4 0 16,0 6-158-16,4-9-31 0</inkml:trace>
  <inkml:trace contextRef="#ctx0" brushRef="#br0" timeOffset="2">25725 8697 172 0,'0'0'16'0,"0"0"-16"16,0 0 0-16,0 0 0 0,0 0 175 0,0 0 32 15,0 0 6-15,0 0 2 0,3-10-108 0,-3 10-22 16,0 0-4-16,0 0-1 0,0 0 10 0,0 0 2 16,0 0 0-16,0 0 0 0,0 0-23 0,7 0-4 15,-7 0-1-15,7-3 0 0,-7 3 10 0,11-6 2 0,-8 0 0 0,4 2 0 16,4 4-21-16,-4-6-4 0,4 6-1 0,-4-3 0 16,3-3-26-16,1 6-4 0,6-3-2 0,-2-4 0 15,-1 7-8-15,0 0-2 0,0 0 0 0,0-3 0 16,-3 3-8-16,3 3 0 0,0-3 0 0,-4 7 0 15,1-4 0-15,-4 6 0 0,0-3 0 0,0-2 0 16,-7-4 0-16,0 12 0 0,0-2 0 0,0-1 0 16,-3 0 0-16,-4 1 0 0,0-1 0 0,-1 1 0 15,-2-1 0-15,-1 0 12 0,-3 1-4 0,0-1 0 16,0-3-8-16,0 4 0 0,0-1 0 0,0-2 8 16,0-4-8-16,-1 3 0 0,1-3 9 0,4 3-9 0,-4-3 0 15,-1-3 9-15,5 7-9 0,-1-4 0 0,1-3 8 16,-1 6-8-16,-3-6 0 0,3 0 0 0,1 6 0 0,3-2 0 15,0-4 0-15,-4 0 0 0,8 6 0 0,-4-3 0 16,3-3-8-16,4 0 8 0,0 0 0 0,0 0 0 16,0 0-10-16,0 0 10 0,0 0 0 0,0 0 0 15,0 0-9-15,7 6 9 0,-7-6 0 0,11 3 0 16,-1 4 0-16,1-4 0 0,-1-3 0 0,5 6 0 16,-5-6 0-16,1 3 0 0,-1-3 0 0,1 6 0 15,-1-6 0-15,-2 0 0 0,2 4 0 0,-3 2 0 16,4 0 0-16,-1-3 0 0,1 7 0 0,0-10 0 15,-1 9 0-15,1-3 0 0,-4-2 0 0,0 2 0 16,3 3 0-16,1-9 0 0,-4 10 0 0,4-10 0 0,-1 9 0 16,-3-9 0-16,4 9 0 0,-4-2 0 0,0-4 0 0,0 6 0 15,0-3 0-15,0-2 0 0,-3 8 0 16,3-9 0-16,0 7 0 0,0-1 0 0,-7 1 0 0,3-4 9 16,-3 3-9-16,4-3 0 0,-1 4 0 0,1-7 0 15,-4-3-8-15,0 9 8 0,3 1 0 0,1-1 0 16,-1-2 0-16,1-7 0 0,-4 0 0 0,0 9 0 15,0-9 0-15,0 9 0 0,0-9 0 0,0 10 0 16,-4-4 10-16,1-3 10 0,3-3 1 0,-7 10 1 16,3-4-14-16,-3 3-8 0,0 1 8 0,0-1-8 15,-3 0 0-15,-1-2 8 0,4 2-8 0,-4 1 0 16,1-1 0-16,-1 0 0 0,4-2 0 0,-3-4 8 16,-1 6 9-16,0-3 3 0,1-2 0 0,-1 2 0 15,1-6 23-15,-1 3 5 0,-3 3 0 0,3-6 1 0,-3 0-23 0,4 7-5 16,-4-7-1-16,-1 0 0 15,1 0-20-15,0-7 0 0,0 7 0 0,-3-6 0 0,-1 3 0 0,0 3 0 16,4-6 0-16,-4 6 0 16,1-4-90-16,-1 4-22 0,1 0-5 0,-1 0-1 15,4 4-74-15,0-4-14 0,-7 6-3 0</inkml:trace>
  <inkml:trace contextRef="#ctx0" brushRef="#br0" timeOffset="3">14743 11061 460 0,'0'-3'41'0,"0"-3"-33"16,0-1-8-16,3 4 0 0,-3-3 212 0,0 6 41 16,0-3 8-16,0-3 2 0,0 6-120 0,-3-4-24 0,3 8-5 15,0-4-1-15,0 0-62 0,0 0-13 16,-4 6-2-16,4 3-1 0,-3-6-6 0,3 10-1 0,0-4 0 16,0 1 0-16,-4-1-9 0,0 1-3 0,1 8 0 0,-1-2 0 15,1 3 0-15,-1 0-1 0,-3-1 0 0,4 1 0 16,-1-3 5-16,1 3 0 0,-4 0 1 0,0-1 0 15,0 4 0-15,3-3 0 0,-3-6 0 0,3 2 0 16,1 4-4-16,-1-9-1 0,1 5 0 0,3-5 0 16,3-1 13-16,1 1 3 0,-1-10 0 0,-3 0 0 15,-7 9-24-15,7-9-8 0,11 0 0 0,0 0 9 16,-1 0-9-16,1 0 0 0,-1-3 0 0,4-3 0 16,1 6 0-16,-1-10 12 0,0 7-2 0,3-3 0 15,1-1-10-15,0 4 0 0,-1-3 0 0,1 3-11 16,-4-3 11-16,4 2 0 0,-1-2 8 0,1 3-8 0,-4-3-12 15,0-4-6-15,0 10-2 0,-3-9 0 16,-1 3-44-16,-2 3-8 0,-1-4-3 16,0 4 0-16,0-3-162 0,0-4-33 0,-4 1-6 15,-3 9-2-15</inkml:trace>
  <inkml:trace contextRef="#ctx0" brushRef="#br0" timeOffset="4">15035 10954 345 0,'0'0'31'0,"0"0"-31"0,0 0 0 0,0 0 0 16,-3 16 269-16,3-6 48 0,-4-1 10 0,-3 10 1 15,4 0-225-15,-1 6-46 16,1 3-9-16,-1-3-1 0,-3 3 17 0,4 7 4 16,-1-7 1-16,1 6 0 0,-5 1-11 0,5-1-2 0,-4-2-1 0,3 2 0 15,-6-6-8-15,3 7-2 0,0-4 0 0,0 1 0 16,3 2-21-16,-3-6-5 0,0-3-1 0,0 1 0 16,-4-8-18-16,4 11 0 0,0-11 0 0,-3 7 0 15,-1-6-98-15,4 0-17 16</inkml:trace>
  <inkml:trace contextRef="#ctx0" brushRef="#br0" timeOffset="5">19689 11481 1440 0,'0'0'32'0,"0"0"6"0,0 0 2 0,0 0 0 0,0 0-32 0,0 0-8 16,0 0 0-16,0 0 0 0,0 0 52 0,0 0 8 0,0 0 3 16,0 7 0-16,0 2 3 0,-4 0 1 15,0-6 0-15,1 4 0 0,3 2-4 0,-4 1-1 0,1-4 0 0,-4 3 0 16,0 1-16-16,0-1-3 0,0 0-1 16,0 1 0-16,-7-1-24 0,3 1-5 0,4-1-1 0,-4-3 0 15,-3 13-12-15,4-9 0 0,6 5 8 0,1-5-8 16,-1-1 0-16,0 0 0 0,1 1 0 0,3-10 0 15,7 9 0-15,-7-9 0 0,0 0 0 0,0 10 0 16,0-10 0-16,11 0 0 0,-4 0 0 0,0 6 0 16,3-6 0-16,1-6 0 0,3 6 0 0,-3 0 0 15,-1 0 0-15,1-3 0 0,3 3 0 0,-4-7 0 16,5 7 0-16,-5 0 0 0,4 0 0 0,0 0 0 16,-3 0-8-16,3 0 8 0,-3 7 0 0,3-4 0 15,-4-3-10-15,4 9 10 0,-3-3-8 0,0-2 8 16,-1 8 0-16,1-9 0 0,-4 7 0 0,0-1 0 15,-4 0 0-15,4-2 0 0,1 2 0 0,-5 0 0 16,4 7 0-16,-3-6 0 0,-1-1 0 0,1 0 0 0,-1 1 0 16,1 5 0-16,-4-5 0 0,0 2 0 0,3-5 0 0,-6 2 0 15,-1 7 10-15,1-7-10 0,-1 4 11 0,-3-7-11 16,4 3 12-16,-8 1-12 0,0-1 12 0,1 7-12 16,-4-7 12-16,0 1-12 15,-8-1-28-15,5 7-12 0,-1-13-2 0,-3 6-1 16,-4-2-144-16,1-4-29 0,-1-3-5 0,0 0-2 0</inkml:trace>
  <inkml:trace contextRef="#ctx0" brushRef="#br0" timeOffset="6">19562 11506 864 0,'0'0'76'0,"0"0"-60"0,-4-6-16 0,0 6 0 0,4 0 209 0,0 0 39 15,-3 0 8-15,3 0 2 16,0 0-152-16,0 0-30 0,0 0-7 0,0 0-1 0,0 0 1 0,0 0 0 16,11 0 0-16,-1-3 0 0,1-3-36 0,3 6-7 15,0 0-2-15,4-3 0 0,-1-4 21 0,1 7 4 16,-1-3 1-16,-2 3 0 0,2-6-3 0,1 6-1 16,-4-3 0-16,0-4 0 0,0 7-22 0,0-3-5 15,0-3-1-15,1 6 0 0,-1-9-6 0,0 2-2 16,-4 7 0-16,4-9 0 0,-3 6-10 0,3-3 0 15,-3-4 0-15,3 7 0 16,0-3-88-16,0-4-19 0,0 4-4 0,4-3-657 16,-4-1-131-16</inkml:trace>
  <inkml:trace contextRef="#ctx0" brushRef="#br0" timeOffset="7">23999 11070 900 0,'-7'-3'40'0,"7"3"8"0,-3-6-39 0,-1 3-9 0,1-3 0 0,3 6 0 16,0-7 22-16,-4 4 2 0,4-3 1 0,0 6 0 15,-3-3 20-15,3 3 4 0,0 0 1 0,0 0 0 16,0 0 8-16,0 0 2 0,-4-6 0 0,4 6 0 16,0 0 20-16,0 0 5 0,-3-4 1 0,3 4 0 15,0 0 10-15,-4 0 1 0,-3 0 1 0,0 4 0 16,-3 5-50-16,-5-3-9 0,-2 4-3 0,6-1 0 16,1 10-11-16,-5-3-2 0,-2 2-1 0,-4 1 0 15,3 6-22-15,-3-6-20 0,3 9 4 0,1-6 1 16,2 0 23-16,-2-3 4 0,3 6 0 0,0 0 1 15,3-6-3-15,4 6-1 0,0-3 0 0,0-6 0 16,0 9-9-16,3-6 0 0,1 6 9 0,3-6-9 16,0-1 8-16,0 11-8 0,3-11 10 0,1 4-10 0,3 0 12 15,0-3-4-15,0-3-8 0,0 3 12 0,4-1-12 0,-4-2 11 16,3 3-11-16,4-3 10 0,4-4-10 16,-4-6 8-16,0 4-8 0,0-1 8 0,4 1-8 0,-4-10 0 15,0 6 0-15,4-6 0 0,-1 3 29 0,-2-6 1 16,2-3 0-16,1 2 0 0,3-5-16 0,0 3-3 15,-3-4-1-15,-1 1 0 0,1-7-10 0,0 7 0 16,-1-4 0-16,-2-2 0 0,-5 5 0 0,1-5 0 16,-4 5 14-16,0-9-4 0,0 4 10 0,0 2 1 15,-4-3 1-15,1 1 0 0,-4 2 1 0,0-2 0 16,0-4 0-16,0 3 0 0,-4 7-10 0,4-4-1 16,0 4-1-16,-3-7 0 0,-1 10-11 0,1-4 8 15,-1 1-8-15,-3 6 8 0,4-3-8 0,-4 6 0 16,-4 0 9-16,1 0-9 0,-1 6 0 0,-3-3 8 15,-4 3-8-15,1 4 0 0,-1-7 8 0,-7 9-8 0,1-2 10 16,2-1-10-16,1 4 0 0,-4-4 0 0,4 7 0 0,-3-7 0 16,-1 7 0-16,0-7-8 0,8 1 8 0,-5 5 0 15,5-12 0-15,3 7 0 0,0-1 0 0,-1 1 0 16,5-1-20-16,-1-9 0 0,1 6 0 0,6 4 0 31,1-10-168-31,3 0-33 0</inkml:trace>
  <inkml:trace contextRef="#ctx0" brushRef="#br0" timeOffset="8">27908 11227 576 0,'0'0'25'0,"0"0"6"0,0 0-31 0,0 0 0 0,0 0 0 0,0 0 0 15,0 0 243-15,0 0 42 0,0 0 9 0,0 0 2 16,0 0-200-16,0 0-39 0,0 0-8 0,0 0-1 16,0 0-16-16,0 0-2 0,0 0-1 0,0 0 0 15,0 0-11-15,0 0-2 0,0 0-1 0,4 3 0 16,-1 7 12-16,4-10 2 0,0 6 1 0,0-3 0 16,4-3-1-16,0 0 0 0,-1-3 0 0,4 3 0 15,4-6-12-15,-4 6-2 0,0 0-1 0,7 0 0 16,-3 0-6-16,0 0-8 0,-4 0 11 0,7 0-11 15,-7 6 8-15,4-3-8 0,-8-3 0 0,1 6 0 16,-4-2 0-16,3 2 0 0,1-3 0 0,-4-3 0 16,0 6 10-16,-3-6-10 0,3 10 8 0,0-10-8 15,3 0 16-15,-6 0-3 0,3 0 0 0,4 0 0 16,-1 0-3-16,-6-7-1 0,10 4 0 0,-4 3 0 0,1-6-9 16,0 6 12-16,-1-3-12 0,1-3 12 0,-1 6-12 0,-3-4 0 15,0-2 9-15,-7 6-9 0,0 0 0 16,0 0 0-16,7 0 0 0,-7 0 8 0,0 0-8 0,0 0 11 15,0 0-11-15,0 0 12 0,0 0 6 0,0 0 2 16,0 0 0-16,-3 6 0 0,-4-2 8 0,3 2 3 16,1-3 0-16,-4 3 0 0,3-6-10 0,-6 10-1 15,10-4-1-15,-7-3 0 0,3 6-3 0,-3-2-1 16,0 2 0-16,0-6 0 0,0 7-2 0,-4 5 0 16,1-5 0-16,-1 5 0 0,-3-2 2 0,0 3 0 15,0 3 0-15,0-1 0 0,0-2-3 0,3 9 0 16,-7-6 0-16,4 0 0 0,-3 0-12 0,-1-1 11 15,0 4-11-15,1-3 10 0,3 0-10 0,-1 0 0 0,1 0 9 16,0-1-9-16,4-2 0 0,-1 3 8 0,0-3-8 16,1-4 0-16,3-2-8 0,-4 5-7 0,4 1-1 15,4-7 0 1,-4 1-142-16,3-1-29 0,1 7-5 0</inkml:trace>
  <inkml:trace contextRef="#ctx0" brushRef="#br0" timeOffset="9">13914 13996 403 0,'0'0'36'0,"0"0"-36"0,0 0 0 0,0 0 0 16,0-6 110-16,0 3 15 0,0-4 3 0,-4 4 1 15,1-6-103-15,3 3-26 0,-4 3 0 0,4-4 0 16,-4 4 29-16,1-3 1 0,-1-4 0 0,1 4 0 15,-4-3 69-15,3 6 13 0,4-4 4 0,-7 4 0 16,4-3-9-16,-1 3-2 0,-3-3 0 0,4-4 0 16,-4 10-54-16,3 0-11 0,-3-6-3 0,0 6 0 15,0 0-26-15,-4 0-11 0,1 0 8 0,-4 6-8 16,-1-3 0-16,1 4 0 0,-3 2 0 0,-4 0 0 16,-1-2 0-16,1 2 0 0,7 0 0 0,-7 1 0 15,-4 6 0-15,1-4 8 0,2-3-8 0,-2 7 12 0,3-6 4 0,-1 5 0 16,5-2 1-16,3-4 0 0,-1 1-7 0,-2 5-2 15,3-5 0-15,3-1 0 0,-3 0-8 0,7 7 0 16,0-6 0-16,-4 5 0 0,4-2 0 0,0 2 0 16,0 1 0-16,4-3 0 0,-4 6 0 0,3-4 0 15,1-5 0-15,3 5 0 0,-4-2-10 0,4-4 10 16,0 7 0-16,0-7-9 0,4 1-3 0,3-1 0 16,0-3 0-16,0-2 0 0,7 2 12 0,-4-6-13 15,5 3 5-15,-1-3 8 0,3 0 0 0,1 0 0 16,3 0 0-16,-3 0 0 0,3 0-10 0,0 0 10 15,4 0 0-15,-8 0-9 0,1 6 9 0,0-6 0 16,-1 3 0-16,-3 4-8 0,4-1 8 0,0-3-10 16,-4 6 10-16,0-2-10 0,0 2 10 0,0-6 0 0,0 7 0 15,0-4-8-15,0 3 8 0,1 1 0 0,-5-1-9 16,1 1 9-16,3-4 0 0,-4 3 0 0,1 1 0 0,-4-1 0 16,0 0 0-16,-3 1 0 0,-1-1 0 0,1-2 0 15,-4 2 0-15,0 0 0 0,-4 1 0 0,1-1 0 16,-1 1 0-16,1 5 0 0,-8-5 8 0,4-1-8 15,0 7 0-15,-4-4 8 0,1-2-8 0,-1 5 0 16,-3-5 0-16,3 5 0 0,-3-5 8 0,0-1-8 16,0 1 0-16,-4-1 0 0,4 1 0 0,0-1 0 15,0-3 0-15,4-3 0 0,-1 4 12 0,-3-4-4 16,0 3-8-16,0-6 8 0,0 0-8 0,6-6 8 16,-2 3-8-16,-1-4 10 0,4 4-10 0,-3-3 10 15,3-3 2-15,0-1 1 0,3 1 0 0,-3-1 0 0,3 1 12 16,1-7 3-16,3 7 0 0,0-1 0 0,0-5-14 15,3 2-2-15,1-3-1 0,3 4 0 0,-3-4 10 0,-1-3 3 16,4 4 0-16,4-4 0 0,-8 3 12 0,8-3 4 16,-4-9 0-16,0 13 0 0,4-14-1 0,-1 11 0 15,-3-8 0-15,0-2 0 0,0 3-2 0,-3 3 0 16,3-3 0-16,0 0 0 0,0-3-5 0,-3 3 0 16,-1 0-1-16,1 3 0 0,-1-3-9 0,1-1-2 15,-1 8 0-15,1-1 0 0,-1 0-12 0,1 3-8 16,-1-2 8-16,1 2-8 0,-1 6-16 0,1-2-7 15,3 6-1-15,0-4-1 16,0 1-98-16,0-1-19 0,0 4-4 0,4 3-1 16,-1-3-45-16,4 3-10 0</inkml:trace>
  <inkml:trace contextRef="#ctx0" brushRef="#br0" timeOffset="10">16542 14156 403 0,'0'0'36'0,"0"0"-36"0,0 0 0 0,0 0 0 0,0 0 182 0,0 0 30 0,0 0 5 0,0 0 2 15,0 0-127-15,3-9-26 0,1 2-5 0,3-2-1 16,-7 0-25-16,3 2-6 0,1-2-1 0,-1 6 0 16,1-4-3-16,-4-2-1 0,0 6 0 0,0 3 0 15,0-6 26-15,0-4 5 0,0 7 1 0,0 3 0 16,0-6-20-16,0-4-4 0,-4 4-1 0,1 3 0 15,-1-3-8-15,4 6-2 0,-3-3 0 0,-4-4 0 0,0-2-12 16,3 6-9-16,1-3 12 0,3 6-12 0,-11 0 10 0,8-10-10 16,-8 10 8-16,4-6-8 0,0 6 13 0,0 0-2 15,0 0-1-15,0-3 0 0,-4 3-10 0,4 3-9 16,0-3 9-16,0 0-13 0,0 6 13 0,-4-3 0 16,1 4 0-16,-1 2 0 0,1 7 0 0,3-7 0 15,-4 4 0-15,0 2-9 0,1 10 9 0,-4-6 0 16,0 0 0-16,-1 0-8 0,1-4-3 0,4 4 0 15,-1 0 0-15,4-3 0 0,-3 3 11 0,2-1 0 16,5-2 0-16,-1-6 0 0,4 5 9 0,-3-2 4 16,3-4 1-16,3 1 0 0,1-4-14 0,3 3-15 15,0-9 3-15,4 10 1 0,-1-10 22 0,1 6 4 16,3-3 1-16,-3-6 0 0,-1-3-16 0,1 6 0 16,6-10 0-16,1 10 0 0,-4-9 0 0,4 3 0 0,-1 2 0 15,1-5 0-15,-4 3 0 0,0-4 0 0,0 1 9 0,-3 0-9 16,-1 2 0-16,-2-2 0 0,-1 6 0 0,0-7 0 15,0 1 8-15,-4-4-8 0,1 4 0 0,-1 0 8 16,-3-1-8-16,4 1 12 0,-4-1-12 0,0 1 12 16,0-1 3-16,0 1 1 0,0 0 0 0,-4 2 0 15,4-2 11-15,0 0 2 0,0 9 1 0,-3 0 0 16,3 0 6-16,0 0 2 0,0 0 0 0,0 0 0 16,-7-10-20-16,7 10-4 0,0 0-1 0,0 0 0 15,-4 10-13-15,-3-1 0 0,4 0 0 0,3 1 0 16,0 5-11-16,0-5 2 0,-4 6 0 0,1 2 0 15,3 1 9-15,0 0-10 0,0 6 10 0,0 3-10 16,-4-3 10-16,0 4 0 0,4-1 0 0,-7 6 0 0,0-5 0 16,0 5 0-16,4-6 0 0,-4 7 0 0,3-7 0 15,-3 3 0-15,4-2 0 0,3-1 0 16,-4 0 0-16,4-3 0 0,-3 3 0 0,6-6 8 0,1 0-8 0,-1-6 0 16,-3 3 8-16,4 0-8 15,3-4-72-15,0-2-20 0,-4 2-3 16,4 1-876-16</inkml:trace>
  <inkml:trace contextRef="#ctx0" brushRef="#br0" timeOffset="11">19114 14021 172 0,'0'0'16'0,"0"0"-16"16,0 0 0-16,0 0 0 0,0 0 367 0,0 0 70 0,0 0 15 0,0 0 2 16,0 0-344-16,0 0-69 0,0 0-13 0,3 10-4 15,4 2-24-15,-3 4 8 0,-1-7-8 0,1 7 0 16,-1-4 0-16,-3 7 0 0,-3 6 0 0,-1-6 0 15,-3 6 0-15,4-6 0 0,-8 6 0 0,0 3 0 16,4 1 20-16,-7 5 6 0,0 1 1 0,-4-7 0 16,4 13 6-16,-3-10 2 0,-1 3 0 0,4 1 0 15,-4-1-16-15,4-5-3 0,4-1-1 0,-1 3 0 16,4-3-6-16,0-9-1 0,0 6 0 0,3-3 0 16,1-6-8-16,3 0 0 0,0-4-12 0,0-2 12 15,0-10-188 1,0 0-29-16</inkml:trace>
  <inkml:trace contextRef="#ctx0" brushRef="#br0" timeOffset="12">19399 14175 1602 0,'0'0'71'0,"0"0"14"0,0 0-68 0,0 0-17 16,0 0 0-16,0 0 0 0,0 0 20 0,0 0 1 0,-7-10 0 16,7 10 0-16,0 0-12 0,0 0-9 0,-7 0 12 15,0 4-12-15,0 2 0 0,-4 3 0 0,1 1 0 16,-1-1-9-16,1 7 9 0,-1-4 0 0,-3 4 0 0,3 3 0 15,-3 6 0-15,0-6 0 0,4 6 0 0,-1 0 0 16,0-3 14-16,1 3 8 0,6 0 2 0,1-6 0 16,-1 6-13-16,4-3-3 0,0-6 0 0,4 9 0 15,-1-7 0-15,4-5 0 0,4 3 0 0,0 2 0 16,-1-8-8-16,1-1 10 0,3 1-10 0,0-4 10 16,-3 3-10-16,3-9 10 0,0 7-10 0,3-4 10 15,-2-3-10-15,-1-3 8 0,3-4-8 0,1-2 8 16,0 0 4-16,-1 2 0 0,-3-2 0 0,4-4 0 15,0-2 18-15,-1-4 4 0,1 0 1 0,-4 0 0 16,-3-3 1-16,-4 3 0 0,-4-6 0 0,1 3 0 16,-4-3-8-16,3 0-2 0,1-3 0 0,-8 3 0 15,-3 6 6-15,0-3 2 0,0 0 0 0,-4 0 0 0,-3-3-9 16,-3 6-1-16,3 1-1 0,-4 2 0 16,0 0-6-16,1 4-1 0,-1-4 0 0,0 7 0 0,1-1-16 0,3-6 0 15,-4 7 0-15,4 0 0 0,0 6 0 0,0-4 0 16,3-2 0-16,0 3 0 15,4 2-176-15,-3 4-28 0</inkml:trace>
  <inkml:trace contextRef="#ctx0" brushRef="#br0" timeOffset="13">21251 14165 115 0,'0'0'0'0,"0"0"10"0,0 0-10 0,0 0 0 0,0 0 0 0,0 0 0 16,0 0 212-16,0 0 41 0,0 0 8 0,11 0 2 15,-11 0-175-15,0 0-36 0,0 0-6 0,0 0-2 0,7 0 20 16,-7 0 3-16,0 0 1 0,7 10 0 0,-3-1-14 0,3 1-2 15,-7-1-1-15,0 1 0 0,0-1-8 0,-7 7-2 16,3-1 0-16,-3-2 0 0,3 6-41 0,-3 6-11 16,0-6-1-16,0 6 0 0,0 0 20 0,0 3 3 15,0 0 1-15,0-3 0 0,0 10-12 0,0-7 0 16,0 0 0-16,0 7 0 0,0-7 0 0,0-3 0 16,0 3 0-16,3-3 0 0,1 0-10 0,-1-6 10 15,4-6-13-15,-3 2 5 16,-1-5-135-16,4-1-26 0,0-9-6 0,0 0-1 15</inkml:trace>
  <inkml:trace contextRef="#ctx0" brushRef="#br0" timeOffset="14">21558 14244 864 0,'0'0'76'0,"0"0"-60"16,0 0-16-16,0 0 0 0,0 0 164 0,0 0 29 16,0 0 7-16,0 0 0 0,0 0-164 0,0 0-36 15,0 0 0-15,0 0 0 0,-3-6 0 0,3 6 0 16,0 0-9-16,0 0 9 0,0 0 0 0,0 0 0 16,0 0 11-16,0 0-11 0,0 0 25 0,0 0-1 15,0 0-1-15,0 0 0 0,0 0 37 0,-4 9 7 16,-3 0 1-16,4-2 1 0,3 5-24 0,-4-2-5 15,1 5 0-15,3 4-1 0,-7-3-31 0,3 3-8 16,0 6 0-16,4-6 0 0,-3-1 0 0,-1 1-8 16,1 6 8-16,3-6-12 0,-4 6 12 0,-3-6 0 0,4 6 0 15,-4-3 0-15,3 3 8 0,-3-6-8 0,0 0 10 16,-4 3-10 0,8 0-16-16,-4-7-8 0,0 4-3 0,0-3-861 0</inkml:trace>
  <inkml:trace contextRef="#ctx0" brushRef="#br0" timeOffset="15">23477 14034 1364 0,'0'0'60'0,"-7"0"13"0,0 0-58 0,7 0-15 0,-3-3 0 0,3 3 0 16,-7-7 22-16,3 7 2 0,4 0 0 0,0 0 0 15,0-9 20-15,-3 6 5 0,-1-3 1 0,4 6 0 16,0 0-20-16,0 0-4 0,0 0-1 0,0 0 0 0,0 0 19 0,0 0 4 16,0 0 1-16,0 0 0 0,0 0 17 0,0 0 3 15,0 0 1-15,0 9 0 0,0 7-10 0,0-4-1 16,-3 4-1-16,-1 3 0 0,-3-1-34 0,3-2-6 16,-3 9-2-16,4-3 0 0,-1-6-16 0,-3 9 0 15,4-3-13-15,-4 3 5 0,-4 3 8 0,8-3-10 16,-4-6 10-16,-1 6-10 0,-2-6 22 0,3 0 4 15,0-3 0-15,0 2 1 0,0-2-17 0,0-3 0 16,0-4-13-16,0 0 5 16,3 4-33-16,0-4-7 0,1-6 0 0,3-3-1 15,0 0-112-15,0 0-23 0,3 10-4 0,-3-10-615 0</inkml:trace>
  <inkml:trace contextRef="#ctx0" brushRef="#br0" timeOffset="16">23580 14191 1836 0,'0'0'81'0,"0"0"17"0,-4-7-78 0,1-2-20 16,3 9 0-16,0-10 0 0,0 4 27 0,0 3 1 15,0-6 1-15,3 2 0 0,1-2-21 0,-4 9-8 16,0-3 0-16,3-3 9 0,4-4-9 0,0 4 0 16,-3-4 0-16,-1 7 0 0,1-3 0 0,3 3 0 15,-4-3 0-15,-3 6 0 0,4-10 20 0,0 10 3 16,-1-9 0-16,-3 9 0 0,0 0 21 0,7 0 5 15,0-10 1-15,-7 10 0 0,4 0-20 0,-4 0-4 16,7-6-1-16,-7 6 0 0,0 0-25 0,7 6 0 16,-7-6 0-16,7 0 0 0,3 10 0 0,-6-10 0 15,-4 0 0-15,11 9 0 0,-4-2 0 0,0-4 0 16,0 3 0-16,0-3 0 0,0 3 0 0,-4-3 0 16,4 4 0-16,-3-4 0 0,3 3 0 0,-3 4 0 0,3-10 0 15,-4 9 0-15,-3 0-11 0,4 1 11 0,-4-1-8 0,0 7 8 16,0-7 0-16,-4 7 0 0,1-3 0 15,-1-4-8-15,1 13 8 0,-5-10 0 0,5 7 0 16,-4-9 0-16,3 5 0 0,1 4 0 0,-4-3 0 0,0-4 0 16,0 10 0-16,0-9 0 0,0 3 0 0,3-7 0 15,-3 7 0-15,0-7 0 0,-4 4 0 0,4-7 0 16,0 3 0-16,0 1 8 0,4-1-8 0,-4-3 8 16,0-3-8-16,-1 4 0 0,-2-4 8 0,3 3-8 15,-4-3 0-15,4-3 0 0,0 0 0 0,0 0 0 16,0 0 0-16,0 0-8 0,0 0 8 0,-4-3 0 15,4-3 0-15,0 6 0 0,4-10 0 0,-4 10 0 16,3-9 0-16,-3 9 0 0,4-9 0 0,-1 2 0 16,0 4 0-16,4-3 0 0,-3 3 0 0,-1-3 0 0,4 6 0 15,0 0 0-15,0-10 0 0,0 10 0 0,0 0 0 16,0 0 0-16,4-3 0 0,-4 3 0 0,0 0 0 0,7-6 0 16,-7 6 0-16,7 0 11 0,-7 0-11 0,11 0 0 15,-4-3 0-15,3 3 0 0,-3 3 0 0,0-3 12 16,4 6 0-16,-4-3 0 0,4-3-2 0,-4 10 0 15,0-4 0-15,3-3 0 0,1 6 4 0,-4-2 1 16,4 2 0-16,-4 0 0 0,3 1 4 0,-3-4 1 16,4-3 0-16,-4 4 0 0,0 2-11 0,0 0-1 15,4-2-8-15,-4 2 12 0,0-6-12 0,3 7 8 16,-3-4-8-16,0-3 0 0,4 3 0 0,0 4 0 0,-1-4 0 16,4-3-10-1,0 3-127-15,4-3-26 0,-4-3-5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10:55.72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27630 14855 115 0,'0'0'0'0,"0"0"10"0,0 0-10 0,0 0 0 0,0 0 0 0,-4 0 0 16,-3-9 196-16,3 9 38 0,4 0 7 0,0 0 2 16,0 0-142-16,0 0-28 0,0 0-5 0,0 0-2 15,0 0-22-15,0 0-5 0,0-9-1 0,0 9 0 16,0 0-14-16,0 0-2 0,0 0-1 0,0 0 0 16,0 0 10-16,0 0 1 0,0 0 1 0,0 0 0 15,0 0 27-15,0 0 4 0,0 0 2 0,0 0 0 16,0 0-30-16,0 9-7 0,4 0-1 0,-4-9 0 15,4 10-3-15,-1 2-1 0,-3 1 0 0,0-4 0 16,4 1-5-16,-1-1-2 0,-3 4 0 0,-3-1 0 16,-1-2-8-16,4-1-1 0,0 7-8 0,0-7 12 15,0 7 0-15,-3-4 0 0,6-2 0 0,-6 5 0 16,-1 1 0-16,0-3-1 0,4 2 0 0,0-5 0 16,-3 8-11-16,-1 1 10 0,4-3-10 0,0 3 10 0,0-4-10 15,0 4 12-15,0 0-12 0,-3 0 12 0,3 0-12 16,0 3 10-16,-4-3-10 0,4-7 10 0,-3 7-10 15,3-3 0-15,0 2 9 0,-4 1-9 0,1-3 9 16,-1 3-9-16,4-1 12 0,-3-2-12 0,3 0 11 16,-4-4-11-16,4 4 10 0,0 0-10 0,0-4 0 0,0 4 8 15,4-3-8-15,-4 2 0 0,0-5 0 0,-4 5 0 16,4-5 8-16,-3 2-8 0,6 1 0 0,-3-4 11 16,0 1-11-16,0 2 10 0,-3-2-1 0,3-4 0 15,-4 9 0-15,1-5 0 0,-1-1-9 0,4 4 0 16,-3-4 9-16,-1 4-9 0,0-1 0 0,4-2 0 15,-3 5 0-15,3-5 8 0,-4 6 0 0,4-4 1 16,-3-3 0-16,3 1 0 0,0 6-9 0,0-7 10 0,-4 7-10 16,4-7 10-16,0 4-10 0,-3-4 12 0,3 7-12 0,0-7 12 15,-4 0-12-15,4 1 8 0,0-1-8 0,0 4 8 16,0-4-8-16,-3 1 0 0,3-1 0 16,0-6 0-16,0 7 8 0,0-4-8 0,0 3 0 0,0 1 8 15,0-4-8-15,-4-3 10 0,4 7-10 0,0-4 10 16,-3 3-10-16,3-6 12 0,0 4-12 0,-4 2 12 15,4 0-12-15,0-2 0 0,0-7 0 0,-3 3 8 16,-1 6-8-16,4-9 10 0,0 0-10 0,0 6 10 16,0-2-10-16,0-4 10 0,0 0-10 0,0 0 10 15,0 0-2-15,0 0-8 0,0 0 12 0,0 0-4 16,0 0 2-16,0 0 0 0,0 0 0 0,0 0 0 16,0 0 3-16,0 0 1 0,0 0 0 0,0 0 0 15,0 0-2-15,-7 0-1 0,7 0 0 0,-3 0 0 16,-4-4-3-16,3-2 0 0,-3 6 0 0,7 0 0 0,-4-3-8 15,1-3 10-15,-4-4-10 0,7 10 10 0,-4-9-10 0,1 0 0 16,-1 2 0-16,1 4 8 0,-1-3-8 16,4-3 0-16,-3 5 0 0,-1-5 8 0,1 3-8 0,-1-4 0 15,1 1 0-15,-1 3 0 0,0-4 0 0,1 1 0 16,-1-1 0-16,1 1 0 0,-1 0 0 0,1-7 0 16,-1 6 0-16,1 1 0 0,3 0 0 0,-4-1 0 15,1 1 8-15,-1 3-8 0,4-4 0 0,-3 1 0 16,3-1 0-16,-4 7 0 0,4 3 0 0,0 0 0 15,0 0 0-15,0-6 0 0,0 6 0 0,0 0 0 0,0 0 0 16,0 0 0-16,0 0 0 0,0 0-11 16,0 0 11-16,0 0-8 0,0 0 8 0,0 0 0 15,0 0 0-15,0 0 0 0,0 0 0 0,4 9 0 0,-1 1 0 16,1-1 0-16,-1 1 0 0,1-4 0 0,-1 3 0 16,1 7 0-16,-4-7 0 0,3 1 0 0,1-1 0 0,-1 1 0 15,1-1 0-15,-1 7 0 0,1-7 0 0,0 0 0 16,-4 1 0-16,3-1 0 0,1-2 0 0,-4-7 0 15,3 9-12-15,-3-6-1 0,0-3 0 0,4 10 0 16,-4-10 13-16,7 9 0 0,-7-9 0 0,3 6 0 16,-3-6 0-16,0 0 0 0,0 0 0 0,0 0 0 15,7 0 0-15,-7 0 0 0,0 0 10 0,0 0-10 16,0 0 16-16,7 0-3 0,0 0 0 0,0 0 0 16,-7 0 1-16,11-6 0 0,-4 6 0 0,4-3 0 15,-4-3-6-15,0 2-8 0,0-2 11 0,3 3-11 16,-3-3 13-16,4-4-4 0,-4 4-1 0,7 3 0 0,-3-3 5 15,-1 2 1-15,5-5 0 0,-8 0 0 0,0 2-3 0,3-2-1 16,1 0 0-16,3 2 0 0,-7-2 1 16,-4 6 0-16,8-4 0 0,-4-2 0 0,0 6-3 0,0-3-8 15,-7-4 12-15,11 10-4 0,-4-9-8 0,0 3 0 16,-4 2 0-16,5-2 0 0,-5 3 0 0,4-3 0 16,-7 6 0-16,4-10 0 0,-1 7 0 0,1-3 0 15,-4-3 0-15,3 2 0 0,-3 4-14 0,0-3 5 16,0-4 1-16,7 7 0 15,-14-3-43-15,7-3-8 0,0-1-1 0,0 1-1 16,-3 3-159-16,-1-4-32 0</inkml:trace>
  <inkml:trace contextRef="#ctx0" brushRef="#br0" timeOffset="1455.562">26783 13896 403 0,'0'0'36'0,"0"0"-36"0,0 0 0 0,0 0 0 16,0 0 182-16,0 0 30 0,0 0 5 0,0 0 2 15,0 0-124-15,0 0-25 0,0 0-5 0,0 0-1 16,0 0-9-16,0 0-3 0,0 0 0 0,0 0 0 15,0 0 0-15,0 0 0 0,0 0 0 0,0 0 0 16,0 0-16-16,7 3-4 0,-7-3-1 0,0 9 0 16,3 1-6-16,-3-1-1 0,0-3 0 0,0 4 0 15,0-1-3-15,0 1-1 0,0 5 0 0,0-2 0 16,0 3 4-16,0 2 0 0,0-2 0 0,0-3 0 16,-3 9-7-16,3-4-1 0,0 1 0 0,-4 0 0 15,4-3-1-15,-3 2-1 0,-1 1 0 0,4 0 0 16,-3 0 4-16,3-3 1 0,0-1 0 0,-4-2 0 15,1 3 1-15,3-7 0 0,0 0 0 0,-4 1 0 0,4-1 9 16,0-9 3-16,0 0 0 0,0 0 0 0,0 0-21 16,0 0-11-16,0 0 12 0,0 0-12 0,0 0 16 15,0 0-3-15,0 0-1 0,0 0 0 0,0 0 2 0,0 0 0 16,0 0 0-16,-3-9 0 0,-1-1 8 0,1 1 2 16,3 0 0-16,0 2 0 0,0-5-24 0,-4-4 0 15,4 0 0-15,0 4 0 0,0-4 0 0,4 7 0 16,-4-10 0-16,0 3 8 0,3-3-8 0,1 7 0 15,-4-10 0-15,3 9 0 0,-3-2 0 0,4-4 0 16,3 3 0-16,-4 4 0 0,1-4 0 0,3-3 12 16,-4 3-4-16,5 7 0 0,-5-3-8 0,4-4 0 15,-3 6 0-15,3 1 0 0,-4 0 0 0,4-1 0 0,-3 4 0 16,3-3 0-16,-4 2 0 0,4 4-12 0,-3-3 4 16,3 3 0-16,-3-4 8 0,3 4 0 0,0-3 0 0,-4 3 0 15,4-3 0-15,0 6 0 0,0-4 0 0,0 4 0 16,-7 0 0-16,7 4-8 0,4-4 8 0,-4 0-8 15,0 6 8-15,0-3 0 0,0 6 8 0,0 1-8 16,0-4 0-16,0 4 0 0,-3 5 0 0,3-5 0 16,0 2 8-16,0 4-8 0,-3-7 8 0,-1 7-8 15,1-4 8-15,-1 4-8 0,4-6 10 0,-3 8-10 16,-1-8 14-16,1 5-3 0,-1 1-1 0,4-3 0 16,-7 2-2-16,4-2-8 0,0 3 12 0,3-1-4 15,-7-2-8-15,3 2 0 0,-6 4 0 0,3 0 8 16,3-3-8-16,-3-7 12 0,0 10-12 0,-3-3 12 0,3-4-12 15,3 4 0-15,-6-7 0 0,3 7 0 0,-7-7 0 16,7 1 13-16,0-1-1 0,0 1-1 0,-4-4 8 16,4-6 1-16,0 0 1 0,0 0 0 0,-4 9-34 0,4-9-7 15,-3 3-2-15,3-3 0 16,0 0-6-16,0 0-2 0,-4 10 0 16,4-10 0-16,0 0-30 0,0 0-7 0,0 0-1 0,0 0 0 15,0 0-120-15,0 0-24 0,0 0-4 0</inkml:trace>
  <inkml:trace contextRef="#ctx0" brushRef="#br0" timeOffset="2194.505">27206 14049 691 0,'-7'4'30'0,"4"2"7"0,-4-6-29 0,0 6-8 0,3-3 0 0,0-3 0 16,4 0 224-16,0 0 44 0,0 0 9 0,0 0 2 15,0 0-201-15,0 0-40 0,0 0-8 0,0 0-2 16,0 0 4-16,0 0 1 0,0 0 0 0,0 0 0 16,0 0 35-16,8 10 8 0,-8-10 0 0,7 0 1 15,3 6-20-15,-3-3-4 0,4-3-1 0,-4 0 0 16,3 6-21-16,1-6-5 0,0-6-1 0,-1 6 0 15,1 0-5-15,-1-3 0 0,1-3-1 0,0 6 0 16,-1-3-4-16,1-4-1 0,-1 7 0 0,1-3 0 16,-1-3-2-16,1 0-1 0,0 2 0 0,-1-2 0 0,-3 3-3 15,4-3 0-15,-4 3 0 0,3-4 0 0,-2 4-8 16,2-3 8-16,-3 3-8 0,0-3 8 0,-7 6-8 0,4-7 12 16,3 4-12-16,0-3 12 0,-4 3 0 0,1-4 1 15,-1 4 0-15,1-6 0 0,0 3-3 0,-1-4-1 16,-3 7 0-16,4-9 0 0,-1 8-9 0,-3-5 8 15,4 3-8-15,-4-4 8 0,-4 7-8 0,4-6 10 16,-3 3-10-16,-1-4 10 0,1 4-10 0,3 3 0 16,-4-4 9-16,0 4-9 0,-3-3 0 0,0 6 0 15,4-3 0-15,-4-3 8 0,0 6-8 0,0 0-8 16,3 6 8-16,-3-3-12 0,0-3 12 0,0 6-8 0,0-3 8 16,3 7-8-16,-3-4 8 0,0 4-8 15,0-4 8-15,0 3-8 0,-3 1 8 0,3 2 0 0,-4-6 0 16,4 10-8-16,0-3 8 0,-4-4 0 0,4 7 0 15,0-7-8-15,0 7 8 0,0-4 0 0,0 4 0 0,3-3 0 16,1 2 0-16,-1 1 0 0,1-4 0 0,3 4 0 16,0 3 8-16,0-3-8 0,0-4 10 0,3 4-10 15,1 3 10-15,-1-4-10 0,1-2 10 0,3 3-10 16,-3-1 8-16,3-2-8 0,-4-4 0 0,1 1 9 16,3 5-9-16,-4 1 8 0,4-7-8 0,0 1 8 15,0-1-8-15,-3 7 10 0,7-4-10 0,-4-2 10 16,0-1-10-16,0-2 0 0,0 2 9 0,0 0-9 15,0-2 0-15,0-4 0 0,0 6 0 0,0-3 8 0,0-2-8 16,0-4 0-16,0 6 0 0,0-6 0 16,-7 0 0-16,11 0-13 0,-1 0 1 0,1 0 1 15,0-6-21-15,-1 6-4 16,1-4 0-16,3-5-1 0,3 3-32 0,1-4-7 0,-4 1 0 16,4 0-1-16,0-1-142 0,-4-6-28 0,0 7-5 0,0 0-564 15</inkml:trace>
  <inkml:trace contextRef="#ctx0" brushRef="#br0" timeOffset="2725.199">28032 13943 288 0,'0'0'12'0,"0"0"4"0,0 0-16 0,0 0 0 0,0 0 0 0,0 0 0 16,7 0 187-16,-7 0 34 0,0 0 7 0,0 0 2 16,0 0-102-16,0 0-21 0,0 0-4 0,0 0-1 15,0 0-2-15,0 0-1 0,0 0 0 0,0 0 0 16,0 0-8-16,0 0-2 0,0 0 0 0,0 0 0 15,0 0-13-15,0 0-4 0,0 0 0 0,0 0 0 16,0 0-22-16,0 0-5 0,0 0-1 0,0 0 0 16,0 0-20-16,0 0-4 0,0 0 0 0,0 0-1 0,0 0-7 15,-4 0 0-15,4 0-1 0,-10 0 0 0,3 6-2 0,0-3 0 16,0 7 0-16,-4-1 0 0,4 0 3 0,0 1 1 16,-4-4 0-16,1 13 0 0,3-10-1 0,-4 10 0 15,0-3 0-15,1 3 0 0,-4-1-1 16,3 8-1-16,-3-1 0 0,0-7 0 0,0 11-1 0,0-10 0 15,0-4 0-15,-1 4 0 0,5 6 9 0,-4-6 2 16,3 0 0-16,1-4 0 0,-1-2-20 0,0 3-9 16,4-1 1-16,0-5 0 0,0-1 8 0,0 1 11 15,4-10-3-15,-1 9 0 0,-3-9-19 0,4 6-4 16,3-6-1-16,0 0 0 16,0 0-20-16,0 0-5 0,0 0-1 0,0 0 0 15,0 0-102-15,3-12-20 0,4 2-4 0,-3 1 0 16,-1-4-43-16,-3-2-8 0,14-20-1 0,-3 7-507 15</inkml:trace>
  <inkml:trace contextRef="#ctx0" brushRef="#br0" timeOffset="3079.442">27742 13933 1969 0,'0'0'87'0,"-7"0"18"0,0 0-84 0,7 0-21 0,0 0 0 0,0 0 0 16,0 0 23-16,0 0 0 0,0 0 0 0,0 0 0 15,0 0-13-15,0 0-2 0,7 0-8 0,-7 0 12 0,7 0 19 0,4 0 3 16,-11 0 1-16,7 4 0 0,0 2 25 16,-3 3 6-16,-1 1 1 0,8-4 0 15,-8 3-19-15,4 4-3 0,0-7-1 0,0 10 0 0,4-4-15 16,-4-2-3-16,0 5-1 0,0-5 0 0,0 6-3 16,4-4-1-16,-8 4 0 0,4 3 0 0,1-4-5 0,-1 4-2 15,0 0 0-15,0 0 0 0,0 0-6 0,-4 6 0 16,4-7-8-16,0 1 12 0,0 6-12 0,0 0 9 15,1-6-9-15,-1 0 8 0,0-3-8 0,0 3 0 16,-4-4 9-16,4-2-9 0,-3-4 0 0,3 1 9 16,-4 5-9-16,-3-5 0 0,4-4 11 0,-1-3-11 15,-3-3 10-15,0 0-10 0,0 0 0 0,4 9-12 16,-4-9 1-16,0 0 0 16,0 0-53-16,7 0-12 0,0-9-1 0,0 6-1 15,0-3-128-15,0-10-26 0,0 3-4 0,0-2-672 0</inkml:trace>
  <inkml:trace contextRef="#ctx0" brushRef="#br0" timeOffset="3514.437">28395 13570 1324 0,'0'0'118'0,"0"0"-94"0,0 0-24 0,0 0 0 16,0 0 16-16,4-3 0 0,-4 3-1 0,0-7 0 16,7-2-15-16,-7 9 0 0,0 0 0 0,0 0 0 15,0 0 48-15,0 0 6 0,0 0 2 0,0 0 0 16,0 0 60-16,0 0 13 0,0 0 3 0,0 0 0 0,0 0-46 0,3 9-9 16,1 1-1-16,3-1-1 0,-7-3-27 15,0 10-6-15,3-3-1 0,-3 5 0 0,0 7-13 16,4 1-2-16,-4-8-1 0,0 11 0 0,0-1 5 0,0-3 1 15,0 3 0-15,0-3 0 0,0 3-3 16,0 7-1-16,-4-7 0 0,4-3 0 0,-3 3-7 0,3-2 0 16,-4 2-1-16,1-3 0 0,-1 9-19 0,1-5 0 15,-4-1 0-15,3 3 0 0,1-3 22 0,-4-6 7 16,3 10 2-16,0-10 0 0,1 9-31 0,-1-9 0 16,-3 3 0-16,4-6 0 0,-1-3 0 0,1 2 8 15,-1 1-8-15,1-3 0 0,3-7 8 0,-7 7 0 16,7-7-8-16,0-6 12 0,-4 7-12 0,4-4-10 0,0-6 2 15,0 0 0 1,0 0-35-16,0 0-6 0,0 0-2 0,0 0 0 16,0 0-121-16,4-9-25 0,-4-1-5 0,0-5-822 0</inkml:trace>
  <inkml:trace contextRef="#ctx0" brushRef="#br0" timeOffset="3835.751">28155 13933 1152 0,'0'0'102'0,"0"0"-82"16,0 0-20-16,0 0 0 0,0 0 147 0,0 0 25 16,0 0 4-16,0 0 2 0,0 0-97 0,7-6-19 15,0 3-4-15,0-3-1 0,4 3 25 0,0-4 5 16,-4 7 1-16,7-9 0 0,0 9 9 0,0 0 3 15,4 0 0-15,-4-3 0 0,7 3-47 0,0 3-9 16,-3-3-1-16,3 0-1 0,0 6-6 0,-3-3-2 16,-1-3 0-16,1 7 0 0,3-4-34 0,-7-3 0 15,4 6 0-15,-4-6 0 0,0 3 13 0,0-3-4 16,0 0-1-16,0 0 0 0,-3 0-8 0,0 0-12 16,3 0 2-16,-4 0 1 15,4-3-68-15,-3-3-14 0,0 6-2 0,3-10-1122 16</inkml:trace>
  <inkml:trace contextRef="#ctx0" brushRef="#br0" timeOffset="5817.163">32646 15031 403 0,'0'0'17'0,"0"0"5"0,0 0-22 0,0 0 0 0,0 0 0 0,0 0 0 16,4-6 292-16,-4 6 53 0,0 0 11 0,10-3 3 15,-10-4-247-15,0 7-48 0,11-9-11 0,-4 9-1 0,-7 0-4 0,3-10 0 16,-3 10 0-16,0 0 0 0,0 0-12 16,0 0-2-16,0 0-1 0,0 0 0 15,0 0-9-15,0 0-1 0,0 0-1 0,0 0 0 0,0 0-6 16,0 0 0-16,0 0-1 0,4 10 0 0,6-1 3 15,-10-9 1-15,0 10 0 0,8-4 0 0,-5 3 10 0,-3 1 3 16,0 5 0-16,0-5 0 0,0-1-11 0,0 1-1 16,0-1-1-16,0 10 0 0,4-10-5 0,-4 7-1 15,0 0 0-15,0 2 0 0,0 1-13 0,0 0 0 16,0 6 0-16,0 3 0 0,7-2 0 0,-7-5 0 16,-7 11 0-16,7-4 0 0,0-3 0 0,-4-3 11 15,4 3-11-15,0 0 10 0,0-3-10 0,0 3 0 16,0-6-10-16,0 6 10 0,0 0 20 0,0-6 9 15,0 0 3-15,0 0 0 0,0 6-20 0,0-6-3 0,0-1-1 16,0 1 0-16,0 6-8 0,4-6 0 16,-4-3 0-16,0 3 0 0,0-1 0 0,-4 1 0 0,4 3 0 15,0-9 0-15,0 6 0 0,0-4 8 0,0-5-8 0,0 5 8 16,0-2-8-16,0-4 0 0,0 7 0 0,0-7 0 16,-3-2 8-16,-5 2 0 0,8-6 0 0,0-3 0 15,0 0-8-15,0 0 8 0,0 10-8 0,0-10 8 16,0 6-8-16,0-6 8 0,0 0-8 0,0 9 8 15,0-9-8-15,-3 7 8 0,3-7-8 0,0 0 8 16,-7 3-8-16,7-3 0 0,0 9 0 0,0-9 0 16,0 0 0-16,0 0 0 0,0 0 0 0,0 0 0 15,0 0 0-15,0 0 0 0,-4 6 0 0,4-6 0 16,0 0 8-16,0 0-8 0,0 0 0 0,0 0 8 16,0 0-8-16,0 0 0 0,0 0 0 0,0 0 0 0,-10 4 0 15,10-4 0-15,0 0 8 0,0 0-8 0,0 0 13 16,0 0-2-16,0 0-1 0,0 0 0 0,0 0-10 15,0 0 12-15,-11-4-12 0,8-2 12 0,-4 6-12 16,3-9 12-16,4 6-12 0,-11-4 12 0,11-2-12 16,-10 3 12-16,6 2-12 0,1-2 12 0,-4-3-12 0,3-1 10 15,-3 7-10-15,4-6 10 0,-4 3-2 0,3-4-8 16,4 4 12-16,-10-4-4 0,10 7-8 0,-11-3 12 16,7-3-12-16,1-1 12 0,-4 1-12 0,7 3 12 15,0-4-12-15,-4 7 12 0,-3-3-12 0,7-4 10 16,-3 7-10-16,-4-3 10 0,3 3-10 0,4 3 0 15,0 0 9-15,0 0-9 0,0 0 0 0,0 0 0 16,0 0 0-16,0 0 8 0,0 0-8 0,0 0 0 0,0 0 0 16,0 0 0-16,0 0 0 0,0 0-8 0,0 0 8 15,0 0 0-15,0-6 0 0,0 6 0 0,0 0 0 0,0 0-8 16,4-7 8-16,-4 7 0 0,0 0 0 0,0 0 0 16,0 0 0-16,0 0-10 0,0 0 10 0,0 0 0 15,0 0-8-15,0 0 8 0,0 0 0 0,10 7 0 16,-10 2-8-16,0 0 8 0,7-2 0 0,-3 2 0 15,-4 0-8-15,7 1 8 0,-4-1 0 0,-3 1 0 16,11 5 0-16,-7-5-8 0,-4-1 8 0,10 1 0 16,-10-1 0-16,4 7 0 0,6-7 0 0,-10 0 0 15,7-5 0-15,-3 5 0 0,-4-3 0 0,7 4 0 16,-4-1 0-16,-3-9 0 0,0 6 0 0,4-2 0 16,-4-4 0-16,0 0 0 0,0 0 0 0,10 9 0 15,-10-9 0-15,0 0 8 0,0 0-8 0,0 6 0 0,0-6 9 16,0 0-9-16,0 0 8 0,0 0-8 0,0 0 10 15,0 0-10-15,0 0 12 0,11 0-12 0,-11 0 12 0,0 0-12 16,11 0 12-16,-11 0-12 0,3 0 12 0,-3 0-12 16,11 0 12-16,-11 0-12 0,10 0 13 0,-6-6-4 15,6 3-1-15,1-3 0 0,-7 2 3 0,6-2 0 16,1-3 0-16,-4 6 0 0,0-10-3 0,3 4 0 16,1-1 0-16,-7 7 0 0,6-13 0 0,1 7-8 15,-8 0 12-15,8-1-4 0,-4 1-8 0,-4-1 0 16,8 1 0-16,-7 3 8 0,6-4-8 0,-10 1 0 15,11 3 0-15,-11 2 0 0,10-2 0 0,-6-3 0 0,-4 6 0 16,7-4-11-16,-4 4-3 0,-3-3-1 0,0-3 0 0,7 2 0 31,-3 4-17-31,-1 3-4 0,-3 0-1 0,8-6 0 16,-5-4-16-16,-3 1-3 0,7 0-1 0,-3 6 0 16,-4-10-26-16,10 10-5 0,-6-7 0 0,-4 1-1 15,10 0-128-15,-10 2-26 0,7-2-5 0</inkml:trace>
  <inkml:trace contextRef="#ctx0" brushRef="#br0" timeOffset="7010.158">31567 13827 288 0,'0'0'12'0,"0"0"4"0,0 0-16 0,0 0 0 16,0 0 0-16,0 0 0 0,0 0 245 0,0 0 47 16,0 0 8-16,0 0 3 0,0 0-198 0,0 0-39 15,0 0-8-15,0 0-2 0,0 0 0 0,0 0-1 16,0 0 0-16,0 0 0 0,0 0 14 0,0 0 3 16,0 0 1-16,0 0 0 0,0 0-3 0,10 9-1 15,-10-9 0-15,4 6 0 0,-4-6-17 0,7 10-4 16,-7-10-1-16,0 0 0 0,3 9-11 0,-3-6-1 15,0-3-1-15,0 16 0 0,7-6 3 0,-7 8 1 16,4-2 0-16,-4 3 0 0,-4 0-30 0,4-1-8 16,0 1 0-16,0 6 0 0,0 0 11 0,0 4 1 15,-7-1 0-15,7 3 0 0,0-9-4 0,0 13 0 0,-10-10 0 16,10 3 0-16,0 0 0 0,0 4 0 0,-4-10 0 16,1 3 0-16,-4 0-8 0,7-6 10 0,-4-1-10 15,-3 1 10-15,3-3-10 0,1-7 0 0,-4 7 0 16,7-4 8-16,-4-2-8 0,-3-1-9 0,7-2 9 15,0-7-13 1,0 9-40-16,0-9-8 0,-3 6-2 0,3-6 0 16,0 0-145-16,0 0-28 0,0 0-7 0,0 0-665 0</inkml:trace>
  <inkml:trace contextRef="#ctx0" brushRef="#br0" timeOffset="7429.662">31856 14238 2145 0,'0'0'95'0,"0"0"20"0,0 0-92 0,0 0-23 0,0 0 0 0,0 0 0 15,0 0 47-15,0 6 5 0,0-3 0 0,7 6 1 16,-7-2-15-16,3 2-3 0,-3-6-1 0,0 7 0 16,0 5 26-16,0-5 6 0,0 5 1 0,0-5 0 15,0 2-18-15,0 4-3 0,0 3-1 0,0-3 0 16,0-7-25-16,0 10-4 0,0-4-2 0,0-5 0 15,-3 2-14-15,3 4 0 0,0-7 8 0,-7 7-8 16,7-6 0-16,0-1 0 0,0 0 8 0,0-9-8 16,0 0 0-16,0 0 0 0,0 0 0 0,0 0 0 31,0 0-44-31,0 0-4 0,0 0-2 0,0 0 0 0,0 0-190 16,0 0-37-16</inkml:trace>
  <inkml:trace contextRef="#ctx0" brushRef="#br0" timeOffset="7629.492">31898 14053 1324 0,'-7'-4'118'16,"4"-2"-94"-16,-4 6-24 0,7-3 0 0,0 3 316 0,0 0 58 16,0 0 12-16,0-6 2 15,7-4-346-15,-4 7-70 0,8-3-13 0,-1 3-3 16,-6-3-41-16,-4 6-8 0,0 0-2 0,0 0 0 15,0 0 36-15,0 0 7 0,0 0 2 0,0 0 0 16,0 0-61-16,10 9-12 0,-3-3-2 0,1-3-1 0</inkml:trace>
  <inkml:trace contextRef="#ctx0" brushRef="#br0" timeOffset="8424.837">32082 14253 921 0,'0'0'82'0,"0"0"-66"0,0 0-16 0,0 0 0 16,0 0 145-16,0 0 26 0,10 10 5 0,-6-1 0 31,3-6-213-31,-4 7-43 0,4-4-9 0,-7-6-2 0,4 9 91 0,-1 1 28 0,-3-1 1 0,0-9 0 16,0 10 79-16,0-4 15 0,0 3 3 0,7 1 1 15,-7-10-19-15,4 9-4 0,-4 0-1 0,0 1 0 16,0-1-42-16,0 1-8 0,-4 2-1 0,-3 1-1 15,7-4-22-15,0 1-4 0,0-4-1 0,0 3 0 16,0 7-6-16,0-7-2 0,0 1 0 0,0-7 0 0,-3 6-6 16,3-9-2-16,0 7 0 0,0-7 0 0,0 0 9 15,0 0 2-15,0 0 0 0,0 0 0 0,0 0 10 0,0 0 3 16,0 0 0-16,0 0 0 0,0 0 0 16,0 0 1-16,3 0 0 0,8-7 0 0,-11 4-17 15,11-3-4-15,-8-4-1 0,8-2 0 0,-11-4-11 16,10 7 8-16,-10-7-8 0,11 4 8 0,-8-10-8 0,8 9 0 15,-11-6 0-15,11 4 0 0,-8-4 0 0,8 3 0 16,-11 4-9-16,10-4 9 0,-6 7 0 0,6-1-12 16,1 1 12-16,-4 2-10 0,0-2 10 0,4 6-10 15,-4-3 10-15,-4-1-10 0,-3 7 10 0,11 0 0 16,-8-3 0-16,-3 3-8 0,0 0 8 0,11 3 0 16,-4 4 0-16,-3-7 0 0,-1 9 0 0,4-3-10 0,-3 4 10 15,-4-1 0-15,7 1 0 0,-4-1-8 0,-3 7 8 16,0-4 0-16,0-2 0 0,4 5 0 0,-4 1 0 15,0-4 0-15,0-2 0 0,0-1 0 0,0 7 0 0,0-7 9 16,0-9-9-16,0 10 10 0,0-10-10 16,0 0 10-16,0 0-2 0,7 6 0 0,-7-6 0 0,0 0 0 15,0 0 2-15,0 0 0 0,0 0 0 0,0 0 0 16,3-6 1-16,8 6 0 0,-11-10 0 0,7 7 0 16,-4-3-11-16,1-3 0 0,7-7 9 0,-11 6-9 15,10-2 0-15,-10-4 0 0,14 1 0 0,-7 2 0 16,-3-3 0-16,3 7 0 0,0-7 0 0,4 13-8 15,-1-6 8-15,-6 2-8 0,6-2 8 0,-3 6-8 16,-3-3 8-16,6-1-8 0,-6 4 8 0,7-3-8 16,-4 3 16-16,0 3 3 0,3 0 1 0,-3 0 0 15,-3 3-12-15,6-3 0 0,1 6 0 0,-7-3 0 0,6 4 0 16,1 2 0-16,-1-3 0 0,-6 4 0 0,6-1 8 16,-6 1 0-16,6-1 0 0,-2 10 0 0,-5-4-8 0,1-2 0 15,3 3 0-15,-4 2 0 0,4 1 0 0,-3-3 8 16,-4 3-8-16,0 0 8 0,0-10-8 0,0 7 8 15,0-1-8-15,0-5 8 0,0-1-8 0,0 1 8 16,0-7-8-16,7 9 8 0,-7-12-8 0,0 0 0 16,0 0-10-16,0 0 10 15,0 3-43-15,0-3-2 0,0 0-1 0,0 0 0 16,0 0-154-16,0 0-32 0,0 0-5 0</inkml:trace>
  <inkml:trace contextRef="#ctx0" brushRef="#br0" timeOffset="8752.901">32907 14335 2199 0,'0'0'48'0,"0"0"11"0,0 0 1 0,0 9 2 0,0 1-50 0,0 8-12 0,4-8 0 0,-4 6 0 16,0-1 35-16,0-2 4 0,0 2 1 0,0-5 0 0,0 2-9 0,0 4-2 16,-4-7 0-16,4 7 0 15,-7-6 15-15,7-1 2 0,0-9 1 0,0 9 0 0,0-9-1 0,-3 16 0 16,-5-7 0-16,8-9 0 0,0 0-34 0,0 0-12 16,0 0 9-16,0 0-9 0,0 0 0 0,0 0-20 15,0 0 3-15,0 0 1 16,0 0-28-16,0 0-6 0,0 0-1 0,0 0 0 15,0-6-89-15,0 3-19 0,0-6-3 0</inkml:trace>
  <inkml:trace contextRef="#ctx0" brushRef="#br0" timeOffset="8934.551">32949 13990 2264 0,'0'0'100'0,"0"0"21"0,0 0-97 16,0 0-24-16,0 0 0 0,-3 0 0 0,3 0 72 0,0-10 10 0,0 10 2 0,0 0 0 15,0 0-37-15,0 0-7 0,3-3-2 0,-3 3 0 16,0 0-21-16,0 0-4 0,0 0-1 0,0 0 0 16,0 0-12-16,11-6 0 0,-11 6 0 0,0 0-10 31,0 0-22-31,0 0-5 0,0 0-1 0,0 0 0 16,0 0-183-16,11 0-37 0,-11 0-7 0</inkml:trace>
  <inkml:trace contextRef="#ctx0" brushRef="#br0" timeOffset="9370.592">33330 13968 864 0,'0'0'76'0,"0"0"-60"15,0 0-16-15,0 0 0 0,0 0 373 0,0 0 72 16,0 0 15-16,0 0 2 0,0 0-366 0,0 0-74 0,0 0-14 16,0 0-8-16,4 9 8 0,-4 1-8 15,7-1 10-15,-7 1-10 0,0-1 40 0,0 7 3 16,0-4 0-16,0 4 0 0,0 3-20 0,-7-1-4 0,7-2-1 15,0 9 0-15,-4-3-3 0,4 0-1 0,0 0 0 16,-3 3 0-16,3 3-14 0,-7-2 0 0,7 2 0 16,0-3 0-16,-11 0 12 0,11-3-1 0,-3 3 0 0,3-6 0 15,-4 0-11-15,-3-1 0 0,7-2 9 0,0 3-9 16,-3-3 0-16,3-7 9 0,-7 7-9 0,7-7 0 16,0 0 19-16,0 1-3 0,0-7-1 15,0-3 0 1,0 0-34-16,0 13-6 0,0-13-2 0,0 0 0 0,0 0-28 15,0 0-5-15,0 0-2 0,0 0 0 0,0 0-157 16,0 0-31-16,0 0-6 0</inkml:trace>
  <inkml:trace contextRef="#ctx0" brushRef="#br0" timeOffset="9760.554">33105 14159 1267 0,'0'0'112'0,"0"0"-89"0,0 0-23 0,0 0 0 15,-4 0 197-15,4 0 35 0,0 0 8 0,0 0 0 16,0 0-142-16,0 0-29 0,0 0-5 0,0 0-2 15,0 0-3-15,0 0-1 0,0 0 0 0,0 0 0 16,0 0-4-16,0 0-1 0,0 0 0 0,0 0 0 16,0 0-27-16,0 0-6 0,0 0 0 0,4 0-1 15,13-3 17-15,-10-3 4 0,11 3 1 0,0-4 0 16,-1 7-14-16,1-3-3 0,3-3-1 0,0 6 0 16,-3 0-1-16,3 0 0 0,0 0 0 0,-3 0 0 15,-4 6-22-15,7-6 8 0,-7 3-8 0,4-3 0 16,-11 0 0-16,11 0 0 0,-18 0 0 0,14 7 0 31,-4-7-23-31,-10 0-5 0,14-7-2 0,-3 7 0 0,-11 0-119 16,14 0-24-16,-14 0-5 0</inkml:trace>
  <inkml:trace contextRef="#ctx0" brushRef="#br0" timeOffset="38378.916">11938 17333 172 0,'0'0'16'0,"0"0"-16"15,0 0 0-15,0 0 0 0,0 0 54 0,4-7 8 0,-4 7 2 0,0 0 0 16,3-3-32-16,1-3-5 0,-4 6-2 0,0 0 0 16,0 0 21-16,0 0 4 0,0 0 1 0,0 0 0 15,-4-9 21-15,4 9 4 0,0 0 0 0,0 0 1 16,0 0-5-16,0 0 0 0,0 0-1 0,0 0 0 16,-7-10-23-16,3 4-4 0,4 6 0 0,0 0-1 15,-3-3-15-15,3 3-2 0,0 0-1 0,-4-7 0 16,-3 4-5-16,0-3 0 0,4 6-1 0,3 0 0 15,-7-9-3-15,0 6-1 0,0-4 0 0,3 7 0 16,-3-9 8-16,0 9 1 0,0-10 1 0,3 4 0 16,-6 6 8-16,6-3 2 0,-3-3 0 0,0 3 0 15,0 3-12-15,-3-7-3 0,2 4 0 0,1-3 0 16,0 6-2-16,-3-9-1 0,3 9 0 0,-4-4 0 16,4-2-4-16,0 6-1 0,-4 0 0 0,4 0 0 0,-3 0-12 15,3-6 0-15,0 6 0 0,-4 0 0 0,1 6 0 16,-1-6 0-16,0 0 0 0,4 0 0 0,0 0 0 15,-3 0 9-15,-1 6-9 0,1-2 8 0,2 2 1 16,-2-3 0-16,-8 3 0 0,8-3 0 0,6 4-9 0,-6 2 0 16,-8-6 0-16,-3 7 0 0,3-4-8 0,4 10 8 15,10-7 0-15,-6 0 0 0,-11 1 0 0,3-1 0 16,11 1 8-16,-4 5-8 0,-3-5 0 0,0 2 0 16,7-6 0-16,4 4 0 0,-1-1 0 0,1 1 0 15,-8-1 0-15,4 0 0 0,7 1 0 0,-4 6 0 16,-3-7 0-16,7 7 0 0,0-13 0 0,4 6 0 15,-8 7 0-15,4-7 0 0,-3 1 0 0,-1-1 0 0,8 1 0 16,-4-1 0-16,-4-3 0 0,4 4 0 0,7-1 0 16,-3 0 0-16,-4-2 14 0,7 2-2 0,0-6-1 0,4 7 0 15,6-4-3-15,-6 3-8 0,-1 1 12 16,4-1-4-16,4 1-8 0,-4-4 0 0,-3 3 0 0,-1 1 0 16,5-4 11-16,-5-3-3 0,-3 3-8 0,-7-6 12 15,0 0-12-15,7 3 9 0,4-3-9 0,-4 7 8 16,-7-7 0-16,0 0-8 0,10 0 12 0,1 0-4 15,0 0 17-15,-4-7 3 0,-7 7 1 0,0 0 0 16,0 0-13-16,10 0-4 0,1-9 0 0,3 9 0 16,-7-3-4-16,4-3 0 0,3 2-8 0,-4-2 12 15,4 0-12-15,-3-3 11 0,0 5-11 0,-1-5 10 16,1 3-10-16,-1-4 0 0,-3 1 0 0,0 0 0 16,4-1 0-16,-4 1 0 0,-3-7 0 0,3 7 0 15,-4-1 19-15,4-5-2 0,0 5 0 0,-3-2 0 0,3-4 8 16,-4 0 2-16,4 4 0 0,-3-4 0 0,-1-3-8 15,5 0-2-15,-5 4 0 0,4-4 0 0,-3 3-5 0,-1-3-2 16,4 10 0-16,-7-4 0 0,7-2-10 0,-3-1 0 16,-1 7 0-16,4-10 8 0,-3 9-8 0,-4 1 0 15,3-7 0-15,1 7 8 0,0 0-8 0,-4-7 8 16,0 6-8-16,3-2 8 0,-3 2 8 0,4-5 0 16,-4-1 1-16,0 4 0 0,0-4 0 0,0 3 0 15,-4-2 0-15,4-1 0 0,0-3-4 0,0 4-1 16,0-4 0-16,0 6 0 0,0-3-12 0,0-2 0 15,-3 8 0-15,3-5 0 0,0-4 10 0,0 9-10 16,-4 1 10-16,4 0-10 0,-4-7 9 0,4 6-9 0,-3 1 8 16,-1 0-8-16,4 2 0 0,-3 4 0 0,-1-6 8 0,4 9-8 15,-3-6 0-15,3-4 0 0,0 10 0 16,0 0 0-16,-4-9 0 0,4 9 0 0,0 0 0 0,0 0 0 16,0 0 0-16,0 0 0 0,-7 0 0 0,7 0 0 15,0 0-9-15,0 0 9 0,0 0 0 0,0 0 0 16,0 0 0-16,-3 0-8 0,-4 9 8 0,3 1 0 15,1-4 0-15,3 3-10 0,-4 1 10 0,4-1-8 16,-3 10 8-16,3-3 0 0,-4-4 0 0,4 4 0 16,0 3 0-16,-4-1-10 0,1-2 10 0,3 3 0 15,0 0-8-15,-4 6 8 0,4-6 0 0,0-1 0 16,-3-2 0-16,3 3 0 0,-4 0 0 0,4 6 0 16,0 0 0-16,0-6 0 0,0 0 0 0,-3 6 0 15,6-13 0-15,-3 20 0 0,0-11 0 0,0 5 0 0,0-1 0 16,0-7 0-16,4 8 0 0,-4-8 0 0,3 1 0 15,-3 6 0-15,4-6 0 0,-4 0 0 0,0 0 0 0,3-4 0 16,-3-2 0-16,4 3 0 0,-4-1 0 0,4-2 0 16,-4-4 0-16,0 7 0 0,0 0 0 0,0-4 0 15,3-6 0-15,1 4 0 0,-4-1 0 0,3 1 0 16,1-1 0-16,-4 0 0 0,0-9 0 0,3 7 0 16,1 2 0-16,-4-9 0 0,0 0 0 0,0 0 0 15,0 0 0-15,0 3 0 0,3 7-9 0,-3-10-2 16,0 0 0-16,0 0 0 15,0 0-26-15,0 0-6 0,0 0-1 0,0 0 0 16,0 0-76-16,0 0-15 0,0 0-3 0,0 0-546 0,0 0-108 16</inkml:trace>
  <inkml:trace contextRef="#ctx0" brushRef="#br0" timeOffset="39296.653">12213 17355 403 0,'0'0'36'0,"0"0"-36"16,0 0 0-16,0 0 0 0,0 0 169 0,4-10 27 15,-4 10 6-15,3 0 1 0,1-9-159 0,-4 9-32 16,0-10-12-16,0 7 8 0,3-3-8 0,1-3 0 16,-4-1 0-16,0 4 0 0,0 6 24 0,0-3 2 15,0-4 1-15,0-2 0 0,-4 0 33 0,1 9 8 16,3 0 0-16,-4-10 1 0,1 1 18 0,-1 9 3 15,-3 0 1-15,7 0 0 0,-7-6-46 0,4 2-9 16,-8 4-1-16,4 0-1 0,7 0-3 0,-11 4-1 0,4-4 0 16,-3 6 0-16,-1-6-30 0,4 0 0 0,0 9 0 15,0-2 0-15,-4-4 8 0,4 3-8 0,0 3 0 0,0-6 0 16,0-3 12-16,-3 10-4 0,2-4-8 16,1 4 12-16,4-1-12 0,-1 0 9 0,1 1-9 0,-1 5 8 15,-3-5-8-15,4 9 0 0,-1-10 0 0,4 7 0 16,-3-7 0-16,-1 10 0 0,4-10 0 0,-3 1 0 15,3-1 0-15,0 7 0 0,0 3 0 0,0-10 8 16,0 7 5-16,3-7 1 0,-3 7 0 0,0-4 0 16,4-5-1-16,3 5 0 0,-4-5 0 0,4 2 0 15,0 7-2-15,0-13-1 0,-3 6 0 0,7-3 0 16,-1-2-10-16,1 5 0 0,-4-9 9 0,3 6-9 16,1-6 0-16,0 0 0 0,-1 0 0 0,1 0 0 15,-1-6 10-15,1 6-2 0,3-3-8 0,-3-3 12 0,-1 2 0 16,1-2-1-16,-1-3 0 0,1 6 0 0,-1-4-3 15,-2-2 0-15,2-7 0 0,-3 7 0 0,0 6-8 16,0-7 8-16,0-5-8 0,0 5 8 0,0-5-8 0,-3 2 0 16,3-3 0-16,-3-3 8 0,-1 4-8 0,-3 2 0 15,4-2 0-15,-4-1 0 0,-4 3 8 0,4-2-8 16,0 5 0-16,-3-5 8 0,-1 5-8 0,0-2 0 16,1 5 0-16,-1-2 0 0,1 0 0 0,-1 5 0 15,1-2 0-15,3 6 0 0,0 0 0 0,0 0 0 16,-4-6 9-16,4 6-9 0,0 0 0 0,0 0 0 15,0 0 0-15,0 0 0 0,-3-3 0 0,3 3 0 16,0 0 0-16,0 0 0 0,-4 9 0 0,4 1-10 16,4-1 10-16,-4 0 0 0,0 1 0 0,3-1 0 15,-3 7 0-15,4 3 0 0,-1-4 0 0,1-2 0 0,-1 3 0 16,-3 2 0-16,7 1 0 0,-3-3 0 0,0 3 0 16,-1-4 0-16,1-2 0 0,3 9 0 0,-4-10 0 15,1 4 0-15,-1-6 0 0,1-1 0 0,3 10 0 0,0-10 0 16,-4-3 0-16,4 7 0 0,-3-1 0 0,3-2 0 15,-3-7 0-15,-1 6 0 0,1-2 0 0,3 2 0 16,-4-6-15-16,4-3-2 0,-7 0-1 0,4 7 0 31,3-4-35-31,0 3-7 0,-7-6-2 0,7-6 0 0,-7 6-134 16,7-3-28-16,4-4-4 0,-4-5-2 0</inkml:trace>
  <inkml:trace contextRef="#ctx0" brushRef="#br0" timeOffset="39862.575">12704 16922 115 0,'0'0'10'0,"0"0"-10"0,0 0 0 0,0 0 0 15,0 0 280-15,0 0 53 0,0 0 11 0,0 0 3 16,0 0-217-16,0 0-43 0,0 0-9 0,0 0-2 16,0 0-25-16,0 0-6 0,0 0-1 0,-4 9 0 15,4-9-13-15,0 3-3 0,0-3-1 0,0 10 0 16,4 2 5-16,-8-9 0 0,4 7 1 0,0-1 0 16,0 1-4-16,0-1-1 0,0 7 0 0,0 3 0 15,0-4-9-15,0-2-3 0,4 9 0 0,-4-3 0 16,3-7 13-16,1 13 3 0,-1 3 0 0,1-2 0 15,-4-1-20-15,3 3-3 0,1 9-1 0,-1-2 0 16,1-7-8-16,-1 13 10 0,-3-7-10 0,4-5 10 0,-1 8-10 16,1-12 0-16,-4 4 0 0,0-4 0 0,0 3 0 15,-4-3 8-15,4-6-8 0,-3 0 0 0,-1-1 0 16,4 1 0-16,-3-3 0 0,-1 3 0 0,1-13 0 0,3 3 0 16,-4 1 0-16,1-7 0 0,3-3-23 0,0 0 0 15,0 0 0-15,0 0 0 16,0 0-31-16,0 0-6 0,-7-3-2 0,0-7 0 15,3 4-181-15,0-3-36 0,-10-26-7 0,7 13-2 0</inkml:trace>
  <inkml:trace contextRef="#ctx0" brushRef="#br0" timeOffset="40224.447">12418 17254 1785 0,'0'0'159'0,"0"0"-127"0,-7 0-32 0,0-9 0 15,3 9 136-15,4 0 20 0,0 0 5 0,0 0 1 16,0 0-133-16,0 0-29 0,0 0 0 0,0 0 0 16,0 0-21-16,7-6-1 0,4 2 0 0,-1-2 0 15,4 6 13-15,4-9 9 0,-4 6-12 0,7 3 12 16,1 0 0-16,-1-7 0 0,-4 4 0 0,1 3 0 15,3-6 0-15,-3 6 0 0,-1 0 0 0,1 0 0 16,0 0 0-16,3 0 11 0,-3 0-11 0,3 0 10 0,-4 0-10 16,1 0 0-16,0 0 0 0,-1 0 0 0,1 0 0 15,0-3 0-15,-4-3 0 0,3 6 0 0,1 0 0 16,0-4 0-16,3-2-14 0,-4 6 5 16,1 0-39-16,0-6-8 0,-1 6-2 15,1 0 0-15,-4-3-18 0,4 3-4 0,-4 0-1 0,-4-7 0 16,-3 7-126-16,4 0-25 0,10-3-4 0,-21 3-2 0</inkml:trace>
  <inkml:trace contextRef="#ctx0" brushRef="#br0" timeOffset="41008.257">13374 17138 518 0,'0'0'23'0,"0"0"5"0,0 0-28 0,0 0 0 0,0 0 0 0,0 0 0 16,0 0 170-16,0 0 29 0,0 0 5 0,0 0 2 16,0 0-154-16,-7 0-30 0,0 6-6 0,0-6-2 15,0 0 1-15,0 4 0 0,-1-4 0 0,1 0 0 16,0 0 7-16,-3 6 2 0,3-3 0 0,0 3 0 15,-4-3 43-15,4 4 9 0,0-4 1 0,-4 3 1 16,8 4 3-16,-8-4 1 0,4-3 0 0,0 6 0 16,0-2-51-16,0 5-11 0,-4-6-1 0,1 4-1 15,3-1-2-15,0 7-1 0,0-4 0 0,0-2 0 0,0 2-15 16,3 1 0-16,4 3-9 0,-3-4 9 0,-4 4 0 0,3 3 0 16,4-4 0-16,-4-2 0 0,1 3 0 0,3-1 0 15,0-2 0-15,3 6 0 0,-3 3 0 0,4-4 0 16,-4-5 8-16,0 3-8 0,4-1 0 0,-4-5 0 15,3 2-10-15,4 4 10 0,-7-7 0 0,4 1 0 16,-1-4 9-16,4-3-1 0,-7-3-8 0,7 6 0 16,4-2-8-16,-4 2 8 0,3-3 0 0,-2-3 11 15,2 0-1-15,1-3 0 0,-1 3 11 0,1-6 3 16,-1 2 0-16,1-2 0 0,0 3-13 0,-1-3-3 16,1-4 0-16,-4 1 0 0,0-7-8 0,0 13 8 0,4-13-8 15,-4 7 8-15,0-10-8 0,0 10 0 0,-4-7 0 16,1 7 0-16,3-10 0 0,-4 3 8 0,-3 4-8 15,4-4 8-15,-1 3-8 0,-3-2 12 0,0-1-12 0,0 7 12 16,4-10 5-16,-4 3 2 0,0 7 0 0,0-1 0 16,0 1 3-16,0 0 1 0,0-1 0 0,-4 4 0 15,4 6-23-15,0-10-15 0,0 10 3 0,0-3 0 16,-3-6 12-16,3 9 16 0,0 0-3 0,0 0-1 16,0 0-12-16,-4-6 9 0,4 6-9 0,-3-10 8 15,3 10 0-15,0 0 0 0,0 0 0 0,0 0 0 16,0 0-8-16,0 0 0 0,0 0 0 0,0 0 0 15,0 0 0-15,0 0 0 0,0 10 0 0,0-4 0 16,0 3 0-16,3-6 0 0,1 13 0 0,-1 0 0 16,1-4 0-16,-1 4 0 0,5 3 0 0,-5 0 0 0,4-4 8 15,0 4 0-15,-3 6 0 0,3-3 0 0,0 3-8 16,0-6 0-16,-4 0 0 0,4 6 0 0,-3-9 0 16,3 3 8-16,0 6-8 0,0-7 8 0,-3 1-8 15,3 0 0-15,0-3 0 0,-4-4 0 0,4 4 0 0,-3 3 0 16,3-4 0-16,-4-5 0 0,5-1-12 0,-5 1 1 15,1-1 1-15,-1-3 0 16,-3-6-78-16,7 3-15 0,-7-3-3 0,0 0-579 16,7 7-116-16</inkml:trace>
  <inkml:trace contextRef="#ctx0" brushRef="#br0" timeOffset="45974.547">6816 17386 403 0,'0'0'36'0,"0"0"-36"15,0 0 0-15,0 0 0 0,0 0 119 0,0 0 17 0,0 0 3 0,0 0 1 16,0 0-97-16,0 0-19 0,0 0-4 0,0 0-1 16,0 0-9-16,0 0-2 0,0 0 0 0,7 0 0 15,-7 0 9-15,0 0 2 0,0 0 0 0,0 0 0 16,7 3 21-16,-7-3 4 0,0 0 0 0,10 0 1 15,-3 0 8-15,-7 0 2 0,0 0 0 0,7 0 0 16,1 0-5-16,-8 0-1 0,7 6 0 0,-7-6 0 16,10 0-32-16,-3 0-6 0,0-6-2 0,0 6 0 15,4 0-9-15,-4 0 0 0,0 0 0 0,4 0 8 16,-1 0 5-16,-3 0 1 0,4 0 0 0,-4 0 0 16,3 0 8-16,-2 0 2 0,2 0 0 0,-3 0 0 15,4 0-11-15,-1 0-1 0,1-3-1 0,0 3 0 16,-1 0-11-16,-3-6 0 0,4 6 0 0,-4 0 0 15,0 0 0-15,0-3 8 0,3-4-8 0,-2 7 0 0,-5-9 0 16,4 9 0-16,0 0 8 0,-3-6-8 0,-1 2 0 16,1-2 0-16,3 6 0 0,-4-9 8 0,1 6-8 15,-1-4 0-15,-3 4 9 0,4-3-9 0,-4-3 13 16,3 5-1-16,-3-8-1 0,0 9 0 0,0-4 4 0,0-2 1 16,0 0 0-16,-3 6 0 0,-1-4-16 0,4 7 9 15,0-9-9-15,-3 3 8 0,-1-4-8 0,-3 10 8 16,0-9-8-16,0 6 8 0,0-4-8 0,0 4 0 15,-4-3 0-15,4 3 0 0,-3-3 11 0,3 6-3 16,-4-10-8-16,4 10 12 0,-3 0-4 0,-1-6-8 16,0 6 11-16,-3 0-11 0,7 0 0 0,-3 0 0 15,-1 0 0-15,4 0 0 0,-4 6 0 0,1-6 0 16,3 0 0-16,0 10 0 0,-4-10 0 0,4 6 0 16,-3-3 0-16,2-3 0 0,-2 9 0 0,-1-2 0 0,4-4 0 15,-3 6 0-15,-4-3 0 0,3 4 0 0,-3-1 0 16,3 1 0-16,-3-1 0 0,4 0 0 0,3 1 0 0,-4 2 0 15,4 1 0-15,0-4 0 0,0 1 0 0,0-1 0 16,0 7 0-16,3 0 0 0,4-4 0 0,-3 4 0 16,3-7 0-16,0 10 0 0,3-10 0 0,-3 7 0 15,0-3 0-15,4 2 0 0,-1 4 0 0,1-9 0 16,-1 5 0-16,1 4-12 0,-1-3 12 0,1-4-12 16,-1-5 12-16,4 2 0 0,-3 7 0 0,3-4 0 15,0-6 0-15,0 7 0 0,-3-1 0 0,6-2 0 16,-3-1 12-16,0 1 1 0,0-7 1 0,0 6 0 15,0-2-14-15,4 2-8 0,-4-9 8 0,0 0-13 16,4 9 13-16,-1-9 0 0,-3 0 9 0,4 0-9 16,0 0 11-16,3-9-11 0,-4 9 12 0,4-9-12 0,-3 2 11 15,7 4-11-15,-1-6 10 0,1 2-10 0,-4-2 0 0,0 0 0 16,4 5 0-16,-4-8-10 0,0 9 2 0,0-7 0 16,-3 4 0-16,3-3 0 15,0 9-24-15,0-10-5 0,-7 10-1 16,4-9 0-16,-8 9-122 0,4 0-25 0,0-6-5 0,-3 3-1 15</inkml:trace>
  <inkml:trace contextRef="#ctx0" brushRef="#br0" timeOffset="46486.043">7419 16665 1094 0,'0'0'48'0,"0"0"11"0,0 0-47 0,0 0-12 16,0 0 0-16,0 0 0 0,0 0 91 0,0 0 16 16,-4 9 3-16,4-9 1 0,0 10-91 0,-3-1-20 15,3-3 0-15,-4 4 0 0,4-1 0 0,0 0 0 16,0 1 0-16,0 6 0 0,0-4-11 0,0-3 2 16,-3 7 0-16,3-6 0 0,-4 8 33 0,1-2 6 15,3 0 2-15,-4 3 0 0,4-7-2 0,0 13 0 16,-3-6 0-16,3 6 0 0,-4 0 7 0,4-3 2 15,-3 3 0-15,3-6 0 0,0 6-24 0,0 3-5 16,0-9-1-16,0 16 0 0,0-10-9 0,0 3 0 16,0 0 0-16,0-3 8 0,-4 3-8 0,4 7 0 15,0-7 0-15,-3-3 0 0,-1-6 8 0,4 0-8 16,0 6 8-16,-3-9-8 0,3-4 9 0,0 4-9 16,0 3 10-16,3-10-10 0,-3 7 0 0,0-1 0 15,0-5 0-15,4-1 0 16,-4 1-15-16,3-7-9 0,-3-3-1 0,0 0-1 15,0 0-69-15,0 9-13 0,0-9-4 0,0 0-352 0,0 0-72 0</inkml:trace>
  <inkml:trace contextRef="#ctx0" brushRef="#br0" timeOffset="47144.817">7532 17380 403 0,'0'0'17'0,"0"0"5"0,0 0-22 0,0 0 0 16,0 0 0-16,0 0 0 0,0 0 256 0,0 0 48 15,0 0 8-15,0 0 3 0,0 0-250 0,0 0-49 16,0 0-16-16,0 0 8 0,0 0-8 0,0 0 0 15,10 0 0-15,-3 0 0 0,-7 0 0 0,11 0 0 16,-4 6 0-16,4-6 0 0,-4 0 11 0,3-6 1 16,-6 6 0-16,6 0 0 0,-3 0 13 0,1 0 3 15,-1 0 1-15,0-3 0 0,3-4 9 0,1-2 2 16,-4 3 0-16,0-4 0 0,4 10-21 0,-1-9-4 16,-3-1-1-16,0 1 0 0,-7 0 0 0,7-1 0 0,4 1 0 15,-1-1 0-15,-3-5-14 0,1 5 9 16,-5 1-9-16,1-7 8 0,3 7-8 0,-4-1 0 0,-6 1 0 15,3 6 0-15,3-3 0 0,-3-4 12 0,-7 4-12 0,0 3 12 16,4-4-12-16,-5 7 0 0,1-3 0 0,-3-3-11 16,-1 6 11-16,1 0 0 0,-1 0 0 0,1-3 0 15,-5 3 0-15,1 0 0 0,0 3 0 0,4-3 0 16,-1 0 0-16,-3 0 0 0,3 6 0 0,1-6 0 16,3 3 10-16,0-3-2 0,0 7-8 0,0 2 12 15,-1 1-12-15,1-4 0 0,0 3 0 0,0 1 0 16,0 2 0-16,4-2 0 0,-4 5 0 0,3 1 0 15,1-4 0-15,-1 4 0 0,4 9 0 0,0-6 0 16,0 0 12-16,0 0 5 0,0-1 2 0,0 8 0 16,4-1-19-16,-1-13 0 0,1 13 0 0,-1-6-9 0,1 6 9 15,-1-6 0-15,4-3 0 0,-3-4 0 0,-1 4 0 16,4 0 0-16,0-4 0 0,4-2 8 0,-4-1-8 16,0 3 9-16,4-2-9 0,-1-7 10 0,1 3-10 0,3-3 8 15,0 4-8-15,0-7 8 0,0 0-8 0,0 0 0 16,1 0-10-16,-1 0 10 15,3-7-36-15,1 4 0 0,-4-6-1 0,4 3 0 16,-1-4-27-16,1 1-4 0,0-1-2 0,-4 1 0 16,0-7-14-16,-4 7-4 0,5-7 0 0,-5 4-571 0</inkml:trace>
  <inkml:trace contextRef="#ctx0" brushRef="#br0" timeOffset="47967.581">7987 17210 633 0,'0'0'56'0,"0"0"-44"0,0 0-12 0,0 0 0 16,0 0 193-16,0 0 37 0,-4 7 7 0,1-4 2 15,3-3-179-15,-7 9-35 0,7-3-7 0,-4 4-2 16,4-1-16-16,0 7 0 0,0-7 0 0,0 1 0 16,4 5 0-16,-4-2 12 0,3 3-3 0,-3-4 0 15,0 4 11-15,4 3 1 0,-4-4 1 0,0-2 0 16,0 3 2-16,0 2 1 0,0-2 0 0,3-3 0 15,-3 2-1-15,0 1-1 0,0-7 0 0,0 4 0 16,4-1 3-16,-4-8 1 0,0-4 0 0,0 0 0 16,0 0-8-16,0 9-2 0,0-9 0 0,0 0 0 15,0 0-5-15,0 0-2 0,0 0 0 0,0 0 0 0,0 0 2 0,0 0 1 16,0 0 0-16,0-3 0 0,0-7-5 0,0-2 0 16,0 3-8-16,0-1 12 0,0 1-2 0,3-10-1 15,-3 9 0-15,4-5 0 0,-4-4-9 0,3 0 12 16,-3 0-12-16,4 4 12 0,-4-4-12 0,4 3 0 15,3-3 9-15,-4 1-9 0,1 2 0 0,-1 3 0 16,4-2 0-16,0 5 0 0,0-5 0 0,4 5 0 16,-4-2 0-16,0 5-8 0,4-2 8 0,-4 0 0 15,0 5 0-15,3-2 0 0,1 6 0 0,-1 0 0 16,1-6 0-16,0 12 0 0,-1-6 0 0,1 6-8 16,-1-2 8-16,5 5 0 0,-5-3 0 0,1 4-8 0,3-1 8 15,-4 0 0-15,-3 1 0 0,0 9 0 0,1-1 0 16,-1-2 0-16,0 0 0 0,-4 3 0 0,1-7 0 15,-1 4 0-15,1 3 0 0,3-4-8 0,-4-2 8 0,-3-1 0 16,4 1 0-16,-1-7 0 0,-3 4 12 0,0-10-4 16,0 0-8-16,4 9 0 0,-4-9 0 0,0 0 0 15,0 0 10-15,0 0-2 0,0 0-8 0,0 0 12 16,0 0-4-16,3-9 0 0,1 2-8 0,-4-2 12 16,4 0 4-16,-1-1 0 0,-3-6 0 0,0 4 0 15,7-4-24-15,-7 1-5 0,0 2-1 0,0-3 0 16,0 7 14-16,0-10-12 0,0 10 12 0,4-1-12 15,-4 1 3-15,3 3 1 0,4-4 0 0,0 1 0 16,0-1 8-16,0 4 0 0,4 6 0 0,-4-9 0 16,4 6 0-16,-1 3-12 0,1 0 12 0,-1-7-12 15,-3 7 12-15,0-3 0 0,4 3 0 0,0 0 0 0,-4 3 0 16,3-3 0-16,-3 0 0 0,4 7 0 0,-4-4 0 16,4 6 0-16,-1-9 0 0,-3 10 8 0,0-4 8 15,4 10 3-15,-1-4 0 0,1-3 0 0,-4 7-3 16,0-6 0-16,4 8 0 0,-4-2 0 0,3-3-1 0,-3 9-1 15,0-10 0-15,0 7 0 0,1-3-14 0,-1 2 9 16,-4-2-9-16,1 3 8 0,-1 0-8 0,4-4 0 16,-7 4 0-16,4-3 8 0,-8-4-8 0,4 4 0 15,0-6 0-15,0 8 0 0,0-8 8 0,-3-1-8 16,-1-3 0-16,4 4 8 0,0-10-8 0,0 0-9 16,0 0 9-16,0 0-13 15,0 0-30-15,0 0-5 0,0 0-2 0,0 0 0 16,0 0-114-16,0 0-22 0,-7-6-5 0</inkml:trace>
  <inkml:trace contextRef="#ctx0" brushRef="#br0" timeOffset="49176.522">9402 16665 172 0,'0'0'16'0,"0"0"-16"0,0 0 0 0,0 0 0 15,0 0 121-15,0 0 22 0,0 0 4 0,0 0 1 16,0 0-76-16,0 0-14 0,0 0-3 0,-4 0-1 16,-7 0 2-16,11 0 0 0,0 0 0 0,-7 0 0 15,-7 0 7-15,7 0 1 0,7 0 1 0,0 0 0 16,-3 0-33-16,-4 0-6 0,0 0-2 0,0 0 0 16,-4 0 12-16,0 9 1 0,1-9 1 0,-1 0 0 15,1 10 0-15,-5-10 0 0,5 0 0 0,-1 6 0 16,-3-3 11-16,4-3 3 0,-1 6 0 0,0-6 0 15,-3 0-17-15,4 3-3 0,3-3-1 0,-4 0 0 16,4 7-13-16,0-7-2 0,-4 0-1 0,4 3 0 16,0 3-1-16,0-6 0 0,-3 0 0 0,3 3 0 15,0 3-1-15,0-6 0 0,-1 7 0 0,1-4 0 16,0-3 3-16,4 0 0 0,-4 0 0 0,3 6 0 16,4-6-3-16,-3 3 0 0,3-3 0 0,-4 7 0 15,4-7-13-15,-3 3 0 0,3-3 0 0,0 0 0 0,-4 6 12 16,4-6-3-16,0 0-1 0,0 0 0 0,0 0-8 15,4 3 0-15,-4-3 0 0,3 9 0 0,-3-9 0 0,0 0 0 16,0 7 12-16,0 2-4 0,4 1-8 0,-4-10 0 16,0 0 0-16,0 6 0 0,3 3 0 0,-3-6 0 15,0-3 0-15,4 10 0 0,-8 5 0 0,8-5 0 16,-4-1 0-16,0 1 0 0,3-1 0 0,-3 7 0 16,0-7 0-16,0 10 0 0,0-3 0 0,0-1 0 15,-3-2 0-15,3 6 0 0,0-4 0 0,0 4 0 16,-4 0 0-16,4-3 0 0,0 3 0 0,-3-4 0 15,3-2 0-15,0 2 0 0,-4 4 0 0,4-3 0 16,0-4 0-16,0 4 0 0,0 3 0 0,0-3 0 0,0-4 0 16,0 4 0-16,0 3 0 0,0-4 0 0,0-2 0 15,4 3 0-15,-4 2 0 0,0 1 0 0,0-3 0 16,0 3 0-16,3-4 0 0,-6 4 0 0,3-3 0 0,0-4 0 16,0-2 0-16,-4-1 0 0,4 7 0 0,0-7 0 15,-3 7 0-15,3-7 0 0,-4 1 0 0,1-1 0 16,3 1 0-16,-4-1 0 0,1 0 0 0,-1-2 0 15,4-7 0-15,0 12 8 0,0-12-8 0,-4 0 0 16,4 0 8-16,0 16-8 0,0-16 0 0,0 0 8 16,0 0-8-16,0 0 0 0,0 0 9 0,0 0-9 15,0 0 0-15,0 0 0 0,0 0 0 0,0 0 8 16,0 0-8-16,-3 16 0 0,3-16 0 0,0 0 8 16,3 3-8-16,-3-3 0 0,0 0 0 0,0 9 0 15,0-3 0-15,0-6 0 0,0 0 0 0,0 10 0 0,0-1 0 16,0-9 0-16,0 0 0 0,0 0 0 0,0 0 0 15,4 10 8-15,-4-4-8 0,0-6 0 0,0 0 0 0,0 0 0 16,0 0 0-16,0 0 8 0,7 3-8 0,-7-3 11 16,7 6-11-16,0-3 12 0,0 4 14 0,0-7 3 15,-7 0 1-15,11 3 0 0,-1 3-30 0,1-3 0 16,0-3 0-16,-4 0-10 0,7 0 18 0,-4 7 4 16,4-7 1-16,-3 3 0 0,-4-3-13 0,4 0 8 15,-1-3-8-15,-3 3 0 0,7 0 0 0,-6 0 8 16,2 0-8-16,1 0 0 0,-1 0 0 0,4-7 0 15,-3 7-9-15,-4 0 9 0,4-3-14 0,-1-3 3 16,1 3 1-16,3 3 0 16,-4-7-19-16,1 4-4 0,0-3-1 0,-4 6 0 15,0-3 2-15,3-3 1 0,1 6 0 0,-8-4 0 16,-3 4-29-16,0 0-5 0,11 0-2 0,-11 0-557 0,0 0-112 0</inkml:trace>
  <inkml:trace contextRef="#ctx0" brushRef="#br0" timeOffset="50508.586">9691 16699 1576 0,'0'0'35'0,"0"0"7"0,0 0 2 0,0 0 0 0,0 0-36 0,0 0-8 0,0 0 0 0,0 0 0 16,0 0 9-16,0 0 0 0,0 0 0 0,0 0 0 15,0 0-9-15,10-6 0 0,-10 6 0 0,7-3 0 16,-7 3 0-16,8 0 0 0,-1-6 0 0,-4 6 0 16,-3 0 0-16,7 0 10 0,-7 0-1 0,7 0 0 15,4 0 28-15,-1 0 6 0,-3 0 1 0,4 0 0 16,0 0-22-16,3 0-4 0,-4 0-1 0,4 0 0 0,1 0-5 15,-5 0-2-15,4 0 0 0,-3 6 0 0,-1-6 0 16,1 3 0-16,-4-3 0 0,4 6 0 0,-4-6-10 16,0 0 12-16,-7 0-12 0,10 0 12 0,-10 0 8 0,11 0 1 15,-1 3 1-15,-10-3 0 0,8-3-22 0,-1 3 0 16,3-6 0-16,-3 6 0 0,-7 0 14 0,0 0-2 16,0 0 0-16,11 0 0 0,-11 0-3 0,0 0-1 15,7-3 0-15,-7 3 0 0,0 0-8 0,0 0 8 16,0 0-8-16,0 0 8 0,0 0-8 0,0 0 12 15,0 0-12-15,0 0 12 0,0 0 0 0,0 0 1 16,0 0 0-16,0 0 0 0,0 0 7 0,0 0 0 16,0 0 1-16,0 0 0 0,0 0-13 0,0 0-8 15,0 0 8-15,0 0-8 0,0 0 8 0,0 0-8 0,0 0 8 16,0 0-8-16,0 0 0 0,0 0 0 0,10 3 0 0,-10-3 0 16,0 0 0-16,7 6 0 0,-7-6 0 0,8 3 0 15,-8-3 8-15,7 10-8 0,0-4 8 0,-4 3-8 16,1 1 0-16,-4-1 0 0,3 1 0 0,-3-1-8 15,0 7 8-15,0 3 0 0,0-1 0 0,0-2 0 16,0 3 0-16,0 0 0 0,0-1 0 0,-3 8 0 16,3-8-9-16,-4 7 0 0,1 1 0 0,3 2 0 15,-4 0 9-15,1 3 0 0,-1-2 0 0,1-1 0 16,3 0 0-16,-4-3 12 0,0 3-2 0,1-3-1 16,3 4-9-16,-4-4-14 0,1 3 3 0,-1-9 1 15,1 6 10-15,3 0 0 0,0-6 0 0,-4 0 0 16,4 6 8-16,0-13 1 0,-3 13 0 0,3-9 0 15,-4-3-9-15,1 2 0 0,3-5 0 0,-4-1 0 0,1 7 0 16,3-13 0-16,0-3 0 0,0 9 0 0,0-9 0 16,0 10 0-16,0-10 9 0,0 0-9 0,0 0 12 0,3 6-1 15,-3-6-1-15,0 0 0 0,4 9 10 0,-4-9 3 16,3 10 0-16,-3-10 0 0,0 0-3 0,7 6 0 16,-7-6 0-16,4 9 0 0,-4-9-20 0,7 4 0 15,-7-4 0-15,3 6 0 0,-3-6 0 0,4 9 0 16,-4-9 0-16,7 6 0 0,-7-6 0 0,0 0 0 15,0 0 0-15,0 0 0 0,0 0 9 0,4 4-9 16,-4-4 12-16,0 0-12 0,0 0 24 0,0 0-1 16,7 9-1-16,-7-9 0 0,0 0-5 0,0 0-1 15,0 0 0-15,0 0 0 0,0 0-16 0,0 0 0 16,0 0 0-16,0 0 0 0,0 0 20 0,0 0 0 0,0 0 0 16,0 0 0-16,0 0-20 0,0 0 0 0,0 0 0 15,0 0 0-15,0 0 0 0,0 0 0 0,0 0 0 16,0 0 0-16,0 0 10 0,0 0-2 0,0 0 0 0,0 0 0 15,0 0 4-15,0 0 0 0,0 0 0 0,0 0 0 16,-7 0-12-16,-1 6 8 0,1-6-8 0,0 0 8 16,0 3 0-16,-3-3 0 0,-1 0 0 0,1 0 0 15,3 0 20-15,-8 0 3 0,5 0 1 0,-4 0 0 16,-4 0-32-16,4 0 0 0,-4 0 0 0,4 0 0 16,-3 0 0-16,-1 0 0 0,-3 0 0 0,3 7 0 15,4-7 0-15,-4 3 0 0,1 3 0 0,-1-3 0 16,4-3 0-16,0 7 0 0,3-7 0 0,-3 3 0 15,7 3 0-15,-3-6 0 0,10 0 0 0,-8 0 0 16,8 0-42-16,0 0-14 16,0 0-4-16,0 0-777 0,0 0-156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16:20.84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30723 10606 1378 0,'0'0'61'0,"0"0"13"0,0 0-59 0,0 0-15 16,0 0 0-16,4-9 0 0,-4 9 38 0,11 0 5 16,-8-9 1-16,4 2 0 0,-3 4-36 0,-4 3-8 15,7-6 0-15,-4 3 0 0,8-4 8 0,-8 4-8 16,8-6 12-16,0 3-4 0,-8 2 29 0,8-2 6 16,-4-3 1-16,3 3 0 0,-3 2 18 0,4-5 4 15,-1 3 1-15,1-4 0 0,3 7-20 0,-3-3-4 16,-8-3-1-16,8-1 0 0,3 4 2 0,-3-4 0 15,-4 7 0-15,-4-3 0 0,11-3 11 0,-3-1 2 0,3 1 1 16,-3-1 0-16,-4 4-36 0,-4-3-7 0,11-1-2 16,-3 1 0-16,3-1-4 0,-3 1-1 0,-1 0 0 15,-3-1 0-15,0-5 5 0,4 5 1 0,-1 1 0 0,-6-7 0 16,6 7 14-16,1-1 2 0,-11 1 1 16,7-7 0-16,0 7-19 0,0-4-3 0,-3-2-1 0,-4-4 0 15,0 9 13-15,7-5 3 0,-4-4 0 0,1 0 0 16,-4 3 6-16,10-2 2 0,-10 5 0 0,8-9 0 15,-5 9-20-15,4-12-3 0,-3 10-1 0,-1-4 0 16,-3 0-8-16,11 0 0 0,-11 4 0 0,10-4 8 16,-6 3-8-16,-4 4 0 0,0-4 0 0,7-3 8 15,-4 10 3-15,-3-7 0 0,0-3 0 0,7 0 0 16,-3 4 1-16,-4 2 1 0,0-3 0 0,0-2 0 16,0-1-4-16,7 0-1 0,-7-6 0 0,0 9 0 0,4-3-8 15,-1 1 0-15,-3-7 0 0,0 6 8 16,0 0-8-16,7-6 0 0,-7 6 0 0,0 3 8 0,4-6 0 15,-4 4-8-15,-4-4 12 0,4 9-4 0,-7-6 8 16,7 4 0-16,0-1 1 0,0-3 0 0,-3 0-17 16,-1 4 0-16,-3 2 0 0,7-3 0 0,-4 1 0 0,-3 2 10 15,7-3-10-15,-3-2 8 0,3 8-8 0,-7-5 0 16,7 2 0-16,-4-3 8 0,4-2-8 0,-3 2 0 16,-4 6 0-16,7-8 8 0,-4 2-8 0,-3-3 0 15,7 0 0-15,-7 0 8 0,7 4 2 0,-7 2 0 16,4-6 0-16,-5-2 0 0,5 8-10 0,-4-3 0 15,7-3 0-15,-4 4 0 0,-6 2 0 0,10-2 0 16,-11-1 0-16,11 6 0 0,-7-2 0 0,0-4 0 16,-4 1 0-16,11 5 0 0,-10 1 0 0,6-4 0 0,-6-2 0 15,6 5 0-15,-3-6 0 0,0 7 8 0,0 0-8 16,-3-1 8-16,2-5-8 0,1 5 0 0,-3-2 0 0,10-4 0 16,-11 7 0-16,8-1 0 0,-8-6 0 0,8 4 0 15,-4-4 0-15,-1 7 0 0,1-7 0 0,-3 4 0 16,10-4 0-16,0 6 0 0,-11 1 0 0,8-7 0 15,-8 7 0-15,11 0 0 0,-3-1 0 0,-4-9 0 16,0 10 0-16,-1-7 0 0,-2 4 0 0,-1-4 0 16,4 7 0-16,-3-7 0 0,3 7 0 0,-4-4 8 15,-3-3-8-15,10 10 0 0,-3-3 0 0,-7-4 0 16,11 4 0-16,-8-1 0 0,4-2 0 0,0 2 0 16,0 1 0-16,-4 6 0 0,4-3 0 0,0-4 0 15,-3 1 0-15,3-1-9 0,0 4 9 0,-4 3 0 16,0-3 0-16,8-4 0 0,-8 1 0 0,1 6 0 0,6-4 0 15,-3-2 0-15,0 0 0 0,-4-1-10 0,4 4 10 16,0-3 0-16,0-1 0 0,-3 1 0 0,3-1 0 16,0 4 12-16,-4-3-4 0,7-1 0 0,-3 1-8 0,0 6 0 15,0-7 0-15,-3 4 0 0,3-3-10 0,-4 2 10 16,1-2-12-16,-1-1 12 0,0 7-8 0,1-3 8 16,-1-3 0-16,-3 9 0 0,3-10-11 0,-3 4 11 15,4 6-10-15,6-9 10 0,-6 9 0 0,-1-4 0 16,4-2 0-16,0-3 0 0,-4 9 0 0,1 0 0 15,-1-10 8-15,-3 10-8 0,7-9 0 0,-4 3 0 16,1 3 0-16,-4-4 0 0,-4 4 0 0,11-3 0 16,-3-4 0-16,-1 7-9 0,-3-3 9 0,3-3 0 0,1 2 0 15,-1 4 0-15,0-3 0 0,1 3 0 0,-4-3 0 16,3 2 0-16,8-2 0 0,-8 6 0 0,1-9 0 16,-1 9 0-16,-3-3 0 0,10-4 0 0,-6 7 0 15,-1-3 0-15,1-3 0 0,-1 6 0 0,-3-6 0 0,3 3 0 16,4 3 0-16,-10-7 0 0,6 4 0 0,7-3 0 15,-6 3 0-15,-1-4 0 0,1 4 0 0,3-3 0 16,-4 6 0-16,4-9 0 0,-7 9 0 0,3-7 0 16,4 4 0-16,0-3 0 0,-7 6 0 0,0-3 0 15,-4-3 0-15,11 6 0 0,-10-4 0 0,6-2 0 16,-3 6 0-16,3 0 0 0,-3-3 0 0,-3-3 0 16,-1 6 0-16,7 0 0 0,4-3 0 0,-10 3-8 15,10-7 8-15,-11 7 0 0,7 0 0 0,8-6 0 16,-8 6 0-16,1-3 0 0,3 3 0 0,0-6 0 15,-4 6 0-15,0-3 0 0,8 3 0 0,-4-7 0 0,-7 4 0 16,10 3 0-16,-3-6 0 0,-7 6 0 0,11-3 0 16,-5-4 0-16,1 7 0 0,0 0 0 0,-3 0 0 0,3-3 0 15,0 3 0-15,-4-6-8 0,8 6 8 0,-4 0 0 16,-1 0 0-16,1-3 0 0,7 3 0 0,-10 0 0 16,6 0 0-16,-3 0 0 0,4 0 0 0,-8 0 0 15,8 0 0-15,3 0 0 0,-7 0 0 0,-1 0 0 16,1 0 0-16,-3-6-8 0,10 6 8 0,-7 0 0 15,0 0 0-15,3 0 0 0,-3 0 0 0,-3 0 0 16,10-7 0-16,-4 7 0 0,4 0 0 0,-7-3 0 16,0 3 0-16,0 0 0 0,7 0 0 0,0 0 0 15,-7 0 0-15,7 0 0 0,-7 0 0 0,7 0 0 0,0 0 0 16,-11 0 0-16,4 0 0 0,7 0 0 0,0 0 0 16,0 0-8-16,0 0 8 0,0 0 0 0,0 0 0 15,0 0 0-15,0 0 0 0,0 0 0 0,-7 0 0 0,7 0 0 16,0 0 0-16,-7 0 0 0,0 0 0 0,7 0 0 15,0 0 0-15,0 0 0 0,-7 0 0 0,7 0 0 16,0 0 0-16,0 0 0 0,0 0 0 0,0 0 0 16,0 0 0-16,0 0 0 0,-7 0 0 0,7 0 0 15,0 0 0-15,0 0 0 0,0 0 0 0,0 0 0 16,0 0 0-16,-7 0 0 0,7 0 0 0,0 0 0 16,-11 0 0-16,11 0 0 0,0 0 0 0,0 0 0 15,0 0 0-15,0 0 0 0,0 0 0 0,0 0 0 16,-3 0 0-16,3 0 0 0,0 0 0 0,0 0 0 15,-7 0 0-15,7 0 0 0,0 0 0 0,0 0 0 0,0 0 0 16,-7 0 0-16,7 0 0 0,0 0 0 0,0 0 0 16,0 0-8-16,0 0 8 0,0 0 0 0,-4 3 0 0,4-3 0 15,-7 7 0-15,7-7 0 0,-7 0 0 0,7 0 0 16,-4 0 0-16,-3 6 0 0,0-3 0 0,7-3 0 16,-7 0 0-16,4 0 0 0,-4 6 0 0,0-3 0 15,7-3 0-15,0 0 0 0,-7 0 0 0,-4 0 0 16,7 7 0-16,4-7 0 0,0 0 0 0,0 0 0 15,-7 0 0-15,7 0 0 0,-3 3 0 0,3-3 0 16,0 0 0-16,-11 6-8 0,11-6 8 0,0 0 0 16,0 0 0-16,-7 3 0 0,4-3 0 0,3 0 0 15,-7 7 0-15,7-7 0 0,-4 0 0 0,-3 3 0 0,0-3 0 16,7 0 0-16,0 0 0 0,-4 6 0 0,4-6 0 16,-7 0 0-16,7 0 0 0,-3 9 0 0,3-9 0 0,0 0 0 15,-11 0 0-15,11 0 0 0,0 7 0 0,0-7 0 16,-7 3 0-16,7-3 0 0,-3 0 0 0,3 0 0 15,-7 6 0-15,7-6 0 0,0 0 0 0,-7 3 0 16,3-3 0-16,4 0 0 0,-7 6 0 0,7-6 0 16,0 0 0-16,-4 0 0 0,-3 0 0 0,7 0 8 15,0 0-8-15,0 0 0 0,0 0 0 0,0 0 0 16,0 0 0-16,0 0 0 0,0 0 8 0,0 0-8 16,0 0 0-16,0 0 0 0,0 0 0 0,0 0 8 15,0 0-8-15,0 0 0 0,0 0 8 0,0 0-8 16,0 0 0-16,0 0 0 0,0 0 0 0,0 0 0 15,0 0 0-15,0 0 0 0,0 0 0 0,0 0 8 0,0-6-8 16,0 6 0-16,7-9 0 0,-7 9 0 16,4-3 0-16,-4-4 8 0,7-2-8 0,-7 9 0 0,4-6 0 15,3-4 8-15,-4 7-8 0,4-3 0 0,0 3 0 16,0-4 0-16,-3-2 0 0,3 6 8 0,0-10-8 0,4 10 0 16,-4-3 0-16,0-3 0 0,0 5 0 0,3-2 0 15,-3 3 0-15,4-3 0 0,0-4 0 0,-1 4 0 16,1 3 0-16,3-3 0 0,0 2 0 0,-3-2 0 15,-1 3 0-15,1-6 0 0,3 2 0 0,0-2 0 16,0 6 0-16,0-3 0 0,0-4 0 0,-3 4 0 16,3-4 0-16,0 7 0 0,-3-3 0 0,3-3 0 15,-4-1 0-15,4 1 0 0,-3 3 0 0,-7-4 0 16,6 7 0-16,1-6 0 0,-4 2 0 0,0 4 0 0,-7-3 0 16,10 3 0-16,-10 3 0 0,4-6 0 0,3-1 0 15,-7 7-12-15,4-3 12 0,6 3 0 0,-10 0 0 16,7-6 0-16,0 3 0 0,-7 3 0 0,4 0 0 15,-4 0 8-15,7-7-8 0,-7 7 0 0,0 0 0 0,7 0 0 16,-7 0 0-16,0 0 0 0,0 0 0 0,0 0 0 16,0 0 0-16,0 0 0 0,0 0 0 0,0 0 0 15,0 0 0-15,0 0 0 0,0 0 0 0,0 0 0 16,0 0 0-16,0 0 0 0,0 0 0 0,0 0 0 16,7-3 0-16,-7 3 0 0,0 0 0 0,0 0 0 15,0 0 0-15,0 0 0 0,0 0 0 0,0 0 8 16,0 0-8-16,0 0 0 0,0 0 0 0,0 0 0 15,0 0 0-15,0 0 0 0,0 0-8 0,0 0 8 16,0 0 0-16,0 0 0 0,0 0 0 0,0 0 8 0,0 0-8 16,0 0 0-16,0 0-8 0,0 0 8 0,0 0 0 0,0 0 0 15,0 0 0-15,0 0 0 16,0 0 0-16,0 0 0 0,0 0 0 0,0 0 0 0,0 0 0 0,0 0 0 16,-4 3 0-16,1 7 8 0,-4-4-8 0,3-3 0 15,-3 4-8-15,0-1 8 0,0-3 0 0,-3 6 0 16,2 1 0-16,1-1 0 0,-3-3 0 0,-1 4 0 15,-3-7 0-15,4 3 0 0,-1 4 0 0,-3-1 0 16,3-3 0-16,-3-3 0 0,4 7 0 0,-5-4 0 16,1-3 0-16,0 4 0 0,0-1 0 0,0-3 0 15,0 3 0-15,10-3 0 0,-3 4 0 0,0-4 0 16,-3 3 0-16,-1-3 0 0,1 3 0 0,-5 4 0 0,1-7 0 16,0 3 0-16,0 4 0 0,0-4 0 0,3-3 0 15,-3 3 0-15,7-2 0 0,-3 2 0 0,-1-3 0 0,4 3 0 16,-4-3 0-16,8 4 0 0,-8-1 0 0,11-3 0 15,-10-3 0-15,6 9 0 0,1-2 0 0,3-7 0 16,-4 3 0-16,4-3 0 0,-7 6 0 0,7-6 0 16,0 0 0-16,-7 3 0 0,7-3 0 0,0 7 0 15,-4-4 0-15,-3 3 0 0,4-6 0 0,3 0 0 16,-4 9 0-16,-3-9 0 0,7 7 0 0,0-7 0 16,-7 3 0-16,7-3 0 0,-3 6 0 0,3-6 8 15,0 0-8-15,-4 3 0 0,4-3 0 0,0 0 0 16,0 0 0-16,0 0 0 0,-3 6 0 0,3-6 0 15,0 0 0-15,0 0 11 0,0 0-11 0,0 0 12 0,0 0-12 16,0 0 0-16,0 0 0 0,-4 4 8 16,4-4-8-16,0 0 0 0,0 0 0 0,0 0 0 0,4 9 8 15,-4-9 0-15,7 6 0 0,-4-6 0 0,4 10-8 16,-7-4 0-16,11-3 0 0,-4 6 0 0,0-9 0 16,4 10 0-16,-4-4 9 0,3-3-9 0,-3 4 8 0,7 2-8 15,-3 0 10-15,10 1-10 0,-7-1 8 0,0 1-8 16,-3-1 0-16,10-3 9 0,-7 4-9 0,4-1 0 15,-11 0 9-15,14-2-9 0,-7 2 8 0,0-6-8 16,-3 4 8-16,10 2-8 0,-7-3 9 0,0-3-9 16,-3 7 12-16,10-4-12 0,-7-3 13 0,0 7-4 15,-3-4-1-15,3 3 0 0,-3-6-8 0,-1 10-9 16,1-10 9-16,-1 6-13 0,-6 1 13 0,6-1 0 16,-6-2 0-16,3-4 0 0,-7-3 0 0,4 6 0 0,-4-6 0 15,0 0 0-15,7 9 0 0,-7-9-9 0,0 0 9 0,0 0-8 16,3 10-14-16,-3-10-2 0,0 0-1 15,0 0 0 1,0 0-179-16,0 0-36 0,0 0-8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18:08.88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30723 10606 1378 0,'0'0'61'0,"0"0"13"0,0 0-59 0,0 0-15 16,0 0 0-16,4-9 0 0,-4 9 38 0,11 0 5 16,-8-9 1-16,4 2 0 0,-3 4-36 0,-4 3-8 15,7-6 0-15,-4 3 0 0,8-4 8 0,-8 4-8 16,8-6 12-16,0 3-4 0,-8 2 29 0,8-2 6 16,-4-3 1-16,3 3 0 0,-3 2 18 0,4-5 4 15,-1 3 1-15,1-4 0 0,3 7-20 0,-3-3-4 16,-8-3-1-16,8-1 0 0,3 4 2 0,-3-4 0 15,-4 7 0-15,-4-3 0 0,11-3 11 0,-3-1 2 0,3 1 1 16,-3-1 0-16,-4 4-36 0,-4-3-7 0,11-1-2 16,-3 1 0-16,3-1-4 0,-3 1-1 0,-1 0 0 15,-3-1 0-15,0-5 5 0,4 5 1 0,-1 1 0 0,-6-7 0 16,6 7 14-16,1-1 2 0,-11 1 1 16,7-7 0-16,0 7-19 0,0-4-3 0,-3-2-1 0,-4-4 0 15,0 9 13-15,7-5 3 0,-4-4 0 0,1 0 0 16,-4 3 6-16,10-2 2 0,-10 5 0 0,8-9 0 15,-5 9-20-15,4-12-3 0,-3 10-1 0,-1-4 0 16,-3 0-8-16,11 0 0 0,-11 4 0 0,10-4 8 16,-6 3-8-16,-4 4 0 0,0-4 0 0,7-3 8 15,-4 10 3-15,-3-7 0 0,0-3 0 0,7 0 0 16,-3 4 1-16,-4 2 1 0,0-3 0 0,0-2 0 16,0-1-4-16,7 0-1 0,-7-6 0 0,0 9 0 0,4-3-8 15,-1 1 0-15,-3-7 0 0,0 6 8 16,0 0-8-16,7-6 0 0,-7 6 0 0,0 3 8 0,4-6 0 15,-4 4-8-15,-4-4 12 0,4 9-4 0,-7-6 8 16,7 4 0-16,0-1 1 0,0-3 0 0,-3 0-17 16,-1 4 0-16,-3 2 0 0,7-3 0 0,-4 1 0 0,-3 2 10 15,7-3-10-15,-3-2 8 0,3 8-8 0,-7-5 0 16,7 2 0-16,-4-3 8 0,4-2-8 0,-3 2 0 16,-4 6 0-16,7-8 8 0,-4 2-8 0,-3-3 0 15,7 0 0-15,-7 0 8 0,7 4 2 0,-7 2 0 16,4-6 0-16,-5-2 0 0,5 8-10 0,-4-3 0 15,7-3 0-15,-4 4 0 0,-6 2 0 0,10-2 0 16,-11-1 0-16,11 6 0 0,-7-2 0 0,0-4 0 16,-4 1 0-16,11 5 0 0,-10 1 0 0,6-4 0 0,-6-2 0 15,6 5 0-15,-3-6 0 0,0 7 8 0,0 0-8 16,-3-1 8-16,2-5-8 0,1 5 0 0,-3-2 0 0,10-4 0 16,-11 7 0-16,8-1 0 0,-8-6 0 0,8 4 0 15,-4-4 0-15,-1 7 0 0,1-7 0 0,-3 4 0 16,10-4 0-16,0 6 0 0,-11 1 0 0,8-7 0 15,-8 7 0-15,11 0 0 0,-3-1 0 0,-4-9 0 16,0 10 0-16,-1-7 0 0,-2 4 0 0,-1-4 0 16,4 7 0-16,-3-7 0 0,3 7 0 0,-4-4 8 15,-3-3-8-15,10 10 0 0,-3-3 0 0,-7-4 0 16,11 4 0-16,-8-1 0 0,4-2 0 0,0 2 0 16,0 1 0-16,-4 6 0 0,4-3 0 0,0-4 0 15,-3 1 0-15,3-1-9 0,0 4 9 0,-4 3 0 16,0-3 0-16,8-4 0 0,-8 1 0 0,1 6 0 0,6-4 0 15,-3-2 0-15,0 0 0 0,-4-1-10 0,4 4 10 16,0-3 0-16,0-1 0 0,-3 1 0 0,3-1 0 16,0 4 12-16,-4-3-4 0,7-1 0 0,-3 1-8 0,0 6 0 15,0-7 0-15,-3 4 0 0,3-3-10 0,-4 2 10 16,1-2-12-16,-1-1 12 0,0 7-8 0,1-3 8 16,-1-3 0-16,-3 9 0 0,3-10-11 0,-3 4 11 15,4 6-10-15,6-9 10 0,-6 9 0 0,-1-4 0 16,4-2 0-16,0-3 0 0,-4 9 0 0,1 0 0 15,-1-10 8-15,-3 10-8 0,7-9 0 0,-4 3 0 16,1 3 0-16,-4-4 0 0,-4 4 0 0,11-3 0 16,-3-4 0-16,-1 7-9 0,-3-3 9 0,3-3 0 0,1 2 0 15,-1 4 0-15,0-3 0 0,1 3 0 0,-4-3 0 16,3 2 0-16,8-2 0 0,-8 6 0 0,1-9 0 16,-1 9 0-16,-3-3 0 0,10-4 0 0,-6 7 0 15,-1-3 0-15,1-3 0 0,-1 6 0 0,-3-6 0 0,3 3 0 16,4 3 0-16,-10-7 0 0,6 4 0 0,7-3 0 15,-6 3 0-15,-1-4 0 0,1 4 0 0,3-3 0 16,-4 6 0-16,4-9 0 0,-7 9 0 0,3-7 0 16,4 4 0-16,0-3 0 0,-7 6 0 0,0-3 0 15,-4-3 0-15,11 6 0 0,-10-4 0 0,6-2 0 16,-3 6 0-16,3 0 0 0,-3-3 0 0,-3-3 0 16,-1 6 0-16,7 0 0 0,4-3 0 0,-10 3-8 15,10-7 8-15,-11 7 0 0,7 0 0 0,8-6 0 16,-8 6 0-16,1-3 0 0,3 3 0 0,0-6 0 15,-4 6 0-15,0-3 0 0,8 3 0 0,-4-7 0 0,-7 4 0 16,10 3 0-16,-3-6 0 0,-7 6 0 0,11-3 0 16,-5-4 0-16,1 7 0 0,0 0 0 0,-3 0 0 0,3-3 0 15,0 3 0-15,-4-6-8 0,8 6 8 0,-4 0 0 16,-1 0 0-16,1-3 0 0,7 3 0 0,-10 0 0 16,6 0 0-16,-3 0 0 0,4 0 0 0,-8 0 0 15,8 0 0-15,3 0 0 0,-7 0 0 0,-1 0 0 16,1 0 0-16,-3-6-8 0,10 6 8 0,-7 0 0 15,0 0 0-15,3 0 0 0,-3 0 0 0,-3 0 0 16,10-7 0-16,-4 7 0 0,4 0 0 0,-7-3 0 16,0 3 0-16,0 0 0 0,7 0 0 0,0 0 0 15,-7 0 0-15,7 0 0 0,-7 0 0 0,7 0 0 0,0 0 0 16,-11 0 0-16,4 0 0 0,7 0 0 0,0 0 0 16,0 0-8-16,0 0 8 0,0 0 0 0,0 0 0 15,0 0 0-15,0 0 0 0,0 0 0 0,-7 0 0 0,7 0 0 16,0 0 0-16,-7 0 0 0,0 0 0 0,7 0 0 15,0 0 0-15,0 0 0 0,-7 0 0 0,7 0 0 16,0 0 0-16,0 0 0 0,0 0 0 0,0 0 0 16,0 0 0-16,0 0 0 0,-7 0 0 0,7 0 0 15,0 0 0-15,0 0 0 0,0 0 0 0,0 0 0 16,0 0 0-16,-7 0 0 0,7 0 0 0,0 0 0 16,-11 0 0-16,11 0 0 0,0 0 0 0,0 0 0 15,0 0 0-15,0 0 0 0,0 0 0 0,0 0 0 16,-3 0 0-16,3 0 0 0,0 0 0 0,0 0 0 15,-7 0 0-15,7 0 0 0,0 0 0 0,0 0 0 0,0 0 0 16,-7 0 0-16,7 0 0 0,0 0 0 0,0 0 0 16,0 0-8-16,0 0 8 0,0 0 0 0,-4 3 0 0,4-3 0 15,-7 7 0-15,7-7 0 0,-7 0 0 0,7 0 0 16,-4 0 0-16,-3 6 0 0,0-3 0 0,7-3 0 16,-7 0 0-16,4 0 0 0,-4 6 0 0,0-3 0 15,7-3 0-15,0 0 0 0,-7 0 0 0,-4 0 0 16,7 7 0-16,4-7 0 0,0 0 0 0,0 0 0 15,-7 0 0-15,7 0 0 0,-3 3 0 0,3-3 0 16,0 0 0-16,-11 6-8 0,11-6 8 0,0 0 0 16,0 0 0-16,-7 3 0 0,4-3 0 0,3 0 0 15,-7 7 0-15,7-7 0 0,-4 0 0 0,-3 3 0 0,0-3 0 16,7 0 0-16,0 0 0 0,-4 6 0 0,4-6 0 16,-7 0 0-16,7 0 0 0,-3 9 0 0,3-9 0 0,0 0 0 15,-11 0 0-15,11 0 0 0,0 7 0 0,0-7 0 16,-7 3 0-16,7-3 0 0,-3 0 0 0,3 0 0 15,-7 6 0-15,7-6 0 0,0 0 0 0,-7 3 0 16,3-3 0-16,4 0 0 0,-7 6 0 0,7-6 0 16,0 0 0-16,-4 0 0 0,-3 0 0 0,7 0 8 15,0 0-8-15,0 0 0 0,0 0 0 0,0 0 0 16,0 0 0-16,0 0 0 0,0 0 8 0,0 0-8 16,0 0 0-16,0 0 0 0,0 0 0 0,0 0 8 15,0 0-8-15,0 0 0 0,0 0 8 0,0 0-8 16,0 0 0-16,0 0 0 0,0 0 0 0,0 0 0 15,0 0 0-15,0 0 0 0,0 0 0 0,0 0 8 0,0-6-8 16,0 6 0-16,7-9 0 0,-7 9 0 16,4-3 0-16,-4-4 8 0,7-2-8 0,-7 9 0 0,4-6 0 15,3-4 8-15,-4 7-8 0,4-3 0 0,0 3 0 16,0-4 0-16,-3-2 0 0,3 6 8 0,0-10-8 0,4 10 0 16,-4-3 0-16,0-3 0 0,0 5 0 0,3-2 0 15,-3 3 0-15,4-3 0 0,0-4 0 0,-1 4 0 16,1 3 0-16,3-3 0 0,0 2 0 0,-3-2 0 15,-1 3 0-15,1-6 0 0,3 2 0 0,0-2 0 16,0 6 0-16,0-3 0 0,0-4 0 0,-3 4 0 16,3-4 0-16,0 7 0 0,-3-3 0 0,3-3 0 15,-4-1 0-15,4 1 0 0,-3 3 0 0,-7-4 0 16,6 7 0-16,1-6 0 0,-4 2 0 0,0 4 0 0,-7-3 0 16,10 3 0-16,-10 3 0 0,4-6 0 0,3-1 0 15,-7 7-12-15,4-3 12 0,6 3 0 0,-10 0 0 16,7-6 0-16,0 3 0 0,-7 3 0 0,4 0 0 15,-4 0 8-15,7-7-8 0,-7 7 0 0,0 0 0 0,7 0 0 16,-7 0 0-16,0 0 0 0,0 0 0 0,0 0 0 16,0 0 0-16,0 0 0 0,0 0 0 0,0 0 0 15,0 0 0-15,0 0 0 0,0 0 0 0,0 0 0 16,0 0 0-16,0 0 0 0,0 0 0 0,0 0 0 16,7-3 0-16,-7 3 0 0,0 0 0 0,0 0 0 15,0 0 0-15,0 0 0 0,0 0 0 0,0 0 8 16,0 0-8-16,0 0 0 0,0 0 0 0,0 0 0 15,0 0 0-15,0 0 0 0,0 0-8 0,0 0 8 16,0 0 0-16,0 0 0 0,0 0 0 0,0 0 8 0,0 0-8 16,0 0 0-16,0 0-8 0,0 0 8 0,0 0 0 0,0 0 0 15,0 0 0-15,0 0 0 16,0 0 0-16,0 0 0 0,0 0 0 0,0 0 0 0,0 0 0 0,0 0 0 16,-4 3 0-16,1 7 8 0,-4-4-8 0,3-3 0 15,-3 4-8-15,0-1 8 0,0-3 0 0,-3 6 0 16,2 1 0-16,1-1 0 0,-3-3 0 0,-1 4 0 15,-3-7 0-15,4 3 0 0,-1 4 0 0,-3-1 0 16,3-3 0-16,-3-3 0 0,4 7 0 0,-5-4 0 16,1-3 0-16,0 4 0 0,0-1 0 0,0-3 0 15,0 3 0-15,10-3 0 0,-3 4 0 0,0-4 0 16,-3 3 0-16,-1-3 0 0,1 3 0 0,-5 4 0 0,1-7 0 16,0 3 0-16,0 4 0 0,0-4 0 0,3-3 0 15,-3 3 0-15,7-2 0 0,-3 2 0 0,-1-3 0 0,4 3 0 16,-4-3 0-16,8 4 0 0,-8-1 0 0,11-3 0 15,-10-3 0-15,6 9 0 0,1-2 0 0,3-7 0 16,-4 3 0-16,4-3 0 0,-7 6 0 0,7-6 0 16,0 0 0-16,-7 3 0 0,7-3 0 0,0 7 0 15,-4-4 0-15,-3 3 0 0,4-6 0 0,3 0 0 16,-4 9 0-16,-3-9 0 0,7 7 0 0,0-7 0 16,-7 3 0-16,7-3 0 0,-3 6 0 0,3-6 8 15,0 0-8-15,-4 3 0 0,4-3 0 0,0 0 0 16,0 0 0-16,0 0 0 0,-3 6 0 0,3-6 0 15,0 0 0-15,0 0 11 0,0 0-11 0,0 0 12 0,0 0-12 16,0 0 0-16,0 0 0 0,-4 4 8 16,4-4-8-16,0 0 0 0,0 0 0 0,0 0 0 0,4 9 8 15,-4-9 0-15,7 6 0 0,-4-6 0 0,4 10-8 16,-7-4 0-16,11-3 0 0,-4 6 0 0,0-9 0 16,4 10 0-16,-4-4 9 0,3-3-9 0,-3 4 8 0,7 2-8 15,-3 0 10-15,10 1-10 0,-7-1 8 0,0 1-8 16,-3-1 0-16,10-3 9 0,-7 4-9 0,4-1 0 15,-11 0 9-15,14-2-9 0,-7 2 8 0,0-6-8 16,-3 4 8-16,10 2-8 0,-7-3 9 0,0-3-9 16,-3 7 12-16,10-4-12 0,-7-3 13 0,0 7-4 15,-3-4-1-15,3 3 0 0,-3-6-8 0,-1 10-9 16,1-10 9-16,-1 6-13 0,-6 1 13 0,6-1 0 16,-6-2 0-16,3-4 0 0,-7-3 0 0,4 6 0 0,-4-6 0 15,0 0 0-15,7 9 0 0,-7-9-9 0,0 0 9 0,0 0-8 16,3 10-14-16,-3-10-2 0,0 0-1 15,0 0 0 1,0 0-179-16,0 0-36 0,0 0-8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16:20.84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30723 10606 1378 0,'0'0'61'0,"0"0"13"0,0 0-59 0,0 0-15 16,0 0 0-16,4-9 0 0,-4 9 38 0,11 0 5 16,-8-9 1-16,4 2 0 0,-3 4-36 0,-4 3-8 15,7-6 0-15,-4 3 0 0,8-4 8 0,-8 4-8 16,8-6 12-16,0 3-4 0,-8 2 29 0,8-2 6 16,-4-3 1-16,3 3 0 0,-3 2 18 0,4-5 4 15,-1 3 1-15,1-4 0 0,3 7-20 0,-3-3-4 16,-8-3-1-16,8-1 0 0,3 4 2 0,-3-4 0 15,-4 7 0-15,-4-3 0 0,11-3 11 0,-3-1 2 0,3 1 1 16,-3-1 0-16,-4 4-36 0,-4-3-7 0,11-1-2 16,-3 1 0-16,3-1-4 0,-3 1-1 0,-1 0 0 15,-3-1 0-15,0-5 5 0,4 5 1 0,-1 1 0 0,-6-7 0 16,6 7 14-16,1-1 2 0,-11 1 1 16,7-7 0-16,0 7-19 0,0-4-3 0,-3-2-1 0,-4-4 0 15,0 9 13-15,7-5 3 0,-4-4 0 0,1 0 0 16,-4 3 6-16,10-2 2 0,-10 5 0 0,8-9 0 15,-5 9-20-15,4-12-3 0,-3 10-1 0,-1-4 0 16,-3 0-8-16,11 0 0 0,-11 4 0 0,10-4 8 16,-6 3-8-16,-4 4 0 0,0-4 0 0,7-3 8 15,-4 10 3-15,-3-7 0 0,0-3 0 0,7 0 0 16,-3 4 1-16,-4 2 1 0,0-3 0 0,0-2 0 16,0-1-4-16,7 0-1 0,-7-6 0 0,0 9 0 0,4-3-8 15,-1 1 0-15,-3-7 0 0,0 6 8 16,0 0-8-16,7-6 0 0,-7 6 0 0,0 3 8 0,4-6 0 15,-4 4-8-15,-4-4 12 0,4 9-4 0,-7-6 8 16,7 4 0-16,0-1 1 0,0-3 0 0,-3 0-17 16,-1 4 0-16,-3 2 0 0,7-3 0 0,-4 1 0 0,-3 2 10 15,7-3-10-15,-3-2 8 0,3 8-8 0,-7-5 0 16,7 2 0-16,-4-3 8 0,4-2-8 0,-3 2 0 16,-4 6 0-16,7-8 8 0,-4 2-8 0,-3-3 0 15,7 0 0-15,-7 0 8 0,7 4 2 0,-7 2 0 16,4-6 0-16,-5-2 0 0,5 8-10 0,-4-3 0 15,7-3 0-15,-4 4 0 0,-6 2 0 0,10-2 0 16,-11-1 0-16,11 6 0 0,-7-2 0 0,0-4 0 16,-4 1 0-16,11 5 0 0,-10 1 0 0,6-4 0 0,-6-2 0 15,6 5 0-15,-3-6 0 0,0 7 8 0,0 0-8 16,-3-1 8-16,2-5-8 0,1 5 0 0,-3-2 0 0,10-4 0 16,-11 7 0-16,8-1 0 0,-8-6 0 0,8 4 0 15,-4-4 0-15,-1 7 0 0,1-7 0 0,-3 4 0 16,10-4 0-16,0 6 0 0,-11 1 0 0,8-7 0 15,-8 7 0-15,11 0 0 0,-3-1 0 0,-4-9 0 16,0 10 0-16,-1-7 0 0,-2 4 0 0,-1-4 0 16,4 7 0-16,-3-7 0 0,3 7 0 0,-4-4 8 15,-3-3-8-15,10 10 0 0,-3-3 0 0,-7-4 0 16,11 4 0-16,-8-1 0 0,4-2 0 0,0 2 0 16,0 1 0-16,-4 6 0 0,4-3 0 0,0-4 0 15,-3 1 0-15,3-1-9 0,0 4 9 0,-4 3 0 16,0-3 0-16,8-4 0 0,-8 1 0 0,1 6 0 0,6-4 0 15,-3-2 0-15,0 0 0 0,-4-1-10 0,4 4 10 16,0-3 0-16,0-1 0 0,-3 1 0 0,3-1 0 16,0 4 12-16,-4-3-4 0,7-1 0 0,-3 1-8 0,0 6 0 15,0-7 0-15,-3 4 0 0,3-3-10 0,-4 2 10 16,1-2-12-16,-1-1 12 0,0 7-8 0,1-3 8 16,-1-3 0-16,-3 9 0 0,3-10-11 0,-3 4 11 15,4 6-10-15,6-9 10 0,-6 9 0 0,-1-4 0 16,4-2 0-16,0-3 0 0,-4 9 0 0,1 0 0 15,-1-10 8-15,-3 10-8 0,7-9 0 0,-4 3 0 16,1 3 0-16,-4-4 0 0,-4 4 0 0,11-3 0 16,-3-4 0-16,-1 7-9 0,-3-3 9 0,3-3 0 0,1 2 0 15,-1 4 0-15,0-3 0 0,1 3 0 0,-4-3 0 16,3 2 0-16,8-2 0 0,-8 6 0 0,1-9 0 16,-1 9 0-16,-3-3 0 0,10-4 0 0,-6 7 0 15,-1-3 0-15,1-3 0 0,-1 6 0 0,-3-6 0 0,3 3 0 16,4 3 0-16,-10-7 0 0,6 4 0 0,7-3 0 15,-6 3 0-15,-1-4 0 0,1 4 0 0,3-3 0 16,-4 6 0-16,4-9 0 0,-7 9 0 0,3-7 0 16,4 4 0-16,0-3 0 0,-7 6 0 0,0-3 0 15,-4-3 0-15,11 6 0 0,-10-4 0 0,6-2 0 16,-3 6 0-16,3 0 0 0,-3-3 0 0,-3-3 0 16,-1 6 0-16,7 0 0 0,4-3 0 0,-10 3-8 15,10-7 8-15,-11 7 0 0,7 0 0 0,8-6 0 16,-8 6 0-16,1-3 0 0,3 3 0 0,0-6 0 15,-4 6 0-15,0-3 0 0,8 3 0 0,-4-7 0 0,-7 4 0 16,10 3 0-16,-3-6 0 0,-7 6 0 0,11-3 0 16,-5-4 0-16,1 7 0 0,0 0 0 0,-3 0 0 0,3-3 0 15,0 3 0-15,-4-6-8 0,8 6 8 0,-4 0 0 16,-1 0 0-16,1-3 0 0,7 3 0 0,-10 0 0 16,6 0 0-16,-3 0 0 0,4 0 0 0,-8 0 0 15,8 0 0-15,3 0 0 0,-7 0 0 0,-1 0 0 16,1 0 0-16,-3-6-8 0,10 6 8 0,-7 0 0 15,0 0 0-15,3 0 0 0,-3 0 0 0,-3 0 0 16,10-7 0-16,-4 7 0 0,4 0 0 0,-7-3 0 16,0 3 0-16,0 0 0 0,7 0 0 0,0 0 0 15,-7 0 0-15,7 0 0 0,-7 0 0 0,7 0 0 0,0 0 0 16,-11 0 0-16,4 0 0 0,7 0 0 0,0 0 0 16,0 0-8-16,0 0 8 0,0 0 0 0,0 0 0 15,0 0 0-15,0 0 0 0,0 0 0 0,-7 0 0 0,7 0 0 16,0 0 0-16,-7 0 0 0,0 0 0 0,7 0 0 15,0 0 0-15,0 0 0 0,-7 0 0 0,7 0 0 16,0 0 0-16,0 0 0 0,0 0 0 0,0 0 0 16,0 0 0-16,0 0 0 0,-7 0 0 0,7 0 0 15,0 0 0-15,0 0 0 0,0 0 0 0,0 0 0 16,0 0 0-16,-7 0 0 0,7 0 0 0,0 0 0 16,-11 0 0-16,11 0 0 0,0 0 0 0,0 0 0 15,0 0 0-15,0 0 0 0,0 0 0 0,0 0 0 16,-3 0 0-16,3 0 0 0,0 0 0 0,0 0 0 15,-7 0 0-15,7 0 0 0,0 0 0 0,0 0 0 0,0 0 0 16,-7 0 0-16,7 0 0 0,0 0 0 0,0 0 0 16,0 0-8-16,0 0 8 0,0 0 0 0,-4 3 0 0,4-3 0 15,-7 7 0-15,7-7 0 0,-7 0 0 0,7 0 0 16,-4 0 0-16,-3 6 0 0,0-3 0 0,7-3 0 16,-7 0 0-16,4 0 0 0,-4 6 0 0,0-3 0 15,7-3 0-15,0 0 0 0,-7 0 0 0,-4 0 0 16,7 7 0-16,4-7 0 0,0 0 0 0,0 0 0 15,-7 0 0-15,7 0 0 0,-3 3 0 0,3-3 0 16,0 0 0-16,-11 6-8 0,11-6 8 0,0 0 0 16,0 0 0-16,-7 3 0 0,4-3 0 0,3 0 0 15,-7 7 0-15,7-7 0 0,-4 0 0 0,-3 3 0 0,0-3 0 16,7 0 0-16,0 0 0 0,-4 6 0 0,4-6 0 16,-7 0 0-16,7 0 0 0,-3 9 0 0,3-9 0 0,0 0 0 15,-11 0 0-15,11 0 0 0,0 7 0 0,0-7 0 16,-7 3 0-16,7-3 0 0,-3 0 0 0,3 0 0 15,-7 6 0-15,7-6 0 0,0 0 0 0,-7 3 0 16,3-3 0-16,4 0 0 0,-7 6 0 0,7-6 0 16,0 0 0-16,-4 0 0 0,-3 0 0 0,7 0 8 15,0 0-8-15,0 0 0 0,0 0 0 0,0 0 0 16,0 0 0-16,0 0 0 0,0 0 8 0,0 0-8 16,0 0 0-16,0 0 0 0,0 0 0 0,0 0 8 15,0 0-8-15,0 0 0 0,0 0 8 0,0 0-8 16,0 0 0-16,0 0 0 0,0 0 0 0,0 0 0 15,0 0 0-15,0 0 0 0,0 0 0 0,0 0 8 0,0-6-8 16,0 6 0-16,7-9 0 0,-7 9 0 16,4-3 0-16,-4-4 8 0,7-2-8 0,-7 9 0 0,4-6 0 15,3-4 8-15,-4 7-8 0,4-3 0 0,0 3 0 16,0-4 0-16,-3-2 0 0,3 6 8 0,0-10-8 0,4 10 0 16,-4-3 0-16,0-3 0 0,0 5 0 0,3-2 0 15,-3 3 0-15,4-3 0 0,0-4 0 0,-1 4 0 16,1 3 0-16,3-3 0 0,0 2 0 0,-3-2 0 15,-1 3 0-15,1-6 0 0,3 2 0 0,0-2 0 16,0 6 0-16,0-3 0 0,0-4 0 0,-3 4 0 16,3-4 0-16,0 7 0 0,-3-3 0 0,3-3 0 15,-4-1 0-15,4 1 0 0,-3 3 0 0,-7-4 0 16,6 7 0-16,1-6 0 0,-4 2 0 0,0 4 0 0,-7-3 0 16,10 3 0-16,-10 3 0 0,4-6 0 0,3-1 0 15,-7 7-12-15,4-3 12 0,6 3 0 0,-10 0 0 16,7-6 0-16,0 3 0 0,-7 3 0 0,4 0 0 15,-4 0 8-15,7-7-8 0,-7 7 0 0,0 0 0 0,7 0 0 16,-7 0 0-16,0 0 0 0,0 0 0 0,0 0 0 16,0 0 0-16,0 0 0 0,0 0 0 0,0 0 0 15,0 0 0-15,0 0 0 0,0 0 0 0,0 0 0 16,0 0 0-16,0 0 0 0,0 0 0 0,0 0 0 16,7-3 0-16,-7 3 0 0,0 0 0 0,0 0 0 15,0 0 0-15,0 0 0 0,0 0 0 0,0 0 8 16,0 0-8-16,0 0 0 0,0 0 0 0,0 0 0 15,0 0 0-15,0 0 0 0,0 0-8 0,0 0 8 16,0 0 0-16,0 0 0 0,0 0 0 0,0 0 8 0,0 0-8 16,0 0 0-16,0 0-8 0,0 0 8 0,0 0 0 0,0 0 0 15,0 0 0-15,0 0 0 16,0 0 0-16,0 0 0 0,0 0 0 0,0 0 0 0,0 0 0 0,0 0 0 16,-4 3 0-16,1 7 8 0,-4-4-8 0,3-3 0 15,-3 4-8-15,0-1 8 0,0-3 0 0,-3 6 0 16,2 1 0-16,1-1 0 0,-3-3 0 0,-1 4 0 15,-3-7 0-15,4 3 0 0,-1 4 0 0,-3-1 0 16,3-3 0-16,-3-3 0 0,4 7 0 0,-5-4 0 16,1-3 0-16,0 4 0 0,0-1 0 0,0-3 0 15,0 3 0-15,10-3 0 0,-3 4 0 0,0-4 0 16,-3 3 0-16,-1-3 0 0,1 3 0 0,-5 4 0 0,1-7 0 16,0 3 0-16,0 4 0 0,0-4 0 0,3-3 0 15,-3 3 0-15,7-2 0 0,-3 2 0 0,-1-3 0 0,4 3 0 16,-4-3 0-16,8 4 0 0,-8-1 0 0,11-3 0 15,-10-3 0-15,6 9 0 0,1-2 0 0,3-7 0 16,-4 3 0-16,4-3 0 0,-7 6 0 0,7-6 0 16,0 0 0-16,-7 3 0 0,7-3 0 0,0 7 0 15,-4-4 0-15,-3 3 0 0,4-6 0 0,3 0 0 16,-4 9 0-16,-3-9 0 0,7 7 0 0,0-7 0 16,-7 3 0-16,7-3 0 0,-3 6 0 0,3-6 8 15,0 0-8-15,-4 3 0 0,4-3 0 0,0 0 0 16,0 0 0-16,0 0 0 0,-3 6 0 0,3-6 0 15,0 0 0-15,0 0 11 0,0 0-11 0,0 0 12 0,0 0-12 16,0 0 0-16,0 0 0 0,-4 4 8 16,4-4-8-16,0 0 0 0,0 0 0 0,0 0 0 0,4 9 8 15,-4-9 0-15,7 6 0 0,-4-6 0 0,4 10-8 16,-7-4 0-16,11-3 0 0,-4 6 0 0,0-9 0 16,4 10 0-16,-4-4 9 0,3-3-9 0,-3 4 8 0,7 2-8 15,-3 0 10-15,10 1-10 0,-7-1 8 0,0 1-8 16,-3-1 0-16,10-3 9 0,-7 4-9 0,4-1 0 15,-11 0 9-15,14-2-9 0,-7 2 8 0,0-6-8 16,-3 4 8-16,10 2-8 0,-7-3 9 0,0-3-9 16,-3 7 12-16,10-4-12 0,-7-3 13 0,0 7-4 15,-3-4-1-15,3 3 0 0,-3-6-8 0,-1 10-9 16,1-10 9-16,-1 6-13 0,-6 1 13 0,6-1 0 16,-6-2 0-16,3-4 0 0,-7-3 0 0,4 6 0 0,-4-6 0 15,0 0 0-15,7 9 0 0,-7-9-9 0,0 0 9 0,0 0-8 16,3 10-14-16,-3-10-2 0,0 0-1 15,0 0 0 1,0 0-179-16,0 0-36 0,0 0-8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50:58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28547 13927 115 0,'0'0'0'0,"0"0"10"0,0 0-10 0,0 0 0 15,0 0 0-15,0 0 0 0,0 0 196 0,0 0 38 16,0 0 7-16,0 0 2 0,0 0-136 0,0 0-27 15,0 0-6-15,0 0-1 0,0 0-17 0,0 0-3 16,0 0-1-16,0 0 0 0,0 0 7 0,0 0 1 16,0 0 0-16,0 0 0 0,0 0 0 0,0 0 0 15,0 0 0-15,0 0 0 0,0 0-7 0,0 0-1 16,0 0 0-16,0 0 0 0,0 0-22 0,0 0-5 16,0 0-1-16,0 0 0 0,3 6-8 0,-3 4-3 15,4-1 0-15,-4 1 0 0,0-1 1 0,0 0 0 16,0 1 0-16,0-1 0 0,3 7-1 0,-3-7 0 15,-3 10 0-15,3-3 0 0,0 0-5 0,0 2 0 0,0-5-8 16,0 9 12-16,0 0 0 0,0-7-1 0,0 11 0 16,0-4 0-16,0 3 3 0,0 0 1 0,0-3 0 0,0 3 0 15,0 3-4-15,3-3-1 0,-3 3 0 16,0-3 0-16,4 4-2 0,-4-4-8 0,0 0 12 0,-4-6-4 16,4 9 4-16,0-9 1 0,0 6 0 0,4 0 0 15,-4-6-1-15,0 6-1 0,-4-3 0 0,4 3 0 16,-3 0-2-16,3-6 0 0,0 9 0 0,-4-9 0 15,4 6-9-15,0 0 0 0,-3-6 0 0,-1 9 0 16,4-9 0-16,0 6 0 0,-3-6 0 0,-1-1 8 16,1 4 1-16,3-3 0 0,0-6 0 0,-4 2 0 15,4 4 13-15,0-3 2 0,0-4 1 0,0 4 0 16,0-7-25-16,0 7-12 0,0-6 0 0,0-1 1 16,0 0 11-16,0 7 0 0,4-7 8 0,-4 1-8 0,0 2 0 15,-4-2 8-15,4 6-8 0,0-7 0 0,0 0 9 16,-3 1-9-16,3-1 12 0,-7 4-12 0,7-1 13 0,0-5-4 15,0-4-1-15,0 6 0 0,-4 0 2 0,4-2 0 16,-3-4 0-16,-1 3 0 0,4 4-2 0,0-4 0 16,0-6 0-16,0 3 0 0,-4 6-8 0,4 1 0 15,0-4 0-15,0-3 0 0,0 3 0 0,0 4 0 16,0-10 0-16,-3 9 0 0,3-2 0 0,0-7 0 16,0 3 0-16,-4 6 0 0,4-9 0 0,0 0 0 15,0 9 12-15,0-9-4 0,0 0-8 0,0 7 0 16,0-7 0-16,0 9 0 0,-3-3 0 0,3-6 8 15,0 4-8-15,0-4 12 0,0 9-12 0,0-9 0 0,-4 6 0 16,4 4 0-16,0-7 0 0,-3 3 0 16,3 3 0-16,0-9 0 0,-4 7 8 0,4-7-8 0,0 9 8 15,-3-6-8-15,3-3 8 0,0 0-8 0,0 10 0 0,0-10 8 16,0 0-8-16,0 6 0 0,0-6 0 0,-4 3 0 16,4-3 17-16,0 0 2 0,0 0 0 0,0 0 0 15,0 10-19-15,0-10 0 0,0 0 0 0,0 0 0 16,0 0-13-16,0 0 0 0,0 0 0 0,0 0 0 15,0 0 13-15,0 0 10 0,-3 6-2 0,3-6 0 16,0 0 5-16,0 0 1 0,0 0 0 0,0 0 0 16,0 0-3-16,-4 0-1 0,-6-6 0 0,10 2 0 15,-4-2-10-15,1 3 10 0,-5-6-10 0,5 2 10 16,-4-2-10-16,3-1 0 0,-3-5 0 0,4 5 0 0,-4 1 0 16,0-10 0-16,0 10 8 0,3-7-8 0,-3 4 0 15,4-4 8-15,-5 6-8 0,5-5 8 0,-4 2-8 16,3-2 0-16,1-1 0 0,-4 6-11 0,3-8 11 0,-6 8 0 15,10-2 0-15,-4-1 0 0,1 4 0 0,-1-4 0 16,4 7 0-16,-3-3-8 0,3-1 8 0,0 1 0 16,-8-1 0-16,8 4 0 0,4-3 0 0,-4 5 0 15,0 4 0-15,0 0-8 0,0 0 8 0,0 0 0 16,-4-6-9-16,4 6 9 0,0 0 0 0,0 0 0 16,0 0-9-16,0 0 9 0,0 0 0 0,0 0-8 15,0 0 8-15,0 0 0 0,0 0-10 0,8 10 10 16,-8-10-8-16,7 9 8 0,-4 0 0 0,1-2-8 15,6 8 8-15,-3-5 0 0,0-1 0 0,-3 4 0 0,3-4 0 16,-4 4-8-16,5-1 8 0,-1-2 0 0,0-1 0 16,-7 7 0-16,7-1 0 0,-4 4 0 0,1-6 0 0,-1 2-8 15,1 4 8-15,-4-3 0 0,0-4 0 16,3 4 0-16,-3 0 0 0,0-4 0 0,0-2 0 0,0-1 0 16,0 4 0-16,0-4 0 0,4-6 0 0,-4-3 8 15,0 10-8-15,0-10 0 0,0 0 0 0,3 9 0 16,-3-9 0-16,0 0 0 0,7 0 0 0,-7 0 0 15,0 0 8-15,0 0-8 0,7 6 10 0,1-2-10 16,-8-4 8-16,7 0-8 0,0 0 0 0,0 0 9 16,-7 0-9-16,7 0 8 0,0-4-8 0,3-2 8 15,-3 6 0-15,1-3-8 0,-1-3 12 0,-7 3-4 16,14-4 1-16,-4-2 0 0,-3-1 0 0,0 1 0 16,0 0-1-16,8-7 0 0,-5 7 0 0,4-10 0 15,0 0-8-15,4 3 8 0,0-3-8 0,3 4 8 0,-4-4 8 16,1-6 0-16,-4 6 1 0,0 0 0 0,4 0-17 15,-4 1 0-15,0 2 0 0,0-3 0 16,0 3-20-16,-7 7-8 0,4-4-2 0,0-2 0 16,-8 5-39-16,8-5-8 0,-8 5-2 0,-3 1 0 15,4-10-105-15,-4 10-22 0</inkml:trace>
  <inkml:trace contextRef="#ctx0" brushRef="#br0" timeOffset="1335.661">28060 12870 57 0,'0'0'0'0,"0"0"0"0,0 0 0 0,0 0 0 0,0-6 0 0,-4 3 0 16,4-3 109-16,0 3 17 0,0-4 3 0,0-2 1 15,-3 3-144-15,3 2-29 0,0-2-5 0,0-3-2 0,0 9 60 0,-4-10 12 16,4 7 2-16,0-3 1 0,0 6 82 0,0 0 16 15,-3-9 3-15,3 9 1 0,3-7-6 16,-3 4-1-16,0 3 0 0,0 0 0 0,0 0-42 0,0 0-9 16,0 0-1-16,0 0-1 0,0 0 7 0,0 0 2 15,0 0 0-15,0 0 0 0,0 0-13 0,0 0-3 16,0 0 0-16,0 0 0 0,0 0-7 0,0 0-1 16,0 10-1-16,0-1 0 0,0 0-15 0,0 1-2 15,-3-1-1-15,-1 1 0 0,4-1-9 0,0 7-1 16,-3-1-1-16,-1-2 0 0,1 3-2 0,3-1-1 15,-4-2 0-15,1 6 0 0,-1-4-4 0,1 4-1 16,3 0 0-16,-4 3 0 0,1 0-1 0,-1-3 0 16,1 6 0-16,-1-6 0 0,4-1 0 0,0 7 0 0,-4-6 0 15,1 0 0-15,3 6 5 0,-4-6 1 0,1-3 0 16,-1 3 0-16,4-4-1 0,-3-2 0 0,-1 2 0 16,4 1 0-16,-3-7 1 0,-1 1 0 0,4-1 0 0,0-6 0 15,-3 4-3-15,3-7-1 0,0 0 0 0,0 0 0 16,0 0-3-16,0 0-1 0,0 0 0 0,0 0 0 15,0 0 4-15,0 0 1 0,0 0 0 0,-4-10 0 16,4 1-8-16,0-7 0 0,0 4-8 0,-3-4 12 16,3-3-12-16,3 0 0 0,1-3 0 0,-4 4 0 15,3-1 0-15,-3-6 0 0,4 3 0 0,-1 3 0 16,-3-3 0-16,4 3 0 0,-1-6 0 0,1 6 0 16,-1 7 0-16,1-4 0 0,3-3 0 0,-3 4 0 15,-1-4-8-15,4 3 8 0,0 7 0 0,0-10 0 16,0 9-8-16,0-2 8 0,0-4 0 0,4 1 0 0,0 5-8 15,-1-2 8-15,1-4 0 0,3 6 0 0,0 1-8 16,-3 3 8-16,3-4 0 0,0 7 0 0,-4-3-8 16,-3 6 8-16,-7 0 0 0,0 0 0 0,11 6-8 0,-11-6 8 15,11 3 0-15,-4 7 0 0,0-4 0 0,0 3 0 16,-4 1 0-16,4-1 0 0,0 1 0 0,0-1 0 16,-3 7 0-16,3-7 0 0,0 1 0 0,0 8 0 15,0-8 0-15,-3 6 0 0,-4-7 0 0,10 10 0 16,-6-4 0-16,3-2 0 0,-4 9 0 0,4-10 0 15,-3 7 0-15,3-3 0 0,-3 3 10 0,-1 0-10 16,1-4 10-16,-1 4-10 0,-3-3 9 0,4-4-9 16,-4 4 8-16,0 3-8 0,7-4 0 0,-4-2 8 15,-3-4-8-15,0 7 0 0,0-6 0 0,0-1 0 0,0 0 8 16,0 1-8-16,0-4 0 0,0 3 0 0,0 1 0 0,0-4 8 16,0-6-8-16,-3 3 0 0,3-3-12 15,0 0 12 1,0 0-30-16,0 0 2 0,-7 10 0 0,7-10 0 15,0 0-75-15,0 0-14 0,0 0-3 0,0 0-1 16,0 0-54-16,0 0-10 0,0-10-3 0</inkml:trace>
  <inkml:trace contextRef="#ctx0" brushRef="#br0" timeOffset="2164.285">28480 13043 115 0,'0'0'10'0,"0"0"-10"0,0 0 0 0,0 0 0 16,0 0 187-16,0 0 35 0,0 0 7 0,0 0 2 15,0 0-104-15,0 0-21 0,0 0-4 0,0 0-1 16,0 0 5-16,0 0 1 0,0 0 0 0,0 0 0 16,0 0-33-16,0 0-6 0,0 0-2 0,0 0 0 15,7 6-22-15,-7-6-5 0,7 3-1 0,-7-3 0 16,0 0 2-16,10 0 0 0,-10 0 0 0,11 0 0 16,-7 0-3-16,6 0 0 0,-10 0 0 0,11 0 0 15,-1 0-5-15,-3-3-2 0,4-3 0 0,-4 6 0 16,4-3-13-16,-4-4-2 0,3 4-1 0,1-3 0 15,-1-3-6-15,1 2 0 0,0 4-8 0,-1-3 12 16,1-3 2-16,-4 5 0 0,3-5 0 0,1 3 0 0,0-4 18 16,-4 1 4-16,0 3 1 0,0-4 0 0,0 1-37 15,0-1 0-15,-4 1 0 0,1-7 0 0,-1 7 0 16,-3 0 11-16,4-1-3 0,-4 1 0 0,-4-7-8 0,4 7 8 16,0 5-8-16,0-5 8 0,0 3-8 0,-3-4 10 15,-1 1-10-15,-3 9 10 0,0-9-10 16,0 9 0-16,0 0 9 0,-3 0-9 0,2 0 0 0,-2 6 0 15,-4-3 0-15,0 6 0 0,3 1 0 0,1-1-12 16,-5 1 12-16,5-1-12 0,-1 7 12 0,1-7 0 16,-4 7 0-16,10-4-8 0,-7 4 8 0,1 0 0 15,-1-4 0-15,4 7 0 0,0-3 0 0,-3 3 0 16,3-1 0-16,-1 7 0 0,1-6 0 0,0 0 0 0,0 6 0 16,0-6 0-16,4 6 10 0,-1-6-2 15,-6 0-8-15,10-4 12 0,0 1 1 0,0-3 0 0,0 5 0 16,0-2 0-16,0-6-13 0,10-1 11 0,-3 0-11 0,0 7 10 15,0-7-2-15,4-2-8 0,0 2 12 0,-4-6-4 16,10 3-8-16,-3-6 8 0,4 4-8 0,0-4 8 16,3 0-8-16,0-4 0 0,4 4 0 0,-4-6 0 15,3 6 0-15,-6-9 0 0,0 9 0 0,3-3 0 16,-7-4-20-16,4 1-4 0,-8 3 0 0,4-3 0 16,-7 3-88-1,4-4-17-15,0-2-4 0,-8 0-612 0,8-1-123 0</inkml:trace>
  <inkml:trace contextRef="#ctx0" brushRef="#br0" timeOffset="2636.725">29210 12811 403 0,'0'0'36'0,"0"0"-36"0,0 0 0 0,0 0 0 16,0 0 266-16,0 0 46 0,0 0 10 0,0 0 2 15,0 0-235-15,0 0-46 0,0 0-10 0,0 0-1 16,0 0-13-16,0 0-3 0,0 0 0 0,-7 6 0 15,3-3 31-15,-3-3 5 0,4 6 2 0,-8-2 0 16,11 2 7-16,-7-3 2 0,4 3 0 0,-4 4 0 16,0-4-19-16,-4 3-4 0,11 1-1 0,-4-1 0 15,-6 7-14-15,-1-4-2 0,8 4-1 0,-4-3 0 16,-4 2 10-16,-3 4 1 0,10 6 1 0,-10-6 0 16,4 0-6-16,-1 6-2 0,1-6 0 0,-1 6 0 15,0-6 3-15,-3-1 1 0,11 1 0 0,-8-3 0 16,4 3-21-16,0-4-9 0,0-2 8 0,0 3-8 15,0-10 12-15,3 3-4 0,-3-5 0 0,7 5 0 16,0-9-8-16,0 0-11 0,0 0 3 0,0 0 0 16,0 0-69-16,0 0-14 15,0 0-2-15,0 0-1 0,0-9-90 0,0-10-17 16,0 9-4-16,0-9-1 0</inkml:trace>
  <inkml:trace contextRef="#ctx0" brushRef="#br0" timeOffset="3011.797">28917 12864 1591 0,'0'0'70'0,"0"0"15"0,-3 6-68 0,3-6-17 0,0 0 0 0,0 0 0 15,0 0 17-15,0 0 0 16,0 0 0-16,0 0 0 0,0 0 19 0,0 0 3 0,0 0 1 0,0 0 0 16,0 0 25-16,0 0 6 0,0 4 1 0,3 5 0 15,-3-9 2-15,7 6 1 0,0 4 0 0,-3-1 0 16,-4-9-18-16,10 6-3 0,-3 4-1 15,4-1 0-15,-4 1-34 0,4-1-7 0,-4 0-2 0,3 1 0 16,-3-1 10-16,0 7 1 0,4-7 1 0,-4 10 0 16,4-10-5-16,-4 7-1 0,0-3 0 0,-4 2 0 15,11 4-4-15,-7 0-2 0,-3-3 0 0,3 2 0 16,0 1 4-16,-3-3 1 0,3 3 0 0,-4-4 0 16,4-2-15-16,-7 3 0 0,11-1 0 0,-8-2 0 15,4-4 0-15,-3 7 0 0,7-7 0 0,-8 1 0 16,8-1 0-16,-8-3-8 0,4 4 8 0,-7-7-13 15,11 3-14-15,-8-3-2 16,1 4-1-16,-1-1 0 0,-3-6-30 0,0 0-5 16,0 0-2-16,0 0 0 0,0 0-95 0,0 0-19 0,0 0-4 15,0 0-1-15,0 0-15 0,0 0-3 16,0 0-1-16,4-6-362 0</inkml:trace>
  <inkml:trace contextRef="#ctx0" brushRef="#br0" timeOffset="3455.082">29538 12460 172 0,'0'0'16'0,"0"0"-16"0,0 0 0 0,0 0 0 16,0 0 322-16,0 0 62 0,0 0 12 0,0 0 2 15,0 0-311-15,0 0-63 0,0 0-12 0,0 0-2 16,0 0 21-16,0 9 4 0,0-6 1 0,0 7 0 16,0 5 45-16,0-5 10 0,0 5 1 0,0-2 1 15,0 3-14-15,-3 9-3 0,-4-3-1 0,7 3 0 16,0 0-26-16,0 0-5 0,0-3 0 0,0 3-1 15,0 3-19-15,0 0-3 0,0-3-1 0,0 4 0 16,0-4 16-16,0 3 4 0,0-6 0 0,0 0 0 16,0 3-25-16,0 0-5 0,0-3-1 0,0 3 0 15,0-6-1-15,0 6-8 0,0 3 12 0,0-9-4 0,-4 3-8 16,0-3 8-16,1 0-8 0,3-7 8 0,-4 4-8 16,4-1 8-16,-3-2-8 0,3-4 8 0,-7-2-8 0,7 2-11 15,0 1 3-15,0-4 0 0,0-6-13 0,0 0-3 16,0 0 0-16,0 0 0 15,0 0-159-15,0-16-32 0,0 7-6 16</inkml:trace>
  <inkml:trace contextRef="#ctx0" brushRef="#br0" timeOffset="3899.327">29245 12767 1224 0,'0'0'54'0,"0"0"11"0,0 0-52 0,0 0-13 0,0 0 0 0,0 0 0 16,0 0 81-16,0 0 14 0,0 0 2 0,0 0 1 15,0 0-50-15,0 0-11 0,0 0-1 0,0 0-1 16,7 0-11-16,-7 0-3 0,0 0 0 0,0 0 0 15,0 0 29-15,0 0 6 0,0 0 0 0,0 0 1 16,0 0-14-16,0 0-3 0,0 0-1 0,0 0 0 16,0 0 1-16,0 0 1 0,0 0 0 0,0 0 0 15,0 0 12-15,4-3 3 0,-1 3 0 0,1 0 0 16,-4 0 8-16,7 3 3 0,0-3 0 0,0 0 0 16,-7 0-9-16,4 0-2 0,3 0 0 0,3 0 0 0,4 0-12 0,0 0-4 15,4 0 0-15,0 0 0 0,6-3 0 16,-2 3-1-16,2 0 0 0,1 0 0 0,0 0-14 15,3-6-2-15,-7 2-1 0,4-2 0 0,-1 6-22 0,5-9 9 16,2 6-9-16,5-4 0 0,-12-2 0 0,8 9 0 16,-7-6 0-16,3 2 0 0,-7-2-8 0,4 6-9 15,-7-3-2-15,-1-3 0 16,-3 6-130-16,4-3-27 0,-7 3-4 16,-4-7-2-16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18:08.88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30723 10606 1378 0,'0'0'61'0,"0"0"13"0,0 0-59 0,0 0-15 16,0 0 0-16,4-9 0 0,-4 9 38 0,11 0 5 16,-8-9 1-16,4 2 0 0,-3 4-36 0,-4 3-8 15,7-6 0-15,-4 3 0 0,8-4 8 0,-8 4-8 16,8-6 12-16,0 3-4 0,-8 2 29 0,8-2 6 16,-4-3 1-16,3 3 0 0,-3 2 18 0,4-5 4 15,-1 3 1-15,1-4 0 0,3 7-20 0,-3-3-4 16,-8-3-1-16,8-1 0 0,3 4 2 0,-3-4 0 15,-4 7 0-15,-4-3 0 0,11-3 11 0,-3-1 2 0,3 1 1 16,-3-1 0-16,-4 4-36 0,-4-3-7 0,11-1-2 16,-3 1 0-16,3-1-4 0,-3 1-1 0,-1 0 0 15,-3-1 0-15,0-5 5 0,4 5 1 0,-1 1 0 0,-6-7 0 16,6 7 14-16,1-1 2 0,-11 1 1 16,7-7 0-16,0 7-19 0,0-4-3 0,-3-2-1 0,-4-4 0 15,0 9 13-15,7-5 3 0,-4-4 0 0,1 0 0 16,-4 3 6-16,10-2 2 0,-10 5 0 0,8-9 0 15,-5 9-20-15,4-12-3 0,-3 10-1 0,-1-4 0 16,-3 0-8-16,11 0 0 0,-11 4 0 0,10-4 8 16,-6 3-8-16,-4 4 0 0,0-4 0 0,7-3 8 15,-4 10 3-15,-3-7 0 0,0-3 0 0,7 0 0 16,-3 4 1-16,-4 2 1 0,0-3 0 0,0-2 0 16,0-1-4-16,7 0-1 0,-7-6 0 0,0 9 0 0,4-3-8 15,-1 1 0-15,-3-7 0 0,0 6 8 16,0 0-8-16,7-6 0 0,-7 6 0 0,0 3 8 0,4-6 0 15,-4 4-8-15,-4-4 12 0,4 9-4 0,-7-6 8 16,7 4 0-16,0-1 1 0,0-3 0 0,-3 0-17 16,-1 4 0-16,-3 2 0 0,7-3 0 0,-4 1 0 0,-3 2 10 15,7-3-10-15,-3-2 8 0,3 8-8 0,-7-5 0 16,7 2 0-16,-4-3 8 0,4-2-8 0,-3 2 0 16,-4 6 0-16,7-8 8 0,-4 2-8 0,-3-3 0 15,7 0 0-15,-7 0 8 0,7 4 2 0,-7 2 0 16,4-6 0-16,-5-2 0 0,5 8-10 0,-4-3 0 15,7-3 0-15,-4 4 0 0,-6 2 0 0,10-2 0 16,-11-1 0-16,11 6 0 0,-7-2 0 0,0-4 0 16,-4 1 0-16,11 5 0 0,-10 1 0 0,6-4 0 0,-6-2 0 15,6 5 0-15,-3-6 0 0,0 7 8 0,0 0-8 16,-3-1 8-16,2-5-8 0,1 5 0 0,-3-2 0 0,10-4 0 16,-11 7 0-16,8-1 0 0,-8-6 0 0,8 4 0 15,-4-4 0-15,-1 7 0 0,1-7 0 0,-3 4 0 16,10-4 0-16,0 6 0 0,-11 1 0 0,8-7 0 15,-8 7 0-15,11 0 0 0,-3-1 0 0,-4-9 0 16,0 10 0-16,-1-7 0 0,-2 4 0 0,-1-4 0 16,4 7 0-16,-3-7 0 0,3 7 0 0,-4-4 8 15,-3-3-8-15,10 10 0 0,-3-3 0 0,-7-4 0 16,11 4 0-16,-8-1 0 0,4-2 0 0,0 2 0 16,0 1 0-16,-4 6 0 0,4-3 0 0,0-4 0 15,-3 1 0-15,3-1-9 0,0 4 9 0,-4 3 0 16,0-3 0-16,8-4 0 0,-8 1 0 0,1 6 0 0,6-4 0 15,-3-2 0-15,0 0 0 0,-4-1-10 0,4 4 10 16,0-3 0-16,0-1 0 0,-3 1 0 0,3-1 0 16,0 4 12-16,-4-3-4 0,7-1 0 0,-3 1-8 0,0 6 0 15,0-7 0-15,-3 4 0 0,3-3-10 0,-4 2 10 16,1-2-12-16,-1-1 12 0,0 7-8 0,1-3 8 16,-1-3 0-16,-3 9 0 0,3-10-11 0,-3 4 11 15,4 6-10-15,6-9 10 0,-6 9 0 0,-1-4 0 16,4-2 0-16,0-3 0 0,-4 9 0 0,1 0 0 15,-1-10 8-15,-3 10-8 0,7-9 0 0,-4 3 0 16,1 3 0-16,-4-4 0 0,-4 4 0 0,11-3 0 16,-3-4 0-16,-1 7-9 0,-3-3 9 0,3-3 0 0,1 2 0 15,-1 4 0-15,0-3 0 0,1 3 0 0,-4-3 0 16,3 2 0-16,8-2 0 0,-8 6 0 0,1-9 0 16,-1 9 0-16,-3-3 0 0,10-4 0 0,-6 7 0 15,-1-3 0-15,1-3 0 0,-1 6 0 0,-3-6 0 0,3 3 0 16,4 3 0-16,-10-7 0 0,6 4 0 0,7-3 0 15,-6 3 0-15,-1-4 0 0,1 4 0 0,3-3 0 16,-4 6 0-16,4-9 0 0,-7 9 0 0,3-7 0 16,4 4 0-16,0-3 0 0,-7 6 0 0,0-3 0 15,-4-3 0-15,11 6 0 0,-10-4 0 0,6-2 0 16,-3 6 0-16,3 0 0 0,-3-3 0 0,-3-3 0 16,-1 6 0-16,7 0 0 0,4-3 0 0,-10 3-8 15,10-7 8-15,-11 7 0 0,7 0 0 0,8-6 0 16,-8 6 0-16,1-3 0 0,3 3 0 0,0-6 0 15,-4 6 0-15,0-3 0 0,8 3 0 0,-4-7 0 0,-7 4 0 16,10 3 0-16,-3-6 0 0,-7 6 0 0,11-3 0 16,-5-4 0-16,1 7 0 0,0 0 0 0,-3 0 0 0,3-3 0 15,0 3 0-15,-4-6-8 0,8 6 8 0,-4 0 0 16,-1 0 0-16,1-3 0 0,7 3 0 0,-10 0 0 16,6 0 0-16,-3 0 0 0,4 0 0 0,-8 0 0 15,8 0 0-15,3 0 0 0,-7 0 0 0,-1 0 0 16,1 0 0-16,-3-6-8 0,10 6 8 0,-7 0 0 15,0 0 0-15,3 0 0 0,-3 0 0 0,-3 0 0 16,10-7 0-16,-4 7 0 0,4 0 0 0,-7-3 0 16,0 3 0-16,0 0 0 0,7 0 0 0,0 0 0 15,-7 0 0-15,7 0 0 0,-7 0 0 0,7 0 0 0,0 0 0 16,-11 0 0-16,4 0 0 0,7 0 0 0,0 0 0 16,0 0-8-16,0 0 8 0,0 0 0 0,0 0 0 15,0 0 0-15,0 0 0 0,0 0 0 0,-7 0 0 0,7 0 0 16,0 0 0-16,-7 0 0 0,0 0 0 0,7 0 0 15,0 0 0-15,0 0 0 0,-7 0 0 0,7 0 0 16,0 0 0-16,0 0 0 0,0 0 0 0,0 0 0 16,0 0 0-16,0 0 0 0,-7 0 0 0,7 0 0 15,0 0 0-15,0 0 0 0,0 0 0 0,0 0 0 16,0 0 0-16,-7 0 0 0,7 0 0 0,0 0 0 16,-11 0 0-16,11 0 0 0,0 0 0 0,0 0 0 15,0 0 0-15,0 0 0 0,0 0 0 0,0 0 0 16,-3 0 0-16,3 0 0 0,0 0 0 0,0 0 0 15,-7 0 0-15,7 0 0 0,0 0 0 0,0 0 0 0,0 0 0 16,-7 0 0-16,7 0 0 0,0 0 0 0,0 0 0 16,0 0-8-16,0 0 8 0,0 0 0 0,-4 3 0 0,4-3 0 15,-7 7 0-15,7-7 0 0,-7 0 0 0,7 0 0 16,-4 0 0-16,-3 6 0 0,0-3 0 0,7-3 0 16,-7 0 0-16,4 0 0 0,-4 6 0 0,0-3 0 15,7-3 0-15,0 0 0 0,-7 0 0 0,-4 0 0 16,7 7 0-16,4-7 0 0,0 0 0 0,0 0 0 15,-7 0 0-15,7 0 0 0,-3 3 0 0,3-3 0 16,0 0 0-16,-11 6-8 0,11-6 8 0,0 0 0 16,0 0 0-16,-7 3 0 0,4-3 0 0,3 0 0 15,-7 7 0-15,7-7 0 0,-4 0 0 0,-3 3 0 0,0-3 0 16,7 0 0-16,0 0 0 0,-4 6 0 0,4-6 0 16,-7 0 0-16,7 0 0 0,-3 9 0 0,3-9 0 0,0 0 0 15,-11 0 0-15,11 0 0 0,0 7 0 0,0-7 0 16,-7 3 0-16,7-3 0 0,-3 0 0 0,3 0 0 15,-7 6 0-15,7-6 0 0,0 0 0 0,-7 3 0 16,3-3 0-16,4 0 0 0,-7 6 0 0,7-6 0 16,0 0 0-16,-4 0 0 0,-3 0 0 0,7 0 8 15,0 0-8-15,0 0 0 0,0 0 0 0,0 0 0 16,0 0 0-16,0 0 0 0,0 0 8 0,0 0-8 16,0 0 0-16,0 0 0 0,0 0 0 0,0 0 8 15,0 0-8-15,0 0 0 0,0 0 8 0,0 0-8 16,0 0 0-16,0 0 0 0,0 0 0 0,0 0 0 15,0 0 0-15,0 0 0 0,0 0 0 0,0 0 8 0,0-6-8 16,0 6 0-16,7-9 0 0,-7 9 0 16,4-3 0-16,-4-4 8 0,7-2-8 0,-7 9 0 0,4-6 0 15,3-4 8-15,-4 7-8 0,4-3 0 0,0 3 0 16,0-4 0-16,-3-2 0 0,3 6 8 0,0-10-8 0,4 10 0 16,-4-3 0-16,0-3 0 0,0 5 0 0,3-2 0 15,-3 3 0-15,4-3 0 0,0-4 0 0,-1 4 0 16,1 3 0-16,3-3 0 0,0 2 0 0,-3-2 0 15,-1 3 0-15,1-6 0 0,3 2 0 0,0-2 0 16,0 6 0-16,0-3 0 0,0-4 0 0,-3 4 0 16,3-4 0-16,0 7 0 0,-3-3 0 0,3-3 0 15,-4-1 0-15,4 1 0 0,-3 3 0 0,-7-4 0 16,6 7 0-16,1-6 0 0,-4 2 0 0,0 4 0 0,-7-3 0 16,10 3 0-16,-10 3 0 0,4-6 0 0,3-1 0 15,-7 7-12-15,4-3 12 0,6 3 0 0,-10 0 0 16,7-6 0-16,0 3 0 0,-7 3 0 0,4 0 0 15,-4 0 8-15,7-7-8 0,-7 7 0 0,0 0 0 0,7 0 0 16,-7 0 0-16,0 0 0 0,0 0 0 0,0 0 0 16,0 0 0-16,0 0 0 0,0 0 0 0,0 0 0 15,0 0 0-15,0 0 0 0,0 0 0 0,0 0 0 16,0 0 0-16,0 0 0 0,0 0 0 0,0 0 0 16,7-3 0-16,-7 3 0 0,0 0 0 0,0 0 0 15,0 0 0-15,0 0 0 0,0 0 0 0,0 0 8 16,0 0-8-16,0 0 0 0,0 0 0 0,0 0 0 15,0 0 0-15,0 0 0 0,0 0-8 0,0 0 8 16,0 0 0-16,0 0 0 0,0 0 0 0,0 0 8 0,0 0-8 16,0 0 0-16,0 0-8 0,0 0 8 0,0 0 0 0,0 0 0 15,0 0 0-15,0 0 0 16,0 0 0-16,0 0 0 0,0 0 0 0,0 0 0 0,0 0 0 0,0 0 0 16,-4 3 0-16,1 7 8 0,-4-4-8 0,3-3 0 15,-3 4-8-15,0-1 8 0,0-3 0 0,-3 6 0 16,2 1 0-16,1-1 0 0,-3-3 0 0,-1 4 0 15,-3-7 0-15,4 3 0 0,-1 4 0 0,-3-1 0 16,3-3 0-16,-3-3 0 0,4 7 0 0,-5-4 0 16,1-3 0-16,0 4 0 0,0-1 0 0,0-3 0 15,0 3 0-15,10-3 0 0,-3 4 0 0,0-4 0 16,-3 3 0-16,-1-3 0 0,1 3 0 0,-5 4 0 0,1-7 0 16,0 3 0-16,0 4 0 0,0-4 0 0,3-3 0 15,-3 3 0-15,7-2 0 0,-3 2 0 0,-1-3 0 0,4 3 0 16,-4-3 0-16,8 4 0 0,-8-1 0 0,11-3 0 15,-10-3 0-15,6 9 0 0,1-2 0 0,3-7 0 16,-4 3 0-16,4-3 0 0,-7 6 0 0,7-6 0 16,0 0 0-16,-7 3 0 0,7-3 0 0,0 7 0 15,-4-4 0-15,-3 3 0 0,4-6 0 0,3 0 0 16,-4 9 0-16,-3-9 0 0,7 7 0 0,0-7 0 16,-7 3 0-16,7-3 0 0,-3 6 0 0,3-6 8 15,0 0-8-15,-4 3 0 0,4-3 0 0,0 0 0 16,0 0 0-16,0 0 0 0,-3 6 0 0,3-6 0 15,0 0 0-15,0 0 11 0,0 0-11 0,0 0 12 0,0 0-12 16,0 0 0-16,0 0 0 0,-4 4 8 16,4-4-8-16,0 0 0 0,0 0 0 0,0 0 0 0,4 9 8 15,-4-9 0-15,7 6 0 0,-4-6 0 0,4 10-8 16,-7-4 0-16,11-3 0 0,-4 6 0 0,0-9 0 16,4 10 0-16,-4-4 9 0,3-3-9 0,-3 4 8 0,7 2-8 15,-3 0 10-15,10 1-10 0,-7-1 8 0,0 1-8 16,-3-1 0-16,10-3 9 0,-7 4-9 0,4-1 0 15,-11 0 9-15,14-2-9 0,-7 2 8 0,0-6-8 16,-3 4 8-16,10 2-8 0,-7-3 9 0,0-3-9 16,-3 7 12-16,10-4-12 0,-7-3 13 0,0 7-4 15,-3-4-1-15,3 3 0 0,-3-6-8 0,-1 10-9 16,1-10 9-16,-1 6-13 0,-6 1 13 0,6-1 0 16,-6-2 0-16,3-4 0 0,-7-3 0 0,4 6 0 0,-4-6 0 15,0 0 0-15,7 9 0 0,-7-9-9 0,0 0 9 0,0 0-8 16,3 10-14-16,-3-10-2 0,0 0-1 15,0 0 0 1,0 0-179-16,0 0-36 0,0 0-8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51:11.6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28547 13927 115 0,'0'0'0'0,"0"0"10"0,0 0-10 0,0 0 0 15,0 0 0-15,0 0 0 0,0 0 196 0,0 0 38 16,0 0 7-16,0 0 2 0,0 0-136 0,0 0-27 15,0 0-6-15,0 0-1 0,0 0-17 0,0 0-3 16,0 0-1-16,0 0 0 0,0 0 7 0,0 0 1 16,0 0 0-16,0 0 0 0,0 0 0 0,0 0 0 15,0 0 0-15,0 0 0 0,0 0-7 0,0 0-1 16,0 0 0-16,0 0 0 0,0 0-22 0,0 0-5 16,0 0-1-16,0 0 0 0,3 6-8 0,-3 4-3 15,4-1 0-15,-4 1 0 0,0-1 1 0,0 0 0 16,0 1 0-16,0-1 0 0,3 7-1 0,-3-7 0 15,-3 10 0-15,3-3 0 0,0 0-5 0,0 2 0 0,0-5-8 16,0 9 12-16,0 0 0 0,0-7-1 0,0 11 0 16,0-4 0-16,0 3 3 0,0 0 1 0,0-3 0 0,0 3 0 15,0 3-4-15,3-3-1 0,-3 3 0 16,0-3 0-16,4 4-2 0,-4-4-8 0,0 0 12 0,-4-6-4 16,4 9 4-16,0-9 1 0,0 6 0 0,4 0 0 15,-4-6-1-15,0 6-1 0,-4-3 0 0,4 3 0 16,-3 0-2-16,3-6 0 0,0 9 0 0,-4-9 0 15,4 6-9-15,0 0 0 0,-3-6 0 0,-1 9 0 16,4-9 0-16,0 6 0 0,-3-6 0 0,-1-1 8 16,1 4 1-16,3-3 0 0,0-6 0 0,-4 2 0 15,4 4 13-15,0-3 2 0,0-4 1 0,0 4 0 16,0-7-25-16,0 7-12 0,0-6 0 0,0-1 1 16,0 0 11-16,0 7 0 0,4-7 8 0,-4 1-8 0,0 2 0 15,-4-2 8-15,4 6-8 0,0-7 0 0,0 0 9 16,-3 1-9-16,3-1 12 0,-7 4-12 0,7-1 13 0,0-5-4 15,0-4-1-15,0 6 0 0,-4 0 2 0,4-2 0 16,-3-4 0-16,-1 3 0 0,4 4-2 0,0-4 0 16,0-6 0-16,0 3 0 0,-4 6-8 0,4 1 0 15,0-4 0-15,0-3 0 0,0 3 0 0,0 4 0 16,0-10 0-16,-3 9 0 0,3-2 0 0,0-7 0 16,0 3 0-16,-4 6 0 0,4-9 0 0,0 0 0 15,0 9 12-15,0-9-4 0,0 0-8 0,0 7 0 16,0-7 0-16,0 9 0 0,-3-3 0 0,3-6 8 15,0 4-8-15,0-4 12 0,0 9-12 0,0-9 0 0,-4 6 0 16,4 4 0-16,0-7 0 0,-3 3 0 16,3 3 0-16,0-9 0 0,-4 7 8 0,4-7-8 0,0 9 8 15,-3-6-8-15,3-3 8 0,0 0-8 0,0 10 0 0,0-10 8 16,0 0-8-16,0 6 0 0,0-6 0 0,-4 3 0 16,4-3 17-16,0 0 2 0,0 0 0 0,0 0 0 15,0 10-19-15,0-10 0 0,0 0 0 0,0 0 0 16,0 0-13-16,0 0 0 0,0 0 0 0,0 0 0 15,0 0 13-15,0 0 10 0,-3 6-2 0,3-6 0 16,0 0 5-16,0 0 1 0,0 0 0 0,0 0 0 16,0 0-3-16,-4 0-1 0,-6-6 0 0,10 2 0 15,-4-2-10-15,1 3 10 0,-5-6-10 0,5 2 10 16,-4-2-10-16,3-1 0 0,-3-5 0 0,4 5 0 0,-4 1 0 16,0-10 0-16,0 10 8 0,3-7-8 0,-3 4 0 15,4-4 8-15,-5 6-8 0,5-5 8 0,-4 2-8 16,3-2 0-16,1-1 0 0,-4 6-11 0,3-8 11 0,-6 8 0 15,10-2 0-15,-4-1 0 0,1 4 0 0,-1-4 0 16,4 7 0-16,-3-3-8 0,3-1 8 0,0 1 0 16,-8-1 0-16,8 4 0 0,4-3 0 0,-4 5 0 15,0 4 0-15,0 0-8 0,0 0 8 0,0 0 0 16,-4-6-9-16,4 6 9 0,0 0 0 0,0 0 0 16,0 0-9-16,0 0 9 0,0 0 0 0,0 0-8 15,0 0 8-15,0 0 0 0,0 0-10 0,8 10 10 16,-8-10-8-16,7 9 8 0,-4 0 0 0,1-2-8 15,6 8 8-15,-3-5 0 0,0-1 0 0,-3 4 0 0,3-4 0 16,-4 4-8-16,5-1 8 0,-1-2 0 0,0-1 0 16,-7 7 0-16,7-1 0 0,-4 4 0 0,1-6 0 0,-1 2-8 15,1 4 8-15,-4-3 0 0,0-4 0 16,3 4 0-16,-3 0 0 0,0-4 0 0,0-2 0 0,0-1 0 16,0 4 0-16,0-4 0 0,4-6 0 0,-4-3 8 15,0 10-8-15,0-10 0 0,0 0 0 0,3 9 0 16,-3-9 0-16,0 0 0 0,7 0 0 0,-7 0 0 15,0 0 8-15,0 0-8 0,7 6 10 0,1-2-10 16,-8-4 8-16,7 0-8 0,0 0 0 0,0 0 9 16,-7 0-9-16,7 0 8 0,0-4-8 0,3-2 8 15,-3 6 0-15,1-3-8 0,-1-3 12 0,-7 3-4 16,14-4 1-16,-4-2 0 0,-3-1 0 0,0 1 0 16,0 0-1-16,8-7 0 0,-5 7 0 0,4-10 0 15,0 0-8-15,4 3 8 0,0-3-8 0,3 4 8 0,-4-4 8 16,1-6 0-16,-4 6 1 0,0 0 0 0,4 0-17 15,-4 1 0-15,0 2 0 0,0-3 0 16,0 3-20-16,-7 7-8 0,4-4-2 0,0-2 0 16,-8 5-39-16,8-5-8 0,-8 5-2 0,-3 1 0 15,4-10-105-15,-4 10-22 0</inkml:trace>
  <inkml:trace contextRef="#ctx0" brushRef="#br0" timeOffset="1">28060 12870 57 0,'0'0'0'0,"0"0"0"0,0 0 0 0,0 0 0 0,0-6 0 0,-4 3 0 16,4-3 109-16,0 3 17 0,0-4 3 0,0-2 1 15,-3 3-144-15,3 2-29 0,0-2-5 0,0-3-2 0,0 9 60 0,-4-10 12 16,4 7 2-16,0-3 1 0,0 6 82 0,0 0 16 15,-3-9 3-15,3 9 1 0,3-7-6 16,-3 4-1-16,0 3 0 0,0 0 0 0,0 0-42 0,0 0-9 16,0 0-1-16,0 0-1 0,0 0 7 0,0 0 2 15,0 0 0-15,0 0 0 0,0 0-13 0,0 0-3 16,0 0 0-16,0 0 0 0,0 0-7 0,0 0-1 16,0 10-1-16,0-1 0 0,0 0-15 0,0 1-2 15,-3-1-1-15,-1 1 0 0,4-1-9 0,0 7-1 16,-3-1-1-16,-1-2 0 0,1 3-2 0,3-1-1 15,-4-2 0-15,1 6 0 0,-1-4-4 0,1 4-1 16,3 0 0-16,-4 3 0 0,1 0-1 0,-1-3 0 16,1 6 0-16,-1-6 0 0,4-1 0 0,0 7 0 0,-4-6 0 15,1 0 0-15,3 6 5 0,-4-6 1 0,1-3 0 16,-1 3 0-16,4-4-1 0,-3-2 0 0,-1 2 0 16,4 1 0-16,-3-7 1 0,-1 1 0 0,4-1 0 0,0-6 0 15,-3 4-3-15,3-7-1 0,0 0 0 0,0 0 0 16,0 0-3-16,0 0-1 0,0 0 0 0,0 0 0 15,0 0 4-15,0 0 1 0,0 0 0 0,-4-10 0 16,4 1-8-16,0-7 0 0,0 4-8 0,-3-4 12 16,3-3-12-16,3 0 0 0,1-3 0 0,-4 4 0 15,3-1 0-15,-3-6 0 0,4 3 0 0,-1 3 0 16,-3-3 0-16,4 3 0 0,-1-6 0 0,1 6 0 16,-1 7 0-16,1-4 0 0,3-3 0 0,-3 4 0 15,-1-4-8-15,4 3 8 0,0 7 0 0,0-10 0 16,0 9-8-16,0-2 8 0,0-4 0 0,4 1 0 0,0 5-8 15,-1-2 8-15,1-4 0 0,3 6 0 0,0 1-8 16,-3 3 8-16,3-4 0 0,0 7 0 0,-4-3-8 16,-3 6 8-16,-7 0 0 0,0 0 0 0,11 6-8 0,-11-6 8 15,11 3 0-15,-4 7 0 0,0-4 0 0,0 3 0 16,-4 1 0-16,4-1 0 0,0 1 0 0,0-1 0 16,-3 7 0-16,3-7 0 0,0 1 0 0,0 8 0 15,0-8 0-15,-3 6 0 0,-4-7 0 0,10 10 0 16,-6-4 0-16,3-2 0 0,-4 9 0 0,4-10 0 15,-3 7 0-15,3-3 0 0,-3 3 10 0,-1 0-10 16,1-4 10-16,-1 4-10 0,-3-3 9 0,4-4-9 16,-4 4 8-16,0 3-8 0,7-4 0 0,-4-2 8 15,-3-4-8-15,0 7 0 0,0-6 0 0,0-1 0 0,0 0 8 16,0 1-8-16,0-4 0 0,0 3 0 0,0 1 0 0,0-4 8 16,0-6-8-16,-3 3 0 0,3-3-12 15,0 0 12 1,0 0-30-16,0 0 2 0,-7 10 0 0,7-10 0 15,0 0-75-15,0 0-14 0,0 0-3 0,0 0-1 16,0 0-54-16,0 0-10 0,0-10-3 0</inkml:trace>
  <inkml:trace contextRef="#ctx0" brushRef="#br0" timeOffset="2">28480 13043 115 0,'0'0'10'0,"0"0"-10"0,0 0 0 0,0 0 0 16,0 0 187-16,0 0 35 0,0 0 7 0,0 0 2 15,0 0-104-15,0 0-21 0,0 0-4 0,0 0-1 16,0 0 5-16,0 0 1 0,0 0 0 0,0 0 0 16,0 0-33-16,0 0-6 0,0 0-2 0,0 0 0 15,7 6-22-15,-7-6-5 0,7 3-1 0,-7-3 0 16,0 0 2-16,10 0 0 0,-10 0 0 0,11 0 0 16,-7 0-3-16,6 0 0 0,-10 0 0 0,11 0 0 15,-1 0-5-15,-3-3-2 0,4-3 0 0,-4 6 0 16,4-3-13-16,-4-4-2 0,3 4-1 0,1-3 0 15,-1-3-6-15,1 2 0 0,0 4-8 0,-1-3 12 16,1-3 2-16,-4 5 0 0,3-5 0 0,1 3 0 0,0-4 18 16,-4 1 4-16,0 3 1 0,0-4 0 0,0 1-37 15,0-1 0-15,-4 1 0 0,1-7 0 0,-1 7 0 16,-3 0 11-16,4-1-3 0,-4 1 0 0,-4-7-8 0,4 7 8 16,0 5-8-16,0-5 8 0,0 3-8 0,-3-4 10 15,-1 1-10-15,-3 9 10 0,0-9-10 16,0 9 0-16,0 0 9 0,-3 0-9 0,2 0 0 0,-2 6 0 15,-4-3 0-15,0 6 0 0,3 1 0 0,1-1-12 16,-5 1 12-16,5-1-12 0,-1 7 12 0,1-7 0 16,-4 7 0-16,10-4-8 0,-7 4 8 0,1 0 0 15,-1-4 0-15,4 7 0 0,0-3 0 0,-3 3 0 16,3-1 0-16,-1 7 0 0,1-6 0 0,0 0 0 0,0 6 0 16,0-6 0-16,4 6 10 0,-1-6-2 15,-6 0-8-15,10-4 12 0,0 1 1 0,0-3 0 0,0 5 0 16,0-2 0-16,0-6-13 0,10-1 11 0,-3 0-11 0,0 7 10 15,0-7-2-15,4-2-8 0,0 2 12 0,-4-6-4 16,10 3-8-16,-3-6 8 0,4 4-8 0,0-4 8 16,3 0-8-16,0-4 0 0,4 4 0 0,-4-6 0 15,3 6 0-15,-6-9 0 0,0 9 0 0,3-3 0 16,-7-4-20-16,4 1-4 0,-8 3 0 0,4-3 0 16,-7 3-88-1,4-4-17-15,0-2-4 0,-8 0-612 0,8-1-123 0</inkml:trace>
  <inkml:trace contextRef="#ctx0" brushRef="#br0" timeOffset="3">29210 12811 403 0,'0'0'36'0,"0"0"-36"0,0 0 0 0,0 0 0 16,0 0 266-16,0 0 46 0,0 0 10 0,0 0 2 15,0 0-235-15,0 0-46 0,0 0-10 0,0 0-1 16,0 0-13-16,0 0-3 0,0 0 0 0,-7 6 0 15,3-3 31-15,-3-3 5 0,4 6 2 0,-8-2 0 16,11 2 7-16,-7-3 2 0,4 3 0 0,-4 4 0 16,0-4-19-16,-4 3-4 0,11 1-1 0,-4-1 0 15,-6 7-14-15,-1-4-2 0,8 4-1 0,-4-3 0 16,-4 2 10-16,-3 4 1 0,10 6 1 0,-10-6 0 16,4 0-6-16,-1 6-2 0,1-6 0 0,-1 6 0 15,0-6 3-15,-3-1 1 0,11 1 0 0,-8-3 0 16,4 3-21-16,0-4-9 0,0-2 8 0,0 3-8 15,0-10 12-15,3 3-4 0,-3-5 0 0,7 5 0 16,0-9-8-16,0 0-11 0,0 0 3 0,0 0 0 16,0 0-69-16,0 0-14 15,0 0-2-15,0 0-1 0,0-9-90 0,0-10-17 16,0 9-4-16,0-9-1 0</inkml:trace>
  <inkml:trace contextRef="#ctx0" brushRef="#br0" timeOffset="4">28917 12864 1591 0,'0'0'70'0,"0"0"15"0,-3 6-68 0,3-6-17 0,0 0 0 0,0 0 0 15,0 0 17-15,0 0 0 16,0 0 0-16,0 0 0 0,0 0 19 0,0 0 3 0,0 0 1 0,0 0 0 16,0 0 25-16,0 0 6 0,0 4 1 0,3 5 0 15,-3-9 2-15,7 6 1 0,0 4 0 0,-3-1 0 16,-4-9-18-16,10 6-3 0,-3 4-1 15,4-1 0-15,-4 1-34 0,4-1-7 0,-4 0-2 0,3 1 0 16,-3-1 10-16,0 7 1 0,4-7 1 0,-4 10 0 16,4-10-5-16,-4 7-1 0,0-3 0 0,-4 2 0 15,11 4-4-15,-7 0-2 0,-3-3 0 0,3 2 0 16,0 1 4-16,-3-3 1 0,3 3 0 0,-4-4 0 16,4-2-15-16,-7 3 0 0,11-1 0 0,-8-2 0 15,4-4 0-15,-3 7 0 0,7-7 0 0,-8 1 0 16,8-1 0-16,-8-3-8 0,4 4 8 0,-7-7-13 15,11 3-14-15,-8-3-2 16,1 4-1-16,-1-1 0 0,-3-6-30 0,0 0-5 16,0 0-2-16,0 0 0 0,0 0-95 0,0 0-19 0,0 0-4 15,0 0-1-15,0 0-15 0,0 0-3 16,0 0-1-16,4-6-362 0</inkml:trace>
  <inkml:trace contextRef="#ctx0" brushRef="#br0" timeOffset="5">29538 12460 172 0,'0'0'16'0,"0"0"-16"0,0 0 0 0,0 0 0 16,0 0 322-16,0 0 62 0,0 0 12 0,0 0 2 15,0 0-311-15,0 0-63 0,0 0-12 0,0 0-2 16,0 0 21-16,0 9 4 0,0-6 1 0,0 7 0 16,0 5 45-16,0-5 10 0,0 5 1 0,0-2 1 15,0 3-14-15,-3 9-3 0,-4-3-1 0,7 3 0 16,0 0-26-16,0 0-5 0,0-3 0 0,0 3-1 15,0 3-19-15,0 0-3 0,0-3-1 0,0 4 0 16,0-4 16-16,0 3 4 0,0-6 0 0,0 0 0 16,0 3-25-16,0 0-5 0,0-3-1 0,0 3 0 15,0-6-1-15,0 6-8 0,0 3 12 0,0-9-4 0,-4 3-8 16,0-3 8-16,1 0-8 0,3-7 8 0,-4 4-8 16,4-1 8-16,-3-2-8 0,3-4 8 0,-7-2-8 0,7 2-11 15,0 1 3-15,0-4 0 0,0-6-13 0,0 0-3 16,0 0 0-16,0 0 0 15,0 0-159-15,0-16-32 0,0 7-6 16</inkml:trace>
  <inkml:trace contextRef="#ctx0" brushRef="#br0" timeOffset="6">29245 12767 1224 0,'0'0'54'0,"0"0"11"0,0 0-52 0,0 0-13 0,0 0 0 0,0 0 0 16,0 0 81-16,0 0 14 0,0 0 2 0,0 0 1 15,0 0-50-15,0 0-11 0,0 0-1 0,0 0-1 16,7 0-11-16,-7 0-3 0,0 0 0 0,0 0 0 15,0 0 29-15,0 0 6 0,0 0 0 0,0 0 1 16,0 0-14-16,0 0-3 0,0 0-1 0,0 0 0 16,0 0 1-16,0 0 1 0,0 0 0 0,0 0 0 15,0 0 12-15,4-3 3 0,-1 3 0 0,1 0 0 16,-4 0 8-16,7 3 3 0,0-3 0 0,0 0 0 16,-7 0-9-16,4 0-2 0,3 0 0 0,3 0 0 0,4 0-12 0,0 0-4 15,4 0 0-15,0 0 0 0,6-3 0 16,-2 3-1-16,2 0 0 0,1 0 0 0,0 0-14 15,3-6-2-15,-7 2-1 0,4-2 0 0,-1 6-22 0,5-9 9 16,2 6-9-16,5-4 0 0,-12-2 0 0,8 9 0 16,-7-6 0-16,3 2 0 0,-7-2-8 0,4 6-9 15,-7-3-2-15,-1-3 0 16,-3 6-130-16,4-3-27 0,-7 3-4 16,-4-7-2-16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18:08.88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30723 10606 1378 0,'0'0'61'0,"0"0"13"0,0 0-59 0,0 0-15 16,0 0 0-16,4-9 0 0,-4 9 38 0,11 0 5 16,-8-9 1-16,4 2 0 0,-3 4-36 0,-4 3-8 15,7-6 0-15,-4 3 0 0,8-4 8 0,-8 4-8 16,8-6 12-16,0 3-4 0,-8 2 29 0,8-2 6 16,-4-3 1-16,3 3 0 0,-3 2 18 0,4-5 4 15,-1 3 1-15,1-4 0 0,3 7-20 0,-3-3-4 16,-8-3-1-16,8-1 0 0,3 4 2 0,-3-4 0 15,-4 7 0-15,-4-3 0 0,11-3 11 0,-3-1 2 0,3 1 1 16,-3-1 0-16,-4 4-36 0,-4-3-7 0,11-1-2 16,-3 1 0-16,3-1-4 0,-3 1-1 0,-1 0 0 15,-3-1 0-15,0-5 5 0,4 5 1 0,-1 1 0 0,-6-7 0 16,6 7 14-16,1-1 2 0,-11 1 1 16,7-7 0-16,0 7-19 0,0-4-3 0,-3-2-1 0,-4-4 0 15,0 9 13-15,7-5 3 0,-4-4 0 0,1 0 0 16,-4 3 6-16,10-2 2 0,-10 5 0 0,8-9 0 15,-5 9-20-15,4-12-3 0,-3 10-1 0,-1-4 0 16,-3 0-8-16,11 0 0 0,-11 4 0 0,10-4 8 16,-6 3-8-16,-4 4 0 0,0-4 0 0,7-3 8 15,-4 10 3-15,-3-7 0 0,0-3 0 0,7 0 0 16,-3 4 1-16,-4 2 1 0,0-3 0 0,0-2 0 16,0-1-4-16,7 0-1 0,-7-6 0 0,0 9 0 0,4-3-8 15,-1 1 0-15,-3-7 0 0,0 6 8 16,0 0-8-16,7-6 0 0,-7 6 0 0,0 3 8 0,4-6 0 15,-4 4-8-15,-4-4 12 0,4 9-4 0,-7-6 8 16,7 4 0-16,0-1 1 0,0-3 0 0,-3 0-17 16,-1 4 0-16,-3 2 0 0,7-3 0 0,-4 1 0 0,-3 2 10 15,7-3-10-15,-3-2 8 0,3 8-8 0,-7-5 0 16,7 2 0-16,-4-3 8 0,4-2-8 0,-3 2 0 16,-4 6 0-16,7-8 8 0,-4 2-8 0,-3-3 0 15,7 0 0-15,-7 0 8 0,7 4 2 0,-7 2 0 16,4-6 0-16,-5-2 0 0,5 8-10 0,-4-3 0 15,7-3 0-15,-4 4 0 0,-6 2 0 0,10-2 0 16,-11-1 0-16,11 6 0 0,-7-2 0 0,0-4 0 16,-4 1 0-16,11 5 0 0,-10 1 0 0,6-4 0 0,-6-2 0 15,6 5 0-15,-3-6 0 0,0 7 8 0,0 0-8 16,-3-1 8-16,2-5-8 0,1 5 0 0,-3-2 0 0,10-4 0 16,-11 7 0-16,8-1 0 0,-8-6 0 0,8 4 0 15,-4-4 0-15,-1 7 0 0,1-7 0 0,-3 4 0 16,10-4 0-16,0 6 0 0,-11 1 0 0,8-7 0 15,-8 7 0-15,11 0 0 0,-3-1 0 0,-4-9 0 16,0 10 0-16,-1-7 0 0,-2 4 0 0,-1-4 0 16,4 7 0-16,-3-7 0 0,3 7 0 0,-4-4 8 15,-3-3-8-15,10 10 0 0,-3-3 0 0,-7-4 0 16,11 4 0-16,-8-1 0 0,4-2 0 0,0 2 0 16,0 1 0-16,-4 6 0 0,4-3 0 0,0-4 0 15,-3 1 0-15,3-1-9 0,0 4 9 0,-4 3 0 16,0-3 0-16,8-4 0 0,-8 1 0 0,1 6 0 0,6-4 0 15,-3-2 0-15,0 0 0 0,-4-1-10 0,4 4 10 16,0-3 0-16,0-1 0 0,-3 1 0 0,3-1 0 16,0 4 12-16,-4-3-4 0,7-1 0 0,-3 1-8 0,0 6 0 15,0-7 0-15,-3 4 0 0,3-3-10 0,-4 2 10 16,1-2-12-16,-1-1 12 0,0 7-8 0,1-3 8 16,-1-3 0-16,-3 9 0 0,3-10-11 0,-3 4 11 15,4 6-10-15,6-9 10 0,-6 9 0 0,-1-4 0 16,4-2 0-16,0-3 0 0,-4 9 0 0,1 0 0 15,-1-10 8-15,-3 10-8 0,7-9 0 0,-4 3 0 16,1 3 0-16,-4-4 0 0,-4 4 0 0,11-3 0 16,-3-4 0-16,-1 7-9 0,-3-3 9 0,3-3 0 0,1 2 0 15,-1 4 0-15,0-3 0 0,1 3 0 0,-4-3 0 16,3 2 0-16,8-2 0 0,-8 6 0 0,1-9 0 16,-1 9 0-16,-3-3 0 0,10-4 0 0,-6 7 0 15,-1-3 0-15,1-3 0 0,-1 6 0 0,-3-6 0 0,3 3 0 16,4 3 0-16,-10-7 0 0,6 4 0 0,7-3 0 15,-6 3 0-15,-1-4 0 0,1 4 0 0,3-3 0 16,-4 6 0-16,4-9 0 0,-7 9 0 0,3-7 0 16,4 4 0-16,0-3 0 0,-7 6 0 0,0-3 0 15,-4-3 0-15,11 6 0 0,-10-4 0 0,6-2 0 16,-3 6 0-16,3 0 0 0,-3-3 0 0,-3-3 0 16,-1 6 0-16,7 0 0 0,4-3 0 0,-10 3-8 15,10-7 8-15,-11 7 0 0,7 0 0 0,8-6 0 16,-8 6 0-16,1-3 0 0,3 3 0 0,0-6 0 15,-4 6 0-15,0-3 0 0,8 3 0 0,-4-7 0 0,-7 4 0 16,10 3 0-16,-3-6 0 0,-7 6 0 0,11-3 0 16,-5-4 0-16,1 7 0 0,0 0 0 0,-3 0 0 0,3-3 0 15,0 3 0-15,-4-6-8 0,8 6 8 0,-4 0 0 16,-1 0 0-16,1-3 0 0,7 3 0 0,-10 0 0 16,6 0 0-16,-3 0 0 0,4 0 0 0,-8 0 0 15,8 0 0-15,3 0 0 0,-7 0 0 0,-1 0 0 16,1 0 0-16,-3-6-8 0,10 6 8 0,-7 0 0 15,0 0 0-15,3 0 0 0,-3 0 0 0,-3 0 0 16,10-7 0-16,-4 7 0 0,4 0 0 0,-7-3 0 16,0 3 0-16,0 0 0 0,7 0 0 0,0 0 0 15,-7 0 0-15,7 0 0 0,-7 0 0 0,7 0 0 0,0 0 0 16,-11 0 0-16,4 0 0 0,7 0 0 0,0 0 0 16,0 0-8-16,0 0 8 0,0 0 0 0,0 0 0 15,0 0 0-15,0 0 0 0,0 0 0 0,-7 0 0 0,7 0 0 16,0 0 0-16,-7 0 0 0,0 0 0 0,7 0 0 15,0 0 0-15,0 0 0 0,-7 0 0 0,7 0 0 16,0 0 0-16,0 0 0 0,0 0 0 0,0 0 0 16,0 0 0-16,0 0 0 0,-7 0 0 0,7 0 0 15,0 0 0-15,0 0 0 0,0 0 0 0,0 0 0 16,0 0 0-16,-7 0 0 0,7 0 0 0,0 0 0 16,-11 0 0-16,11 0 0 0,0 0 0 0,0 0 0 15,0 0 0-15,0 0 0 0,0 0 0 0,0 0 0 16,-3 0 0-16,3 0 0 0,0 0 0 0,0 0 0 15,-7 0 0-15,7 0 0 0,0 0 0 0,0 0 0 0,0 0 0 16,-7 0 0-16,7 0 0 0,0 0 0 0,0 0 0 16,0 0-8-16,0 0 8 0,0 0 0 0,-4 3 0 0,4-3 0 15,-7 7 0-15,7-7 0 0,-7 0 0 0,7 0 0 16,-4 0 0-16,-3 6 0 0,0-3 0 0,7-3 0 16,-7 0 0-16,4 0 0 0,-4 6 0 0,0-3 0 15,7-3 0-15,0 0 0 0,-7 0 0 0,-4 0 0 16,7 7 0-16,4-7 0 0,0 0 0 0,0 0 0 15,-7 0 0-15,7 0 0 0,-3 3 0 0,3-3 0 16,0 0 0-16,-11 6-8 0,11-6 8 0,0 0 0 16,0 0 0-16,-7 3 0 0,4-3 0 0,3 0 0 15,-7 7 0-15,7-7 0 0,-4 0 0 0,-3 3 0 0,0-3 0 16,7 0 0-16,0 0 0 0,-4 6 0 0,4-6 0 16,-7 0 0-16,7 0 0 0,-3 9 0 0,3-9 0 0,0 0 0 15,-11 0 0-15,11 0 0 0,0 7 0 0,0-7 0 16,-7 3 0-16,7-3 0 0,-3 0 0 0,3 0 0 15,-7 6 0-15,7-6 0 0,0 0 0 0,-7 3 0 16,3-3 0-16,4 0 0 0,-7 6 0 0,7-6 0 16,0 0 0-16,-4 0 0 0,-3 0 0 0,7 0 8 15,0 0-8-15,0 0 0 0,0 0 0 0,0 0 0 16,0 0 0-16,0 0 0 0,0 0 8 0,0 0-8 16,0 0 0-16,0 0 0 0,0 0 0 0,0 0 8 15,0 0-8-15,0 0 0 0,0 0 8 0,0 0-8 16,0 0 0-16,0 0 0 0,0 0 0 0,0 0 0 15,0 0 0-15,0 0 0 0,0 0 0 0,0 0 8 0,0-6-8 16,0 6 0-16,7-9 0 0,-7 9 0 16,4-3 0-16,-4-4 8 0,7-2-8 0,-7 9 0 0,4-6 0 15,3-4 8-15,-4 7-8 0,4-3 0 0,0 3 0 16,0-4 0-16,-3-2 0 0,3 6 8 0,0-10-8 0,4 10 0 16,-4-3 0-16,0-3 0 0,0 5 0 0,3-2 0 15,-3 3 0-15,4-3 0 0,0-4 0 0,-1 4 0 16,1 3 0-16,3-3 0 0,0 2 0 0,-3-2 0 15,-1 3 0-15,1-6 0 0,3 2 0 0,0-2 0 16,0 6 0-16,0-3 0 0,0-4 0 0,-3 4 0 16,3-4 0-16,0 7 0 0,-3-3 0 0,3-3 0 15,-4-1 0-15,4 1 0 0,-3 3 0 0,-7-4 0 16,6 7 0-16,1-6 0 0,-4 2 0 0,0 4 0 0,-7-3 0 16,10 3 0-16,-10 3 0 0,4-6 0 0,3-1 0 15,-7 7-12-15,4-3 12 0,6 3 0 0,-10 0 0 16,7-6 0-16,0 3 0 0,-7 3 0 0,4 0 0 15,-4 0 8-15,7-7-8 0,-7 7 0 0,0 0 0 0,7 0 0 16,-7 0 0-16,0 0 0 0,0 0 0 0,0 0 0 16,0 0 0-16,0 0 0 0,0 0 0 0,0 0 0 15,0 0 0-15,0 0 0 0,0 0 0 0,0 0 0 16,0 0 0-16,0 0 0 0,0 0 0 0,0 0 0 16,7-3 0-16,-7 3 0 0,0 0 0 0,0 0 0 15,0 0 0-15,0 0 0 0,0 0 0 0,0 0 8 16,0 0-8-16,0 0 0 0,0 0 0 0,0 0 0 15,0 0 0-15,0 0 0 0,0 0-8 0,0 0 8 16,0 0 0-16,0 0 0 0,0 0 0 0,0 0 8 0,0 0-8 16,0 0 0-16,0 0-8 0,0 0 8 0,0 0 0 0,0 0 0 15,0 0 0-15,0 0 0 16,0 0 0-16,0 0 0 0,0 0 0 0,0 0 0 0,0 0 0 0,0 0 0 16,-4 3 0-16,1 7 8 0,-4-4-8 0,3-3 0 15,-3 4-8-15,0-1 8 0,0-3 0 0,-3 6 0 16,2 1 0-16,1-1 0 0,-3-3 0 0,-1 4 0 15,-3-7 0-15,4 3 0 0,-1 4 0 0,-3-1 0 16,3-3 0-16,-3-3 0 0,4 7 0 0,-5-4 0 16,1-3 0-16,0 4 0 0,0-1 0 0,0-3 0 15,0 3 0-15,10-3 0 0,-3 4 0 0,0-4 0 16,-3 3 0-16,-1-3 0 0,1 3 0 0,-5 4 0 0,1-7 0 16,0 3 0-16,0 4 0 0,0-4 0 0,3-3 0 15,-3 3 0-15,7-2 0 0,-3 2 0 0,-1-3 0 0,4 3 0 16,-4-3 0-16,8 4 0 0,-8-1 0 0,11-3 0 15,-10-3 0-15,6 9 0 0,1-2 0 0,3-7 0 16,-4 3 0-16,4-3 0 0,-7 6 0 0,7-6 0 16,0 0 0-16,-7 3 0 0,7-3 0 0,0 7 0 15,-4-4 0-15,-3 3 0 0,4-6 0 0,3 0 0 16,-4 9 0-16,-3-9 0 0,7 7 0 0,0-7 0 16,-7 3 0-16,7-3 0 0,-3 6 0 0,3-6 8 15,0 0-8-15,-4 3 0 0,4-3 0 0,0 0 0 16,0 0 0-16,0 0 0 0,-3 6 0 0,3-6 0 15,0 0 0-15,0 0 11 0,0 0-11 0,0 0 12 0,0 0-12 16,0 0 0-16,0 0 0 0,-4 4 8 16,4-4-8-16,0 0 0 0,0 0 0 0,0 0 0 0,4 9 8 15,-4-9 0-15,7 6 0 0,-4-6 0 0,4 10-8 16,-7-4 0-16,11-3 0 0,-4 6 0 0,0-9 0 16,4 10 0-16,-4-4 9 0,3-3-9 0,-3 4 8 0,7 2-8 15,-3 0 10-15,10 1-10 0,-7-1 8 0,0 1-8 16,-3-1 0-16,10-3 9 0,-7 4-9 0,4-1 0 15,-11 0 9-15,14-2-9 0,-7 2 8 0,0-6-8 16,-3 4 8-16,10 2-8 0,-7-3 9 0,0-3-9 16,-3 7 12-16,10-4-12 0,-7-3 13 0,0 7-4 15,-3-4-1-15,3 3 0 0,-3-6-8 0,-1 10-9 16,1-10 9-16,-1 6-13 0,-6 1 13 0,6-1 0 16,-6-2 0-16,3-4 0 0,-7-3 0 0,4 6 0 0,-4-6 0 15,0 0 0-15,7 9 0 0,-7-9-9 0,0 0 9 0,0 0-8 16,3 10-14-16,-3-10-2 0,0 0-1 15,0 0 0 1,0 0-179-16,0 0-36 0,0 0-8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01T11:51:14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28547 13927 115 0,'0'0'0'0,"0"0"10"0,0 0-10 0,0 0 0 15,0 0 0-15,0 0 0 0,0 0 196 0,0 0 38 16,0 0 7-16,0 0 2 0,0 0-136 0,0 0-27 15,0 0-6-15,0 0-1 0,0 0-17 0,0 0-3 16,0 0-1-16,0 0 0 0,0 0 7 0,0 0 1 16,0 0 0-16,0 0 0 0,0 0 0 0,0 0 0 15,0 0 0-15,0 0 0 0,0 0-7 0,0 0-1 16,0 0 0-16,0 0 0 0,0 0-22 0,0 0-5 16,0 0-1-16,0 0 0 0,3 6-8 0,-3 4-3 15,4-1 0-15,-4 1 0 0,0-1 1 0,0 0 0 16,0 1 0-16,0-1 0 0,3 7-1 0,-3-7 0 15,-3 10 0-15,3-3 0 0,0 0-5 0,0 2 0 0,0-5-8 16,0 9 12-16,0 0 0 0,0-7-1 0,0 11 0 16,0-4 0-16,0 3 3 0,0 0 1 0,0-3 0 0,0 3 0 15,0 3-4-15,3-3-1 0,-3 3 0 16,0-3 0-16,4 4-2 0,-4-4-8 0,0 0 12 0,-4-6-4 16,4 9 4-16,0-9 1 0,0 6 0 0,4 0 0 15,-4-6-1-15,0 6-1 0,-4-3 0 0,4 3 0 16,-3 0-2-16,3-6 0 0,0 9 0 0,-4-9 0 15,4 6-9-15,0 0 0 0,-3-6 0 0,-1 9 0 16,4-9 0-16,0 6 0 0,-3-6 0 0,-1-1 8 16,1 4 1-16,3-3 0 0,0-6 0 0,-4 2 0 15,4 4 13-15,0-3 2 0,0-4 1 0,0 4 0 16,0-7-25-16,0 7-12 0,0-6 0 0,0-1 1 16,0 0 11-16,0 7 0 0,4-7 8 0,-4 1-8 0,0 2 0 15,-4-2 8-15,4 6-8 0,0-7 0 0,0 0 9 16,-3 1-9-16,3-1 12 0,-7 4-12 0,7-1 13 0,0-5-4 15,0-4-1-15,0 6 0 0,-4 0 2 0,4-2 0 16,-3-4 0-16,-1 3 0 0,4 4-2 0,0-4 0 16,0-6 0-16,0 3 0 0,-4 6-8 0,4 1 0 15,0-4 0-15,0-3 0 0,0 3 0 0,0 4 0 16,0-10 0-16,-3 9 0 0,3-2 0 0,0-7 0 16,0 3 0-16,-4 6 0 0,4-9 0 0,0 0 0 15,0 9 12-15,0-9-4 0,0 0-8 0,0 7 0 16,0-7 0-16,0 9 0 0,-3-3 0 0,3-6 8 15,0 4-8-15,0-4 12 0,0 9-12 0,0-9 0 0,-4 6 0 16,4 4 0-16,0-7 0 0,-3 3 0 16,3 3 0-16,0-9 0 0,-4 7 8 0,4-7-8 0,0 9 8 15,-3-6-8-15,3-3 8 0,0 0-8 0,0 10 0 0,0-10 8 16,0 0-8-16,0 6 0 0,0-6 0 0,-4 3 0 16,4-3 17-16,0 0 2 0,0 0 0 0,0 0 0 15,0 10-19-15,0-10 0 0,0 0 0 0,0 0 0 16,0 0-13-16,0 0 0 0,0 0 0 0,0 0 0 15,0 0 13-15,0 0 10 0,-3 6-2 0,3-6 0 16,0 0 5-16,0 0 1 0,0 0 0 0,0 0 0 16,0 0-3-16,-4 0-1 0,-6-6 0 0,10 2 0 15,-4-2-10-15,1 3 10 0,-5-6-10 0,5 2 10 16,-4-2-10-16,3-1 0 0,-3-5 0 0,4 5 0 0,-4 1 0 16,0-10 0-16,0 10 8 0,3-7-8 0,-3 4 0 15,4-4 8-15,-5 6-8 0,5-5 8 0,-4 2-8 16,3-2 0-16,1-1 0 0,-4 6-11 0,3-8 11 0,-6 8 0 15,10-2 0-15,-4-1 0 0,1 4 0 0,-1-4 0 16,4 7 0-16,-3-3-8 0,3-1 8 0,0 1 0 16,-8-1 0-16,8 4 0 0,4-3 0 0,-4 5 0 15,0 4 0-15,0 0-8 0,0 0 8 0,0 0 0 16,-4-6-9-16,4 6 9 0,0 0 0 0,0 0 0 16,0 0-9-16,0 0 9 0,0 0 0 0,0 0-8 15,0 0 8-15,0 0 0 0,0 0-10 0,8 10 10 16,-8-10-8-16,7 9 8 0,-4 0 0 0,1-2-8 15,6 8 8-15,-3-5 0 0,0-1 0 0,-3 4 0 0,3-4 0 16,-4 4-8-16,5-1 8 0,-1-2 0 0,0-1 0 16,-7 7 0-16,7-1 0 0,-4 4 0 0,1-6 0 0,-1 2-8 15,1 4 8-15,-4-3 0 0,0-4 0 16,3 4 0-16,-3 0 0 0,0-4 0 0,0-2 0 0,0-1 0 16,0 4 0-16,0-4 0 0,4-6 0 0,-4-3 8 15,0 10-8-15,0-10 0 0,0 0 0 0,3 9 0 16,-3-9 0-16,0 0 0 0,7 0 0 0,-7 0 0 15,0 0 8-15,0 0-8 0,7 6 10 0,1-2-10 16,-8-4 8-16,7 0-8 0,0 0 0 0,0 0 9 16,-7 0-9-16,7 0 8 0,0-4-8 0,3-2 8 15,-3 6 0-15,1-3-8 0,-1-3 12 0,-7 3-4 16,14-4 1-16,-4-2 0 0,-3-1 0 0,0 1 0 16,0 0-1-16,8-7 0 0,-5 7 0 0,4-10 0 15,0 0-8-15,4 3 8 0,0-3-8 0,3 4 8 0,-4-4 8 16,1-6 0-16,-4 6 1 0,0 0 0 0,4 0-17 15,-4 1 0-15,0 2 0 0,0-3 0 16,0 3-20-16,-7 7-8 0,4-4-2 0,0-2 0 16,-8 5-39-16,8-5-8 0,-8 5-2 0,-3 1 0 15,4-10-105-15,-4 10-22 0</inkml:trace>
  <inkml:trace contextRef="#ctx0" brushRef="#br0" timeOffset="1">28060 12870 57 0,'0'0'0'0,"0"0"0"0,0 0 0 0,0 0 0 0,0-6 0 0,-4 3 0 16,4-3 109-16,0 3 17 0,0-4 3 0,0-2 1 15,-3 3-144-15,3 2-29 0,0-2-5 0,0-3-2 0,0 9 60 0,-4-10 12 16,4 7 2-16,0-3 1 0,0 6 82 0,0 0 16 15,-3-9 3-15,3 9 1 0,3-7-6 16,-3 4-1-16,0 3 0 0,0 0 0 0,0 0-42 0,0 0-9 16,0 0-1-16,0 0-1 0,0 0 7 0,0 0 2 15,0 0 0-15,0 0 0 0,0 0-13 0,0 0-3 16,0 0 0-16,0 0 0 0,0 0-7 0,0 0-1 16,0 10-1-16,0-1 0 0,0 0-15 0,0 1-2 15,-3-1-1-15,-1 1 0 0,4-1-9 0,0 7-1 16,-3-1-1-16,-1-2 0 0,1 3-2 0,3-1-1 15,-4-2 0-15,1 6 0 0,-1-4-4 0,1 4-1 16,3 0 0-16,-4 3 0 0,1 0-1 0,-1-3 0 16,1 6 0-16,-1-6 0 0,4-1 0 0,0 7 0 0,-4-6 0 15,1 0 0-15,3 6 5 0,-4-6 1 0,1-3 0 16,-1 3 0-16,4-4-1 0,-3-2 0 0,-1 2 0 16,4 1 0-16,-3-7 1 0,-1 1 0 0,4-1 0 0,0-6 0 15,-3 4-3-15,3-7-1 0,0 0 0 0,0 0 0 16,0 0-3-16,0 0-1 0,0 0 0 0,0 0 0 15,0 0 4-15,0 0 1 0,0 0 0 0,-4-10 0 16,4 1-8-16,0-7 0 0,0 4-8 0,-3-4 12 16,3-3-12-16,3 0 0 0,1-3 0 0,-4 4 0 15,3-1 0-15,-3-6 0 0,4 3 0 0,-1 3 0 16,-3-3 0-16,4 3 0 0,-1-6 0 0,1 6 0 16,-1 7 0-16,1-4 0 0,3-3 0 0,-3 4 0 15,-1-4-8-15,4 3 8 0,0 7 0 0,0-10 0 16,0 9-8-16,0-2 8 0,0-4 0 0,4 1 0 0,0 5-8 15,-1-2 8-15,1-4 0 0,3 6 0 0,0 1-8 16,-3 3 8-16,3-4 0 0,0 7 0 0,-4-3-8 16,-3 6 8-16,-7 0 0 0,0 0 0 0,11 6-8 0,-11-6 8 15,11 3 0-15,-4 7 0 0,0-4 0 0,0 3 0 16,-4 1 0-16,4-1 0 0,0 1 0 0,0-1 0 16,-3 7 0-16,3-7 0 0,0 1 0 0,0 8 0 15,0-8 0-15,-3 6 0 0,-4-7 0 0,10 10 0 16,-6-4 0-16,3-2 0 0,-4 9 0 0,4-10 0 15,-3 7 0-15,3-3 0 0,-3 3 10 0,-1 0-10 16,1-4 10-16,-1 4-10 0,-3-3 9 0,4-4-9 16,-4 4 8-16,0 3-8 0,7-4 0 0,-4-2 8 15,-3-4-8-15,0 7 0 0,0-6 0 0,0-1 0 0,0 0 8 16,0 1-8-16,0-4 0 0,0 3 0 0,0 1 0 0,0-4 8 16,0-6-8-16,-3 3 0 0,3-3-12 15,0 0 12 1,0 0-30-16,0 0 2 0,-7 10 0 0,7-10 0 15,0 0-75-15,0 0-14 0,0 0-3 0,0 0-1 16,0 0-54-16,0 0-10 0,0-10-3 0</inkml:trace>
  <inkml:trace contextRef="#ctx0" brushRef="#br0" timeOffset="2">28480 13043 115 0,'0'0'10'0,"0"0"-10"0,0 0 0 0,0 0 0 16,0 0 187-16,0 0 35 0,0 0 7 0,0 0 2 15,0 0-104-15,0 0-21 0,0 0-4 0,0 0-1 16,0 0 5-16,0 0 1 0,0 0 0 0,0 0 0 16,0 0-33-16,0 0-6 0,0 0-2 0,0 0 0 15,7 6-22-15,-7-6-5 0,7 3-1 0,-7-3 0 16,0 0 2-16,10 0 0 0,-10 0 0 0,11 0 0 16,-7 0-3-16,6 0 0 0,-10 0 0 0,11 0 0 15,-1 0-5-15,-3-3-2 0,4-3 0 0,-4 6 0 16,4-3-13-16,-4-4-2 0,3 4-1 0,1-3 0 15,-1-3-6-15,1 2 0 0,0 4-8 0,-1-3 12 16,1-3 2-16,-4 5 0 0,3-5 0 0,1 3 0 0,0-4 18 16,-4 1 4-16,0 3 1 0,0-4 0 0,0 1-37 15,0-1 0-15,-4 1 0 0,1-7 0 0,-1 7 0 16,-3 0 11-16,4-1-3 0,-4 1 0 0,-4-7-8 0,4 7 8 16,0 5-8-16,0-5 8 0,0 3-8 0,-3-4 10 15,-1 1-10-15,-3 9 10 0,0-9-10 16,0 9 0-16,0 0 9 0,-3 0-9 0,2 0 0 0,-2 6 0 15,-4-3 0-15,0 6 0 0,3 1 0 0,1-1-12 16,-5 1 12-16,5-1-12 0,-1 7 12 0,1-7 0 16,-4 7 0-16,10-4-8 0,-7 4 8 0,1 0 0 15,-1-4 0-15,4 7 0 0,0-3 0 0,-3 3 0 16,3-1 0-16,-1 7 0 0,1-6 0 0,0 0 0 0,0 6 0 16,0-6 0-16,4 6 10 0,-1-6-2 15,-6 0-8-15,10-4 12 0,0 1 1 0,0-3 0 0,0 5 0 16,0-2 0-16,0-6-13 0,10-1 11 0,-3 0-11 0,0 7 10 15,0-7-2-15,4-2-8 0,0 2 12 0,-4-6-4 16,10 3-8-16,-3-6 8 0,4 4-8 0,0-4 8 16,3 0-8-16,0-4 0 0,4 4 0 0,-4-6 0 15,3 6 0-15,-6-9 0 0,0 9 0 0,3-3 0 16,-7-4-20-16,4 1-4 0,-8 3 0 0,4-3 0 16,-7 3-88-1,4-4-17-15,0-2-4 0,-8 0-612 0,8-1-123 0</inkml:trace>
  <inkml:trace contextRef="#ctx0" brushRef="#br0" timeOffset="3">29210 12811 403 0,'0'0'36'0,"0"0"-36"0,0 0 0 0,0 0 0 16,0 0 266-16,0 0 46 0,0 0 10 0,0 0 2 15,0 0-235-15,0 0-46 0,0 0-10 0,0 0-1 16,0 0-13-16,0 0-3 0,0 0 0 0,-7 6 0 15,3-3 31-15,-3-3 5 0,4 6 2 0,-8-2 0 16,11 2 7-16,-7-3 2 0,4 3 0 0,-4 4 0 16,0-4-19-16,-4 3-4 0,11 1-1 0,-4-1 0 15,-6 7-14-15,-1-4-2 0,8 4-1 0,-4-3 0 16,-4 2 10-16,-3 4 1 0,10 6 1 0,-10-6 0 16,4 0-6-16,-1 6-2 0,1-6 0 0,-1 6 0 15,0-6 3-15,-3-1 1 0,11 1 0 0,-8-3 0 16,4 3-21-16,0-4-9 0,0-2 8 0,0 3-8 15,0-10 12-15,3 3-4 0,-3-5 0 0,7 5 0 16,0-9-8-16,0 0-11 0,0 0 3 0,0 0 0 16,0 0-69-16,0 0-14 15,0 0-2-15,0 0-1 0,0-9-90 0,0-10-17 16,0 9-4-16,0-9-1 0</inkml:trace>
  <inkml:trace contextRef="#ctx0" brushRef="#br0" timeOffset="4">28917 12864 1591 0,'0'0'70'0,"0"0"15"0,-3 6-68 0,3-6-17 0,0 0 0 0,0 0 0 15,0 0 17-15,0 0 0 16,0 0 0-16,0 0 0 0,0 0 19 0,0 0 3 0,0 0 1 0,0 0 0 16,0 0 25-16,0 0 6 0,0 4 1 0,3 5 0 15,-3-9 2-15,7 6 1 0,0 4 0 0,-3-1 0 16,-4-9-18-16,10 6-3 0,-3 4-1 15,4-1 0-15,-4 1-34 0,4-1-7 0,-4 0-2 0,3 1 0 16,-3-1 10-16,0 7 1 0,4-7 1 0,-4 10 0 16,4-10-5-16,-4 7-1 0,0-3 0 0,-4 2 0 15,11 4-4-15,-7 0-2 0,-3-3 0 0,3 2 0 16,0 1 4-16,-3-3 1 0,3 3 0 0,-4-4 0 16,4-2-15-16,-7 3 0 0,11-1 0 0,-8-2 0 15,4-4 0-15,-3 7 0 0,7-7 0 0,-8 1 0 16,8-1 0-16,-8-3-8 0,4 4 8 0,-7-7-13 15,11 3-14-15,-8-3-2 16,1 4-1-16,-1-1 0 0,-3-6-30 0,0 0-5 16,0 0-2-16,0 0 0 0,0 0-95 0,0 0-19 0,0 0-4 15,0 0-1-15,0 0-15 0,0 0-3 16,0 0-1-16,4-6-362 0</inkml:trace>
  <inkml:trace contextRef="#ctx0" brushRef="#br0" timeOffset="5">29538 12460 172 0,'0'0'16'0,"0"0"-16"0,0 0 0 0,0 0 0 16,0 0 322-16,0 0 62 0,0 0 12 0,0 0 2 15,0 0-311-15,0 0-63 0,0 0-12 0,0 0-2 16,0 0 21-16,0 9 4 0,0-6 1 0,0 7 0 16,0 5 45-16,0-5 10 0,0 5 1 0,0-2 1 15,0 3-14-15,-3 9-3 0,-4-3-1 0,7 3 0 16,0 0-26-16,0 0-5 0,0-3 0 0,0 3-1 15,0 3-19-15,0 0-3 0,0-3-1 0,0 4 0 16,0-4 16-16,0 3 4 0,0-6 0 0,0 0 0 16,0 3-25-16,0 0-5 0,0-3-1 0,0 3 0 15,0-6-1-15,0 6-8 0,0 3 12 0,0-9-4 0,-4 3-8 16,0-3 8-16,1 0-8 0,3-7 8 0,-4 4-8 16,4-1 8-16,-3-2-8 0,3-4 8 0,-7-2-8 0,7 2-11 15,0 1 3-15,0-4 0 0,0-6-13 0,0 0-3 16,0 0 0-16,0 0 0 15,0 0-159-15,0-16-32 0,0 7-6 16</inkml:trace>
  <inkml:trace contextRef="#ctx0" brushRef="#br0" timeOffset="6">29245 12767 1224 0,'0'0'54'0,"0"0"11"0,0 0-52 0,0 0-13 0,0 0 0 0,0 0 0 16,0 0 81-16,0 0 14 0,0 0 2 0,0 0 1 15,0 0-50-15,0 0-11 0,0 0-1 0,0 0-1 16,7 0-11-16,-7 0-3 0,0 0 0 0,0 0 0 15,0 0 29-15,0 0 6 0,0 0 0 0,0 0 1 16,0 0-14-16,0 0-3 0,0 0-1 0,0 0 0 16,0 0 1-16,0 0 1 0,0 0 0 0,0 0 0 15,0 0 12-15,4-3 3 0,-1 3 0 0,1 0 0 16,-4 0 8-16,7 3 3 0,0-3 0 0,0 0 0 16,-7 0-9-16,4 0-2 0,3 0 0 0,3 0 0 0,4 0-12 0,0 0-4 15,4 0 0-15,0 0 0 0,6-3 0 16,-2 3-1-16,2 0 0 0,1 0 0 0,0 0-14 15,3-6-2-15,-7 2-1 0,4-2 0 0,-1 6-22 0,5-9 9 16,2 6-9-16,5-4 0 0,-12-2 0 0,8 9 0 16,-7-6 0-16,3 2 0 0,-7-2-8 0,4 6-9 15,-7-3-2-15,-1-3 0 16,-3 6-130-16,4-3-27 0,-7 3-4 16,-4-7-2-16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0A1846-15C1-4F35-AD6E-2FC96FAC81C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6627" y="1783959"/>
            <a:ext cx="5170390" cy="3663172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122</a:t>
            </a:r>
            <a:br>
              <a:rPr lang="en-US" dirty="0"/>
            </a:br>
            <a:r>
              <a:rPr lang="en-US" dirty="0"/>
              <a:t>Heap Implementation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AA5B363E-1D9B-4292-9FD3-93365CFB6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352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144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434-B8FC-4B22-9345-A8380DB6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2202900" cy="627812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9867-BE83-44DA-B527-679E24DC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3899585" cy="833428"/>
          </a:xfrm>
        </p:spPr>
        <p:txBody>
          <a:bodyPr/>
          <a:lstStyle/>
          <a:p>
            <a:r>
              <a:rPr lang="en-US" dirty="0"/>
              <a:t>Worklists revisited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Priority queues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Heaps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F4B25A-A567-4CE2-A621-7C68BB2B8189}"/>
              </a:ext>
            </a:extLst>
          </p:cNvPr>
          <p:cNvSpPr txBox="1">
            <a:spLocks/>
          </p:cNvSpPr>
          <p:nvPr/>
        </p:nvSpPr>
        <p:spPr>
          <a:xfrm>
            <a:off x="4623048" y="1119019"/>
            <a:ext cx="4474151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Heap implementation</a:t>
            </a:r>
          </a:p>
          <a:p>
            <a:r>
              <a:rPr lang="en-US" dirty="0"/>
              <a:t>END PART II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025396-6B6F-46DD-A41C-5D58674A98DF}"/>
              </a:ext>
            </a:extLst>
          </p:cNvPr>
          <p:cNvSpPr txBox="1">
            <a:spLocks/>
          </p:cNvSpPr>
          <p:nvPr/>
        </p:nvSpPr>
        <p:spPr>
          <a:xfrm>
            <a:off x="4493261" y="363957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Today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9671F-21BA-48F3-8FD7-BE71F9C8388F}"/>
              </a:ext>
            </a:extLst>
          </p:cNvPr>
          <p:cNvSpPr txBox="1">
            <a:spLocks/>
          </p:cNvSpPr>
          <p:nvPr/>
        </p:nvSpPr>
        <p:spPr>
          <a:xfrm>
            <a:off x="8456982" y="367133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0B3AC-390D-4FC5-8614-BCEA0743B65E}"/>
              </a:ext>
            </a:extLst>
          </p:cNvPr>
          <p:cNvSpPr txBox="1">
            <a:spLocks/>
          </p:cNvSpPr>
          <p:nvPr/>
        </p:nvSpPr>
        <p:spPr>
          <a:xfrm>
            <a:off x="8456982" y="1113180"/>
            <a:ext cx="3366050" cy="13371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BEGIN PART III</a:t>
            </a:r>
          </a:p>
          <a:p>
            <a:r>
              <a:rPr lang="en-US" dirty="0"/>
              <a:t>C !!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1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007126-E033-486F-8DD7-BEDC0E9BC1A3}"/>
              </a:ext>
            </a:extLst>
          </p:cNvPr>
          <p:cNvSpPr/>
          <p:nvPr/>
        </p:nvSpPr>
        <p:spPr>
          <a:xfrm>
            <a:off x="552099" y="1879119"/>
            <a:ext cx="934587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2800" dirty="0">
                <a:solidFill>
                  <a:srgbClr val="4472C4">
                    <a:lumMod val="75000"/>
                  </a:srgbClr>
                </a:solidFill>
              </a:rPr>
              <a:t>Priority Queue</a:t>
            </a:r>
            <a:endParaRPr lang="en-US" sz="3200" b="1" kern="0" dirty="0">
              <a:solidFill>
                <a:srgbClr val="345A8A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</a:pP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typedef</a:t>
            </a: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has_higher_priority_fn</a:t>
            </a: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elem</a:t>
            </a: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e1, </a:t>
            </a:r>
            <a:r>
              <a:rPr lang="en-US" sz="20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elem</a:t>
            </a: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e2);</a:t>
            </a:r>
          </a:p>
          <a:p>
            <a:pPr>
              <a:spcBef>
                <a:spcPts val="2400"/>
              </a:spcBef>
            </a:pPr>
            <a:r>
              <a:rPr lang="en-US" sz="2000" dirty="0">
                <a:solidFill>
                  <a:srgbClr val="548DD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typedef ______* </a:t>
            </a:r>
            <a:r>
              <a:rPr lang="en-US" sz="2000" dirty="0" err="1">
                <a:solidFill>
                  <a:srgbClr val="548DD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solidFill>
                  <a:srgbClr val="548DD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Q);  </a:t>
            </a:r>
          </a:p>
          <a:p>
            <a:endParaRPr lang="en-US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pq_new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has_higher_priority_fn</a:t>
            </a: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 </a:t>
            </a:r>
            <a:r>
              <a:rPr lang="en-US" sz="20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prio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_t Q,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x);</a:t>
            </a:r>
          </a:p>
          <a:p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pq_rem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_t Q);</a:t>
            </a:r>
          </a:p>
          <a:p>
            <a:endParaRPr lang="en-US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pq_peek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_t Q);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4BD17-A125-498B-8250-DAB880515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AE639-E0E6-4BCE-AA12-140DEE508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499054"/>
          </a:xfrm>
        </p:spPr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6F32D-9331-4BC3-AE59-A3E58A88AF62}"/>
              </a:ext>
            </a:extLst>
          </p:cNvPr>
          <p:cNvSpPr txBox="1"/>
          <p:nvPr/>
        </p:nvSpPr>
        <p:spPr>
          <a:xfrm>
            <a:off x="6363351" y="473280"/>
            <a:ext cx="40222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Strictly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higher priority function</a:t>
            </a:r>
          </a:p>
          <a:p>
            <a:r>
              <a:rPr lang="en-US" sz="2400" dirty="0"/>
              <a:t>(ties return false)</a:t>
            </a:r>
          </a:p>
        </p:txBody>
      </p:sp>
    </p:spTree>
    <p:extLst>
      <p:ext uri="{BB962C8B-B14F-4D97-AF65-F5344CB8AC3E}">
        <p14:creationId xmlns:p14="http://schemas.microsoft.com/office/powerpoint/2010/main" val="417794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8C34-3D34-42A2-883E-9DD905EC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EA8494-CF4D-4DBE-AF8A-442B9E73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05868"/>
            <a:ext cx="10515600" cy="3304767"/>
          </a:xfrm>
        </p:spPr>
        <p:txBody>
          <a:bodyPr/>
          <a:lstStyle/>
          <a:p>
            <a:r>
              <a:rPr lang="en-US" sz="3200" dirty="0"/>
              <a:t>Heap – binary tree with specific invariants: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/>
                </a:solidFill>
              </a:rPr>
              <a:t>Ordering</a:t>
            </a:r>
          </a:p>
          <a:p>
            <a:pPr marL="917575" lvl="2" indent="-457200">
              <a:buFont typeface="Wingdings" panose="05000000000000000000" pitchFamily="2" charset="2"/>
              <a:buChar char="à"/>
            </a:pPr>
            <a:r>
              <a:rPr lang="en-US" sz="3200" dirty="0">
                <a:solidFill>
                  <a:schemeClr val="tx1"/>
                </a:solidFill>
              </a:rPr>
              <a:t>Priority of parent is higher or equal to children</a:t>
            </a:r>
            <a:endParaRPr lang="en-US" sz="36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/>
                </a:solidFill>
              </a:rPr>
              <a:t>Shape</a:t>
            </a:r>
          </a:p>
          <a:p>
            <a:pPr marL="917575" lvl="2" indent="-457200">
              <a:buFont typeface="Wingdings" panose="05000000000000000000" pitchFamily="2" charset="2"/>
              <a:buChar char="à"/>
            </a:pPr>
            <a:r>
              <a:rPr lang="en-US" sz="3200" dirty="0">
                <a:sym typeface="Wingdings" panose="05000000000000000000" pitchFamily="2" charset="2"/>
              </a:rPr>
              <a:t>Perfectly b</a:t>
            </a:r>
            <a:r>
              <a:rPr lang="en-US" sz="3200" dirty="0"/>
              <a:t>alanced</a:t>
            </a:r>
          </a:p>
          <a:p>
            <a:pPr marL="917575" lvl="2" indent="-457200">
              <a:buFont typeface="Wingdings" panose="05000000000000000000" pitchFamily="2" charset="2"/>
              <a:buChar char="à"/>
            </a:pPr>
            <a:r>
              <a:rPr lang="en-US" sz="3200" dirty="0"/>
              <a:t>Lowest level shifted to the left</a:t>
            </a:r>
            <a:endParaRPr lang="en-US" sz="36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9027261" y="300464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7550614" y="391277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10577571" y="391277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6578140" y="501639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8425461" y="501639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9807969" y="501639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1354437" y="501639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39597F-A9A2-4A92-A8CA-ED31E6A3C528}"/>
              </a:ext>
            </a:extLst>
          </p:cNvPr>
          <p:cNvSpPr/>
          <p:nvPr/>
        </p:nvSpPr>
        <p:spPr>
          <a:xfrm>
            <a:off x="6168106" y="6101472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7B0D25F-7F81-4A52-BB88-B51936204A8E}"/>
              </a:ext>
            </a:extLst>
          </p:cNvPr>
          <p:cNvSpPr/>
          <p:nvPr/>
        </p:nvSpPr>
        <p:spPr>
          <a:xfrm>
            <a:off x="7055286" y="6101472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3CA102E-1F76-4131-83E5-264DCE5F2B66}"/>
              </a:ext>
            </a:extLst>
          </p:cNvPr>
          <p:cNvSpPr/>
          <p:nvPr/>
        </p:nvSpPr>
        <p:spPr>
          <a:xfrm>
            <a:off x="8097121" y="609388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973402" y="3429000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0F2D1B-348A-476F-947E-14B4A360B0A7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9450049" y="3429000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7798278" y="4409938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6825804" y="4409938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10055633" y="4409938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>
          <a:xfrm>
            <a:off x="10825236" y="4409938"/>
            <a:ext cx="776865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7E721A-95BE-4188-92DC-122B8BC059A8}"/>
              </a:ext>
            </a:extLst>
          </p:cNvPr>
          <p:cNvCxnSpPr>
            <a:cxnSpLocks/>
            <a:stCxn id="32" idx="4"/>
            <a:endCxn id="37" idx="0"/>
          </p:cNvCxnSpPr>
          <p:nvPr/>
        </p:nvCxnSpPr>
        <p:spPr>
          <a:xfrm>
            <a:off x="6825804" y="5513554"/>
            <a:ext cx="477146" cy="58791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88286F0-4C05-4CA6-8954-524CE886D96E}"/>
              </a:ext>
            </a:extLst>
          </p:cNvPr>
          <p:cNvCxnSpPr>
            <a:cxnSpLocks/>
            <a:stCxn id="32" idx="4"/>
            <a:endCxn id="36" idx="0"/>
          </p:cNvCxnSpPr>
          <p:nvPr/>
        </p:nvCxnSpPr>
        <p:spPr>
          <a:xfrm flipH="1">
            <a:off x="6415770" y="5513554"/>
            <a:ext cx="410034" cy="58791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3123AC-A8EE-4E10-9A64-60321427E626}"/>
              </a:ext>
            </a:extLst>
          </p:cNvPr>
          <p:cNvCxnSpPr>
            <a:cxnSpLocks/>
            <a:stCxn id="33" idx="4"/>
            <a:endCxn id="38" idx="0"/>
          </p:cNvCxnSpPr>
          <p:nvPr/>
        </p:nvCxnSpPr>
        <p:spPr>
          <a:xfrm flipH="1">
            <a:off x="8344785" y="5513554"/>
            <a:ext cx="328340" cy="58033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288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C2E9-838A-4C4E-BDFC-8EACECF4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Leverage specific structure of heap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0C7A-3291-42B7-AC6E-A2D90C73E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the nodes, top-down and left-to-right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2D68EA-62A0-4EDB-890B-A581CDB16D71}"/>
              </a:ext>
            </a:extLst>
          </p:cNvPr>
          <p:cNvSpPr/>
          <p:nvPr/>
        </p:nvSpPr>
        <p:spPr>
          <a:xfrm>
            <a:off x="7975402" y="2171780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1BC6EA-1C64-4178-9335-ECE6CB183F20}"/>
              </a:ext>
            </a:extLst>
          </p:cNvPr>
          <p:cNvSpPr/>
          <p:nvPr/>
        </p:nvSpPr>
        <p:spPr>
          <a:xfrm>
            <a:off x="6498755" y="3079910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914D7A-A42C-4202-974F-DF79161D8208}"/>
              </a:ext>
            </a:extLst>
          </p:cNvPr>
          <p:cNvSpPr/>
          <p:nvPr/>
        </p:nvSpPr>
        <p:spPr>
          <a:xfrm>
            <a:off x="9525712" y="3079910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E0B9EB-1F36-45F5-BF10-8F3DD610E1C6}"/>
              </a:ext>
            </a:extLst>
          </p:cNvPr>
          <p:cNvSpPr/>
          <p:nvPr/>
        </p:nvSpPr>
        <p:spPr>
          <a:xfrm>
            <a:off x="5526281" y="4183526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59F4F5-DCB8-4582-9CE2-92473B076591}"/>
              </a:ext>
            </a:extLst>
          </p:cNvPr>
          <p:cNvSpPr/>
          <p:nvPr/>
        </p:nvSpPr>
        <p:spPr>
          <a:xfrm>
            <a:off x="7373602" y="4183526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DED9BD-02B7-43E9-9C53-1636D179B492}"/>
              </a:ext>
            </a:extLst>
          </p:cNvPr>
          <p:cNvSpPr/>
          <p:nvPr/>
        </p:nvSpPr>
        <p:spPr>
          <a:xfrm>
            <a:off x="8756110" y="4183526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549FD3-3681-476C-94AD-2D6157C45BB9}"/>
              </a:ext>
            </a:extLst>
          </p:cNvPr>
          <p:cNvSpPr/>
          <p:nvPr/>
        </p:nvSpPr>
        <p:spPr>
          <a:xfrm>
            <a:off x="10302578" y="4183526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25786F-C39D-48A3-99B4-A4E707CDF79B}"/>
              </a:ext>
            </a:extLst>
          </p:cNvPr>
          <p:cNvSpPr/>
          <p:nvPr/>
        </p:nvSpPr>
        <p:spPr>
          <a:xfrm>
            <a:off x="5116247" y="5268604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3CA583-F0D2-4406-B0C2-E8865FA621D8}"/>
              </a:ext>
            </a:extLst>
          </p:cNvPr>
          <p:cNvSpPr/>
          <p:nvPr/>
        </p:nvSpPr>
        <p:spPr>
          <a:xfrm>
            <a:off x="6003427" y="5268604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542CF1-5A95-4125-9C07-A93C20DA0603}"/>
              </a:ext>
            </a:extLst>
          </p:cNvPr>
          <p:cNvSpPr/>
          <p:nvPr/>
        </p:nvSpPr>
        <p:spPr>
          <a:xfrm>
            <a:off x="7045262" y="5261016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B18CC1-F721-4EFB-A2F6-5BDB80075BF0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6921543" y="2596132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2631C3-2009-4C52-9A51-DA8351E91AA9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8398190" y="2596132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DE40E6-E1D4-4A83-B9DD-ACA3EB1A78A2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>
            <a:off x="6746419" y="3577070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DB6A40-6633-431C-BA50-DDB473B02D96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5773945" y="3577070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71E52C-1209-4311-B5FD-E290644C3058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9003774" y="3577070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32F1AE8-9249-4401-A86D-4902A87829B8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>
            <a:off x="9773377" y="3577070"/>
            <a:ext cx="776865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5A8766-331F-40A7-999A-54CA5B349E7F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5773945" y="4680686"/>
            <a:ext cx="477146" cy="58791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749EBD-A7BE-41B0-B7AD-B73DDAAEA7D1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363911" y="4680686"/>
            <a:ext cx="410034" cy="58791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A761C4-AE12-4942-82CA-567B633E0ED7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7292926" y="4680686"/>
            <a:ext cx="328340" cy="58033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07F33D3-6C5C-4371-BFEA-83862677D87D}"/>
              </a:ext>
            </a:extLst>
          </p:cNvPr>
          <p:cNvSpPr/>
          <p:nvPr/>
        </p:nvSpPr>
        <p:spPr>
          <a:xfrm>
            <a:off x="7740957" y="5286445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D310BE-7C65-44ED-90CA-F0C9940502E6}"/>
              </a:ext>
            </a:extLst>
          </p:cNvPr>
          <p:cNvCxnSpPr>
            <a:cxnSpLocks/>
            <a:stCxn id="8" idx="4"/>
            <a:endCxn id="23" idx="0"/>
          </p:cNvCxnSpPr>
          <p:nvPr/>
        </p:nvCxnSpPr>
        <p:spPr>
          <a:xfrm>
            <a:off x="7621266" y="4680686"/>
            <a:ext cx="367355" cy="605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10935B7-6680-47C0-A820-89402A5B5F16}"/>
              </a:ext>
            </a:extLst>
          </p:cNvPr>
          <p:cNvSpPr/>
          <p:nvPr/>
        </p:nvSpPr>
        <p:spPr>
          <a:xfrm>
            <a:off x="8436652" y="5286445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E8278D-572A-4118-9103-C0B1828D20CD}"/>
              </a:ext>
            </a:extLst>
          </p:cNvPr>
          <p:cNvCxnSpPr>
            <a:cxnSpLocks/>
            <a:stCxn id="9" idx="4"/>
            <a:endCxn id="25" idx="0"/>
          </p:cNvCxnSpPr>
          <p:nvPr/>
        </p:nvCxnSpPr>
        <p:spPr>
          <a:xfrm flipH="1">
            <a:off x="8684316" y="4680686"/>
            <a:ext cx="319458" cy="605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6BEFE08-C3CA-43E0-B01D-0721EE4BAF3C}"/>
                  </a:ext>
                </a:extLst>
              </p14:cNvPr>
              <p14:cNvContentPartPr/>
              <p14:nvPr/>
            </p14:nvContentPartPr>
            <p14:xfrm>
              <a:off x="4763266" y="2023724"/>
              <a:ext cx="5415480" cy="3363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6BEFE08-C3CA-43E0-B01D-0721EE4BAF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3906" y="2014364"/>
                <a:ext cx="5434200" cy="338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124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819340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heap_header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data;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limit;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next;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has_higher_priority_fn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prior;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0B0EE4-F6EE-422F-ACF3-30B8516CA641}"/>
              </a:ext>
            </a:extLst>
          </p:cNvPr>
          <p:cNvSpPr/>
          <p:nvPr/>
        </p:nvSpPr>
        <p:spPr>
          <a:xfrm>
            <a:off x="11360553" y="234091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8AD370-1C2E-472C-8F14-9F2C4ADDB979}"/>
              </a:ext>
            </a:extLst>
          </p:cNvPr>
          <p:cNvSpPr/>
          <p:nvPr/>
        </p:nvSpPr>
        <p:spPr>
          <a:xfrm>
            <a:off x="8333596" y="234091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48F4F7-B0C2-44C3-BB51-B1424CCC60B3}"/>
              </a:ext>
            </a:extLst>
          </p:cNvPr>
          <p:cNvSpPr/>
          <p:nvPr/>
        </p:nvSpPr>
        <p:spPr>
          <a:xfrm>
            <a:off x="7361122" y="3444526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59C4B6-A45D-4E92-A269-7B9B8FAE3667}"/>
              </a:ext>
            </a:extLst>
          </p:cNvPr>
          <p:cNvSpPr/>
          <p:nvPr/>
        </p:nvSpPr>
        <p:spPr>
          <a:xfrm>
            <a:off x="9208443" y="3444526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B4CD-DA59-4CD7-8E63-9879F6239F50}"/>
              </a:ext>
            </a:extLst>
          </p:cNvPr>
          <p:cNvSpPr/>
          <p:nvPr/>
        </p:nvSpPr>
        <p:spPr>
          <a:xfrm>
            <a:off x="10590951" y="3444526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D96DA7-ABD6-4CB8-81F7-E2518C90A894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8756384" y="1887043"/>
            <a:ext cx="1053859" cy="526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41FF91-FAE4-4D1F-BD43-BD024A7E1174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8581260" y="2838070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2E3F77-CB15-4880-9EC8-9C233886D67A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7608786" y="2838070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BB9C99-95BB-4911-BAA6-DFFED1F8D78F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10838615" y="2838070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844A27E-646E-4CAA-B2DA-EE07E3D0E3AB}"/>
              </a:ext>
            </a:extLst>
          </p:cNvPr>
          <p:cNvSpPr/>
          <p:nvPr/>
        </p:nvSpPr>
        <p:spPr>
          <a:xfrm>
            <a:off x="9737704" y="146269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B6CB3B-5F74-4E85-AF5F-9D508A02FF8E}"/>
              </a:ext>
            </a:extLst>
          </p:cNvPr>
          <p:cNvCxnSpPr>
            <a:cxnSpLocks/>
            <a:stCxn id="15" idx="5"/>
            <a:endCxn id="5" idx="1"/>
          </p:cNvCxnSpPr>
          <p:nvPr/>
        </p:nvCxnSpPr>
        <p:spPr>
          <a:xfrm>
            <a:off x="10160492" y="1887043"/>
            <a:ext cx="1272600" cy="526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789ACC3-3C7D-4669-9D55-F6049C354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31893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B34EF225-EE2C-4427-A949-4611C30062DC}"/>
              </a:ext>
            </a:extLst>
          </p:cNvPr>
          <p:cNvGrpSpPr/>
          <p:nvPr/>
        </p:nvGrpSpPr>
        <p:grpSpPr>
          <a:xfrm>
            <a:off x="5020240" y="5669855"/>
            <a:ext cx="6211436" cy="669521"/>
            <a:chOff x="5211481" y="5885001"/>
            <a:chExt cx="6211436" cy="66952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46B6F81-E97D-40DB-96B2-4DFF9D93003A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36B1D9-7392-492B-9B77-D3EA06FEB2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D5577A1-2AA8-45C4-AA2B-2BA686B9DD0E}"/>
                </a:ext>
              </a:extLst>
            </p:cNvPr>
            <p:cNvCxnSpPr>
              <a:cxnSpLocks/>
            </p:cNvCxnSpPr>
            <p:nvPr/>
          </p:nvCxnSpPr>
          <p:spPr>
            <a:xfrm>
              <a:off x="9577293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861BC56-CBC4-4C0E-BC04-C9DC00AA0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77293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ABED2EE-BF71-4458-80D8-C378E080F8E0}"/>
                </a:ext>
              </a:extLst>
            </p:cNvPr>
            <p:cNvCxnSpPr>
              <a:cxnSpLocks/>
            </p:cNvCxnSpPr>
            <p:nvPr/>
          </p:nvCxnSpPr>
          <p:spPr>
            <a:xfrm>
              <a:off x="10196058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2821C98-2666-427B-86DB-9E23849FA8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058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6E45DDE-C66D-48E0-BD64-2027D2ADF4C6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574" y="5903209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3F63645-975D-4E4F-84E3-7ED5A8B23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4574" y="5895288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91FF44C-0E15-4A19-8B31-F89FB4BD9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823721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58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007126-E033-486F-8DD7-BEDC0E9BC1A3}"/>
              </a:ext>
            </a:extLst>
          </p:cNvPr>
          <p:cNvSpPr/>
          <p:nvPr/>
        </p:nvSpPr>
        <p:spPr>
          <a:xfrm>
            <a:off x="376517" y="1914978"/>
            <a:ext cx="1189915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Q)                                   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NEW FUNCTION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/*@requires Q != NULL; @*/ 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pq_new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capacity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has_higher_priority_fn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prio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// NEW ARGUMENT</a:t>
            </a:r>
          </a:p>
          <a:p>
            <a:r>
              <a:rPr lang="it-IT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/*@requires </a:t>
            </a:r>
            <a:r>
              <a:rPr lang="it-IT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capacity &gt; 0 </a:t>
            </a:r>
            <a:r>
              <a:rPr lang="it-IT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 prio != NULL; @*/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/*@ensures \result != NULL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(\result); @*/ ;</a:t>
            </a:r>
          </a:p>
          <a:p>
            <a:endParaRPr lang="en-US" sz="20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Q,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/*@requires Q != NULL &amp;&amp;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(Q)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 x != NULL; @*/ ;  // NEW CONTRACT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/*@ensures 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(Q); @*/ ;</a:t>
            </a:r>
          </a:p>
          <a:p>
            <a:endParaRPr lang="en-US" sz="20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elem pq_rem(pq_t Q)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/*@requires Q != NULL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(Q); @*/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/*@ensures  \result != NULL &amp;&amp;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(Q)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@*/ ;       // NEW CONTRACT</a:t>
            </a:r>
            <a:endParaRPr lang="en-US" sz="2400" dirty="0">
              <a:solidFill>
                <a:schemeClr val="accent1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4BD17-A125-498B-8250-DAB880515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Priority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AE639-E0E6-4BCE-AA12-140DEE508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499054"/>
          </a:xfrm>
        </p:spPr>
        <p:txBody>
          <a:bodyPr/>
          <a:lstStyle/>
          <a:p>
            <a:r>
              <a:rPr lang="en-US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196948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false;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</p:txBody>
      </p:sp>
    </p:spTree>
    <p:extLst>
      <p:ext uri="{BB962C8B-B14F-4D97-AF65-F5344CB8AC3E}">
        <p14:creationId xmlns:p14="http://schemas.microsoft.com/office/powerpoint/2010/main" val="4030080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 != NULL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(1 &lt; H-&gt;limit &amp;&amp; H-&gt;limit &lt;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int_max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()/2)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is_array_expected_length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(H-&gt;data, H-&gt;limit)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(1 &lt;= H-&gt;next &amp;&amp; H-&gt;next &lt;= H-&gt;limit)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H-&gt;prior != NULL;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6994C2-F8E9-4A9C-A6E8-AB7F42D34A50}"/>
                  </a:ext>
                </a:extLst>
              </p14:cNvPr>
              <p14:cNvContentPartPr/>
              <p14:nvPr/>
            </p14:nvContentPartPr>
            <p14:xfrm>
              <a:off x="2241854" y="4623331"/>
              <a:ext cx="9624240" cy="152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6994C2-F8E9-4A9C-A6E8-AB7F42D34A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2494" y="4613971"/>
                <a:ext cx="9642960" cy="15476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3D67DA1-E81C-4435-8FAF-3B27EF5D0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269642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C1963842-6B59-4E29-9AE9-FEF907C8A050}"/>
              </a:ext>
            </a:extLst>
          </p:cNvPr>
          <p:cNvGrpSpPr/>
          <p:nvPr/>
        </p:nvGrpSpPr>
        <p:grpSpPr>
          <a:xfrm>
            <a:off x="5020240" y="5669855"/>
            <a:ext cx="6211436" cy="669521"/>
            <a:chOff x="5211481" y="5885001"/>
            <a:chExt cx="6211436" cy="66952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ACA0D6A-F817-4921-9105-B4311C7E7B9B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0D1642D-9E8F-40A8-BF3E-24196DC05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21BF6DF-E65D-4EA3-8551-28C6CFF98FD3}"/>
                </a:ext>
              </a:extLst>
            </p:cNvPr>
            <p:cNvCxnSpPr>
              <a:cxnSpLocks/>
            </p:cNvCxnSpPr>
            <p:nvPr/>
          </p:nvCxnSpPr>
          <p:spPr>
            <a:xfrm>
              <a:off x="9577293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17656EE-BB55-47DC-9951-C14307BE20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77293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D862C6-4D0F-4A56-9027-E84321F8F7F5}"/>
                </a:ext>
              </a:extLst>
            </p:cNvPr>
            <p:cNvCxnSpPr>
              <a:cxnSpLocks/>
            </p:cNvCxnSpPr>
            <p:nvPr/>
          </p:nvCxnSpPr>
          <p:spPr>
            <a:xfrm>
              <a:off x="10196058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8494B8-238A-4644-B48C-4A1DDFB556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058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50E135-EF0F-41EC-97E9-BDEA10DCA8B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574" y="5903209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893798E-2813-4A49-9C43-9218A4432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4574" y="5895288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42D8022-A5EB-4D71-920C-53573BDD6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65189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42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false;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is_heap_ordered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false;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597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is_heap_ordered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104562-9B14-401A-BD7E-1C245D57EB93}"/>
              </a:ext>
            </a:extLst>
          </p:cNvPr>
          <p:cNvSpPr/>
          <p:nvPr/>
        </p:nvSpPr>
        <p:spPr>
          <a:xfrm>
            <a:off x="8913707" y="374384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DA27751-9254-4AC2-8277-FF152B53E735}"/>
              </a:ext>
            </a:extLst>
          </p:cNvPr>
          <p:cNvSpPr/>
          <p:nvPr/>
        </p:nvSpPr>
        <p:spPr>
          <a:xfrm>
            <a:off x="7437060" y="465197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8444B3-C713-49A7-94C9-39BCDE384796}"/>
              </a:ext>
            </a:extLst>
          </p:cNvPr>
          <p:cNvSpPr/>
          <p:nvPr/>
        </p:nvSpPr>
        <p:spPr>
          <a:xfrm>
            <a:off x="10464017" y="465197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D1EA76-7E9A-4535-A7F6-A75DFAE3CC34}"/>
              </a:ext>
            </a:extLst>
          </p:cNvPr>
          <p:cNvSpPr/>
          <p:nvPr/>
        </p:nvSpPr>
        <p:spPr>
          <a:xfrm>
            <a:off x="6464586" y="575559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78A9A26-8221-46B1-861F-3D753DEF7589}"/>
              </a:ext>
            </a:extLst>
          </p:cNvPr>
          <p:cNvSpPr/>
          <p:nvPr/>
        </p:nvSpPr>
        <p:spPr>
          <a:xfrm>
            <a:off x="8311907" y="575559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E53747-65BB-47D0-A9E6-36A7FB8DE14C}"/>
              </a:ext>
            </a:extLst>
          </p:cNvPr>
          <p:cNvSpPr/>
          <p:nvPr/>
        </p:nvSpPr>
        <p:spPr>
          <a:xfrm>
            <a:off x="9694415" y="575559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6F6B18-EB45-4957-A590-D9CD583FD795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7859848" y="4168201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024E1C-D4BD-4FA7-82C9-0B3CAFAF13F5}"/>
              </a:ext>
            </a:extLst>
          </p:cNvPr>
          <p:cNvCxnSpPr>
            <a:cxnSpLocks/>
            <a:stCxn id="16" idx="5"/>
            <a:endCxn id="18" idx="1"/>
          </p:cNvCxnSpPr>
          <p:nvPr/>
        </p:nvCxnSpPr>
        <p:spPr>
          <a:xfrm>
            <a:off x="9336495" y="4168201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A60BB9-8DD2-4112-89EC-D20F86607DF8}"/>
              </a:ext>
            </a:extLst>
          </p:cNvPr>
          <p:cNvCxnSpPr>
            <a:cxnSpLocks/>
            <a:stCxn id="17" idx="4"/>
            <a:endCxn id="20" idx="0"/>
          </p:cNvCxnSpPr>
          <p:nvPr/>
        </p:nvCxnSpPr>
        <p:spPr>
          <a:xfrm>
            <a:off x="7684724" y="5149139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5755D3-3A99-4FF2-86CB-0518BAE0F6FC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6712250" y="5149139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E32604D-2782-46FA-8B45-B938DC2BF034}"/>
              </a:ext>
            </a:extLst>
          </p:cNvPr>
          <p:cNvCxnSpPr>
            <a:cxnSpLocks/>
            <a:stCxn id="18" idx="4"/>
            <a:endCxn id="21" idx="0"/>
          </p:cNvCxnSpPr>
          <p:nvPr/>
        </p:nvCxnSpPr>
        <p:spPr>
          <a:xfrm flipH="1">
            <a:off x="9942079" y="5149139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06F070-2625-413B-AF81-8011472F39FA}"/>
              </a:ext>
            </a:extLst>
          </p:cNvPr>
          <p:cNvCxnSpPr>
            <a:cxnSpLocks/>
            <a:stCxn id="17" idx="4"/>
            <a:endCxn id="20" idx="0"/>
          </p:cNvCxnSpPr>
          <p:nvPr/>
        </p:nvCxnSpPr>
        <p:spPr>
          <a:xfrm>
            <a:off x="7684724" y="5149139"/>
            <a:ext cx="874847" cy="606456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78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int i1, int i2)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F2CF73-9CD5-4B9B-93EC-CDCCCB59BDE9}"/>
              </a:ext>
            </a:extLst>
          </p:cNvPr>
          <p:cNvSpPr/>
          <p:nvPr/>
        </p:nvSpPr>
        <p:spPr>
          <a:xfrm>
            <a:off x="10230936" y="1113178"/>
            <a:ext cx="646240" cy="60881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e1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E1FCE9-ABBB-48BA-98F8-4710FE04239C}"/>
              </a:ext>
            </a:extLst>
          </p:cNvPr>
          <p:cNvSpPr/>
          <p:nvPr/>
        </p:nvSpPr>
        <p:spPr>
          <a:xfrm>
            <a:off x="10210303" y="2636718"/>
            <a:ext cx="646240" cy="60881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e2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9E01E3-AF32-45EC-9B0E-4DFD15B3F580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10533423" y="1721992"/>
            <a:ext cx="20633" cy="914726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0FF35758-60E2-4651-BC77-F273660ED6BD}"/>
              </a:ext>
            </a:extLst>
          </p:cNvPr>
          <p:cNvSpPr txBox="1">
            <a:spLocks/>
          </p:cNvSpPr>
          <p:nvPr/>
        </p:nvSpPr>
        <p:spPr>
          <a:xfrm>
            <a:off x="10715356" y="1833646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6B02BACE-B1B4-408D-9729-6E0595C05A57}"/>
              </a:ext>
            </a:extLst>
          </p:cNvPr>
          <p:cNvSpPr txBox="1">
            <a:spLocks/>
          </p:cNvSpPr>
          <p:nvPr/>
        </p:nvSpPr>
        <p:spPr>
          <a:xfrm>
            <a:off x="3516429" y="3621126"/>
            <a:ext cx="8442489" cy="319205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typedef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has_higher_priority_fn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e1,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e2);</a:t>
            </a:r>
            <a:endParaRPr 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heap_header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heap;</a:t>
            </a:r>
            <a:endParaRPr 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heap_header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data;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limit;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next;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has_higher_priority_fn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prior;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7679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int i1, int i2)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</a:p>
          <a:p>
            <a:endParaRPr 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e1 = H-&gt;data[i1];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e2 = H-&gt;data[i2];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!(*H-&gt;prior)(e1, e2);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F2CF73-9CD5-4B9B-93EC-CDCCCB59BDE9}"/>
              </a:ext>
            </a:extLst>
          </p:cNvPr>
          <p:cNvSpPr/>
          <p:nvPr/>
        </p:nvSpPr>
        <p:spPr>
          <a:xfrm>
            <a:off x="10230936" y="1113178"/>
            <a:ext cx="646240" cy="60881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e1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E1FCE9-ABBB-48BA-98F8-4710FE04239C}"/>
              </a:ext>
            </a:extLst>
          </p:cNvPr>
          <p:cNvSpPr/>
          <p:nvPr/>
        </p:nvSpPr>
        <p:spPr>
          <a:xfrm>
            <a:off x="10210303" y="2636718"/>
            <a:ext cx="646240" cy="60881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e2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9E01E3-AF32-45EC-9B0E-4DFD15B3F580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10533423" y="1721992"/>
            <a:ext cx="20633" cy="914726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0FF35758-60E2-4651-BC77-F273660ED6BD}"/>
              </a:ext>
            </a:extLst>
          </p:cNvPr>
          <p:cNvSpPr txBox="1">
            <a:spLocks/>
          </p:cNvSpPr>
          <p:nvPr/>
        </p:nvSpPr>
        <p:spPr>
          <a:xfrm>
            <a:off x="10715356" y="1833646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199227-C6DA-466C-8690-5A3246EBC8C2}"/>
              </a:ext>
            </a:extLst>
          </p:cNvPr>
          <p:cNvCxnSpPr>
            <a:cxnSpLocks/>
          </p:cNvCxnSpPr>
          <p:nvPr/>
        </p:nvCxnSpPr>
        <p:spPr>
          <a:xfrm>
            <a:off x="3017058" y="3735480"/>
            <a:ext cx="329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F21C95-EC4E-42B9-AC0D-1244E2DCCD5D}"/>
              </a:ext>
            </a:extLst>
          </p:cNvPr>
          <p:cNvCxnSpPr>
            <a:cxnSpLocks/>
          </p:cNvCxnSpPr>
          <p:nvPr/>
        </p:nvCxnSpPr>
        <p:spPr>
          <a:xfrm>
            <a:off x="3017058" y="4198656"/>
            <a:ext cx="329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6906E-0AD9-4682-B1BF-63B7357BC26F}"/>
              </a:ext>
            </a:extLst>
          </p:cNvPr>
          <p:cNvCxnSpPr>
            <a:cxnSpLocks/>
          </p:cNvCxnSpPr>
          <p:nvPr/>
        </p:nvCxnSpPr>
        <p:spPr>
          <a:xfrm>
            <a:off x="3017058" y="4658845"/>
            <a:ext cx="329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5D8F2D-647A-4289-B0EE-0D834EC4169E}"/>
              </a:ext>
            </a:extLst>
          </p:cNvPr>
          <p:cNvCxnSpPr>
            <a:cxnSpLocks/>
          </p:cNvCxnSpPr>
          <p:nvPr/>
        </p:nvCxnSpPr>
        <p:spPr>
          <a:xfrm>
            <a:off x="2587812" y="4733365"/>
            <a:ext cx="182282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6CF11-EDBB-42B6-B837-85BDD50460E7}"/>
              </a:ext>
            </a:extLst>
          </p:cNvPr>
          <p:cNvCxnSpPr>
            <a:cxnSpLocks/>
          </p:cNvCxnSpPr>
          <p:nvPr/>
        </p:nvCxnSpPr>
        <p:spPr>
          <a:xfrm>
            <a:off x="4159624" y="3783292"/>
            <a:ext cx="63948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BB3C0F-09C9-4AF0-AD15-D88B1F71046C}"/>
              </a:ext>
            </a:extLst>
          </p:cNvPr>
          <p:cNvCxnSpPr>
            <a:cxnSpLocks/>
          </p:cNvCxnSpPr>
          <p:nvPr/>
        </p:nvCxnSpPr>
        <p:spPr>
          <a:xfrm>
            <a:off x="4159624" y="4246468"/>
            <a:ext cx="63948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855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095250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int i1, int i2)</a:t>
            </a: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i1 &amp;&amp; i1 &lt; H-&gt;next;</a:t>
            </a: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i2 &amp;&amp; i2 &lt; H-&gt;next;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e1 = H-&gt;data[i1];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e2 = H-&gt;data[i2];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!(*H-&gt;prior)(e1, e2);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F2CF73-9CD5-4B9B-93EC-CDCCCB59BDE9}"/>
              </a:ext>
            </a:extLst>
          </p:cNvPr>
          <p:cNvSpPr/>
          <p:nvPr/>
        </p:nvSpPr>
        <p:spPr>
          <a:xfrm>
            <a:off x="10230936" y="1113178"/>
            <a:ext cx="646240" cy="60881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e1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E1FCE9-ABBB-48BA-98F8-4710FE04239C}"/>
              </a:ext>
            </a:extLst>
          </p:cNvPr>
          <p:cNvSpPr/>
          <p:nvPr/>
        </p:nvSpPr>
        <p:spPr>
          <a:xfrm>
            <a:off x="10210303" y="2636718"/>
            <a:ext cx="646240" cy="60881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e2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9E01E3-AF32-45EC-9B0E-4DFD15B3F580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10533423" y="1721992"/>
            <a:ext cx="20633" cy="914726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0FF35758-60E2-4651-BC77-F273660ED6BD}"/>
              </a:ext>
            </a:extLst>
          </p:cNvPr>
          <p:cNvSpPr txBox="1">
            <a:spLocks/>
          </p:cNvSpPr>
          <p:nvPr/>
        </p:nvSpPr>
        <p:spPr>
          <a:xfrm>
            <a:off x="10715356" y="1833646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199227-C6DA-466C-8690-5A3246EBC8C2}"/>
              </a:ext>
            </a:extLst>
          </p:cNvPr>
          <p:cNvCxnSpPr>
            <a:cxnSpLocks/>
          </p:cNvCxnSpPr>
          <p:nvPr/>
        </p:nvCxnSpPr>
        <p:spPr>
          <a:xfrm>
            <a:off x="3017058" y="3735480"/>
            <a:ext cx="329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F21C95-EC4E-42B9-AC0D-1244E2DCCD5D}"/>
              </a:ext>
            </a:extLst>
          </p:cNvPr>
          <p:cNvCxnSpPr>
            <a:cxnSpLocks/>
          </p:cNvCxnSpPr>
          <p:nvPr/>
        </p:nvCxnSpPr>
        <p:spPr>
          <a:xfrm>
            <a:off x="3017058" y="4198656"/>
            <a:ext cx="329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6906E-0AD9-4682-B1BF-63B7357BC26F}"/>
              </a:ext>
            </a:extLst>
          </p:cNvPr>
          <p:cNvCxnSpPr>
            <a:cxnSpLocks/>
          </p:cNvCxnSpPr>
          <p:nvPr/>
        </p:nvCxnSpPr>
        <p:spPr>
          <a:xfrm>
            <a:off x="3017058" y="4658845"/>
            <a:ext cx="329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5D8F2D-647A-4289-B0EE-0D834EC4169E}"/>
              </a:ext>
            </a:extLst>
          </p:cNvPr>
          <p:cNvCxnSpPr>
            <a:cxnSpLocks/>
          </p:cNvCxnSpPr>
          <p:nvPr/>
        </p:nvCxnSpPr>
        <p:spPr>
          <a:xfrm>
            <a:off x="2587812" y="4733365"/>
            <a:ext cx="182282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6CF11-EDBB-42B6-B837-85BDD50460E7}"/>
              </a:ext>
            </a:extLst>
          </p:cNvPr>
          <p:cNvCxnSpPr>
            <a:cxnSpLocks/>
          </p:cNvCxnSpPr>
          <p:nvPr/>
        </p:nvCxnSpPr>
        <p:spPr>
          <a:xfrm>
            <a:off x="4159624" y="3783292"/>
            <a:ext cx="63948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BB3C0F-09C9-4AF0-AD15-D88B1F71046C}"/>
              </a:ext>
            </a:extLst>
          </p:cNvPr>
          <p:cNvCxnSpPr>
            <a:cxnSpLocks/>
          </p:cNvCxnSpPr>
          <p:nvPr/>
        </p:nvCxnSpPr>
        <p:spPr>
          <a:xfrm>
            <a:off x="4159624" y="4246468"/>
            <a:ext cx="63948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56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005450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is_heap_ordered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703E09-3C8A-4884-9B8D-D02DF0949F9A}"/>
              </a:ext>
            </a:extLst>
          </p:cNvPr>
          <p:cNvSpPr/>
          <p:nvPr/>
        </p:nvSpPr>
        <p:spPr>
          <a:xfrm>
            <a:off x="8913707" y="392911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0F1BDD-C3EE-4975-8ADC-C293D263AD48}"/>
              </a:ext>
            </a:extLst>
          </p:cNvPr>
          <p:cNvSpPr/>
          <p:nvPr/>
        </p:nvSpPr>
        <p:spPr>
          <a:xfrm>
            <a:off x="7437060" y="483724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DCE4E4A-B37C-4077-8C95-E450BDA9358C}"/>
              </a:ext>
            </a:extLst>
          </p:cNvPr>
          <p:cNvSpPr/>
          <p:nvPr/>
        </p:nvSpPr>
        <p:spPr>
          <a:xfrm>
            <a:off x="10464017" y="483724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0C8C528-E547-4B52-A5BD-FF8295A6683D}"/>
              </a:ext>
            </a:extLst>
          </p:cNvPr>
          <p:cNvSpPr/>
          <p:nvPr/>
        </p:nvSpPr>
        <p:spPr>
          <a:xfrm>
            <a:off x="6464586" y="59408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58608BA-2534-45DA-868E-16E04C1D3E1B}"/>
              </a:ext>
            </a:extLst>
          </p:cNvPr>
          <p:cNvSpPr/>
          <p:nvPr/>
        </p:nvSpPr>
        <p:spPr>
          <a:xfrm>
            <a:off x="8311907" y="59408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1E7301D-28E5-41E5-94D8-5BAF86160FC6}"/>
              </a:ext>
            </a:extLst>
          </p:cNvPr>
          <p:cNvSpPr/>
          <p:nvPr/>
        </p:nvSpPr>
        <p:spPr>
          <a:xfrm>
            <a:off x="9694415" y="59408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BB6C5EF-AE91-4508-A3EF-F23F90B24E5A}"/>
              </a:ext>
            </a:extLst>
          </p:cNvPr>
          <p:cNvCxnSpPr>
            <a:cxnSpLocks/>
            <a:stCxn id="39" idx="3"/>
            <a:endCxn id="40" idx="7"/>
          </p:cNvCxnSpPr>
          <p:nvPr/>
        </p:nvCxnSpPr>
        <p:spPr>
          <a:xfrm flipH="1">
            <a:off x="7859848" y="4353467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98BB23D-F12A-4485-9B62-B119C7552166}"/>
              </a:ext>
            </a:extLst>
          </p:cNvPr>
          <p:cNvCxnSpPr>
            <a:cxnSpLocks/>
            <a:stCxn id="39" idx="5"/>
            <a:endCxn id="41" idx="1"/>
          </p:cNvCxnSpPr>
          <p:nvPr/>
        </p:nvCxnSpPr>
        <p:spPr>
          <a:xfrm>
            <a:off x="9336495" y="4353467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55D4423-CB86-439A-8713-8E8C48FFFADB}"/>
              </a:ext>
            </a:extLst>
          </p:cNvPr>
          <p:cNvCxnSpPr>
            <a:cxnSpLocks/>
            <a:stCxn id="40" idx="4"/>
            <a:endCxn id="43" idx="0"/>
          </p:cNvCxnSpPr>
          <p:nvPr/>
        </p:nvCxnSpPr>
        <p:spPr>
          <a:xfrm>
            <a:off x="7684724" y="5334405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416E611-C8E9-4524-A9B5-8FB1F3ED0C2D}"/>
              </a:ext>
            </a:extLst>
          </p:cNvPr>
          <p:cNvCxnSpPr>
            <a:cxnSpLocks/>
            <a:stCxn id="40" idx="4"/>
            <a:endCxn id="42" idx="0"/>
          </p:cNvCxnSpPr>
          <p:nvPr/>
        </p:nvCxnSpPr>
        <p:spPr>
          <a:xfrm flipH="1">
            <a:off x="6712250" y="5334405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E35D84-E0D6-45C2-AB7A-3DA06C889BB6}"/>
              </a:ext>
            </a:extLst>
          </p:cNvPr>
          <p:cNvCxnSpPr>
            <a:cxnSpLocks/>
            <a:stCxn id="41" idx="4"/>
            <a:endCxn id="44" idx="0"/>
          </p:cNvCxnSpPr>
          <p:nvPr/>
        </p:nvCxnSpPr>
        <p:spPr>
          <a:xfrm flipH="1">
            <a:off x="9942079" y="5334405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3">
            <a:extLst>
              <a:ext uri="{FF2B5EF4-FFF2-40B4-BE49-F238E27FC236}">
                <a16:creationId xmlns:a16="http://schemas.microsoft.com/office/drawing/2014/main" id="{B1AA1A67-3F19-4124-B7E9-AE4C0AE7A9C8}"/>
              </a:ext>
            </a:extLst>
          </p:cNvPr>
          <p:cNvSpPr txBox="1">
            <a:spLocks/>
          </p:cNvSpPr>
          <p:nvPr/>
        </p:nvSpPr>
        <p:spPr>
          <a:xfrm>
            <a:off x="9862886" y="4084125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51" name="Content Placeholder 13">
            <a:extLst>
              <a:ext uri="{FF2B5EF4-FFF2-40B4-BE49-F238E27FC236}">
                <a16:creationId xmlns:a16="http://schemas.microsoft.com/office/drawing/2014/main" id="{40AE0A6A-3367-4D4A-AB62-EB83AD94E2E2}"/>
              </a:ext>
            </a:extLst>
          </p:cNvPr>
          <p:cNvSpPr txBox="1">
            <a:spLocks/>
          </p:cNvSpPr>
          <p:nvPr/>
        </p:nvSpPr>
        <p:spPr>
          <a:xfrm>
            <a:off x="8086774" y="4100079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52" name="Content Placeholder 13">
            <a:extLst>
              <a:ext uri="{FF2B5EF4-FFF2-40B4-BE49-F238E27FC236}">
                <a16:creationId xmlns:a16="http://schemas.microsoft.com/office/drawing/2014/main" id="{9FB57DBA-9E44-41AD-A95A-B4FD4C4A745E}"/>
              </a:ext>
            </a:extLst>
          </p:cNvPr>
          <p:cNvSpPr txBox="1">
            <a:spLocks/>
          </p:cNvSpPr>
          <p:nvPr/>
        </p:nvSpPr>
        <p:spPr>
          <a:xfrm>
            <a:off x="6757537" y="5167300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53" name="Content Placeholder 13">
            <a:extLst>
              <a:ext uri="{FF2B5EF4-FFF2-40B4-BE49-F238E27FC236}">
                <a16:creationId xmlns:a16="http://schemas.microsoft.com/office/drawing/2014/main" id="{E0335005-40DF-4AC9-B38B-DA36F1546204}"/>
              </a:ext>
            </a:extLst>
          </p:cNvPr>
          <p:cNvSpPr txBox="1">
            <a:spLocks/>
          </p:cNvSpPr>
          <p:nvPr/>
        </p:nvSpPr>
        <p:spPr>
          <a:xfrm>
            <a:off x="8122147" y="5160770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54" name="Content Placeholder 13">
            <a:extLst>
              <a:ext uri="{FF2B5EF4-FFF2-40B4-BE49-F238E27FC236}">
                <a16:creationId xmlns:a16="http://schemas.microsoft.com/office/drawing/2014/main" id="{D389E837-7A61-4DEF-8B3B-6F55225A2C58}"/>
              </a:ext>
            </a:extLst>
          </p:cNvPr>
          <p:cNvSpPr txBox="1">
            <a:spLocks/>
          </p:cNvSpPr>
          <p:nvPr/>
        </p:nvSpPr>
        <p:spPr>
          <a:xfrm>
            <a:off x="9849676" y="5160770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26162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994943"/>
            <a:ext cx="10515600" cy="333331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is_heap_ordered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H)</a:t>
            </a: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(int child = 2; child &lt; H-&gt;next; child++)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&lt;= child;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child/2;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(parent, child))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false;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true;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104562-9B14-401A-BD7E-1C245D57EB93}"/>
              </a:ext>
            </a:extLst>
          </p:cNvPr>
          <p:cNvSpPr/>
          <p:nvPr/>
        </p:nvSpPr>
        <p:spPr>
          <a:xfrm>
            <a:off x="8913707" y="392911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DA27751-9254-4AC2-8277-FF152B53E735}"/>
              </a:ext>
            </a:extLst>
          </p:cNvPr>
          <p:cNvSpPr/>
          <p:nvPr/>
        </p:nvSpPr>
        <p:spPr>
          <a:xfrm>
            <a:off x="7437060" y="483724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8444B3-C713-49A7-94C9-39BCDE384796}"/>
              </a:ext>
            </a:extLst>
          </p:cNvPr>
          <p:cNvSpPr/>
          <p:nvPr/>
        </p:nvSpPr>
        <p:spPr>
          <a:xfrm>
            <a:off x="10464017" y="483724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D1EA76-7E9A-4535-A7F6-A75DFAE3CC34}"/>
              </a:ext>
            </a:extLst>
          </p:cNvPr>
          <p:cNvSpPr/>
          <p:nvPr/>
        </p:nvSpPr>
        <p:spPr>
          <a:xfrm>
            <a:off x="6464586" y="59408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78A9A26-8221-46B1-861F-3D753DEF7589}"/>
              </a:ext>
            </a:extLst>
          </p:cNvPr>
          <p:cNvSpPr/>
          <p:nvPr/>
        </p:nvSpPr>
        <p:spPr>
          <a:xfrm>
            <a:off x="8311907" y="59408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E53747-65BB-47D0-A9E6-36A7FB8DE14C}"/>
              </a:ext>
            </a:extLst>
          </p:cNvPr>
          <p:cNvSpPr/>
          <p:nvPr/>
        </p:nvSpPr>
        <p:spPr>
          <a:xfrm>
            <a:off x="9694415" y="59408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dirty="0">
              <a:solidFill>
                <a:schemeClr val="accent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6F6B18-EB45-4957-A590-D9CD583FD795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7859848" y="4353467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024E1C-D4BD-4FA7-82C9-0B3CAFAF13F5}"/>
              </a:ext>
            </a:extLst>
          </p:cNvPr>
          <p:cNvCxnSpPr>
            <a:cxnSpLocks/>
            <a:stCxn id="16" idx="5"/>
            <a:endCxn id="18" idx="1"/>
          </p:cNvCxnSpPr>
          <p:nvPr/>
        </p:nvCxnSpPr>
        <p:spPr>
          <a:xfrm>
            <a:off x="9336495" y="4353467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A60BB9-8DD2-4112-89EC-D20F86607DF8}"/>
              </a:ext>
            </a:extLst>
          </p:cNvPr>
          <p:cNvCxnSpPr>
            <a:cxnSpLocks/>
            <a:stCxn id="17" idx="4"/>
            <a:endCxn id="20" idx="0"/>
          </p:cNvCxnSpPr>
          <p:nvPr/>
        </p:nvCxnSpPr>
        <p:spPr>
          <a:xfrm>
            <a:off x="7684724" y="5334405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5755D3-3A99-4FF2-86CB-0518BAE0F6FC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6712250" y="5334405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E32604D-2782-46FA-8B45-B938DC2BF034}"/>
              </a:ext>
            </a:extLst>
          </p:cNvPr>
          <p:cNvCxnSpPr>
            <a:cxnSpLocks/>
            <a:stCxn id="18" idx="4"/>
            <a:endCxn id="21" idx="0"/>
          </p:cNvCxnSpPr>
          <p:nvPr/>
        </p:nvCxnSpPr>
        <p:spPr>
          <a:xfrm flipH="1">
            <a:off x="9942079" y="5334405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8967D871-BA62-473A-96E2-90E966066CE5}"/>
              </a:ext>
            </a:extLst>
          </p:cNvPr>
          <p:cNvSpPr txBox="1">
            <a:spLocks/>
          </p:cNvSpPr>
          <p:nvPr/>
        </p:nvSpPr>
        <p:spPr>
          <a:xfrm>
            <a:off x="9862886" y="4084125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E9996CCB-2617-464E-AA73-84E7AF0D7232}"/>
              </a:ext>
            </a:extLst>
          </p:cNvPr>
          <p:cNvSpPr txBox="1">
            <a:spLocks/>
          </p:cNvSpPr>
          <p:nvPr/>
        </p:nvSpPr>
        <p:spPr>
          <a:xfrm>
            <a:off x="8086774" y="4100079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1" name="Content Placeholder 13">
            <a:extLst>
              <a:ext uri="{FF2B5EF4-FFF2-40B4-BE49-F238E27FC236}">
                <a16:creationId xmlns:a16="http://schemas.microsoft.com/office/drawing/2014/main" id="{F95E3068-8104-408D-BD69-2327C64808F0}"/>
              </a:ext>
            </a:extLst>
          </p:cNvPr>
          <p:cNvSpPr txBox="1">
            <a:spLocks/>
          </p:cNvSpPr>
          <p:nvPr/>
        </p:nvSpPr>
        <p:spPr>
          <a:xfrm>
            <a:off x="6757537" y="5167300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2" name="Content Placeholder 13">
            <a:extLst>
              <a:ext uri="{FF2B5EF4-FFF2-40B4-BE49-F238E27FC236}">
                <a16:creationId xmlns:a16="http://schemas.microsoft.com/office/drawing/2014/main" id="{6D293512-F5DC-4997-9C1D-52A18B671915}"/>
              </a:ext>
            </a:extLst>
          </p:cNvPr>
          <p:cNvSpPr txBox="1">
            <a:spLocks/>
          </p:cNvSpPr>
          <p:nvPr/>
        </p:nvSpPr>
        <p:spPr>
          <a:xfrm>
            <a:off x="8122147" y="5160770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3" name="Content Placeholder 13">
            <a:extLst>
              <a:ext uri="{FF2B5EF4-FFF2-40B4-BE49-F238E27FC236}">
                <a16:creationId xmlns:a16="http://schemas.microsoft.com/office/drawing/2014/main" id="{2060931B-4785-4B64-AD09-F822ADD0D937}"/>
              </a:ext>
            </a:extLst>
          </p:cNvPr>
          <p:cNvSpPr txBox="1">
            <a:spLocks/>
          </p:cNvSpPr>
          <p:nvPr/>
        </p:nvSpPr>
        <p:spPr>
          <a:xfrm>
            <a:off x="9849676" y="5160770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4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92622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41B0-455B-4E4B-9251-ACA06E96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(Bounded) Priority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378A6-C18C-486F-BECB-DE36AD411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heap, implemented as an array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8BA511-9B22-4691-9CA6-EB5993681D74}"/>
              </a:ext>
            </a:extLst>
          </p:cNvPr>
          <p:cNvSpPr/>
          <p:nvPr/>
        </p:nvSpPr>
        <p:spPr>
          <a:xfrm>
            <a:off x="611865" y="1658777"/>
            <a:ext cx="934587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2800" dirty="0">
                <a:solidFill>
                  <a:srgbClr val="4472C4">
                    <a:lumMod val="75000"/>
                  </a:srgbClr>
                </a:solidFill>
              </a:rPr>
              <a:t>Interface</a:t>
            </a:r>
            <a:endParaRPr lang="en-US" sz="3200" b="1" kern="0" dirty="0">
              <a:solidFill>
                <a:srgbClr val="345A8A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</a:pP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typedef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has_higher_priority_fn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e1,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e2);</a:t>
            </a:r>
          </a:p>
          <a:p>
            <a:pPr>
              <a:spcBef>
                <a:spcPts val="2400"/>
              </a:spcBef>
            </a:pPr>
            <a:r>
              <a:rPr lang="en-US" sz="2000" dirty="0">
                <a:solidFill>
                  <a:srgbClr val="548DD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typedef ______* </a:t>
            </a:r>
            <a:r>
              <a:rPr lang="en-US" sz="2000" dirty="0" err="1">
                <a:solidFill>
                  <a:srgbClr val="548DD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solidFill>
                  <a:srgbClr val="548DD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rgbClr val="00B05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Q);  </a:t>
            </a:r>
          </a:p>
          <a:p>
            <a:endParaRPr lang="en-US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pq_t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pq_new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(int capacity,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has_higher_priority_fn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prio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_t Q,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x);</a:t>
            </a:r>
          </a:p>
          <a:p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pq_rem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_t Q);</a:t>
            </a:r>
          </a:p>
          <a:p>
            <a:endParaRPr lang="en-US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pq_peek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pq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_t Q);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95CA4D-6B09-4746-88A5-C4BDDAB50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71322"/>
              </p:ext>
            </p:extLst>
          </p:nvPr>
        </p:nvGraphicFramePr>
        <p:xfrm>
          <a:off x="5756182" y="5752743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6A6BB9C-A2EE-4126-8BA1-741669630730}"/>
              </a:ext>
            </a:extLst>
          </p:cNvPr>
          <p:cNvGrpSpPr/>
          <p:nvPr/>
        </p:nvGrpSpPr>
        <p:grpSpPr>
          <a:xfrm>
            <a:off x="5756182" y="5744822"/>
            <a:ext cx="608343" cy="659234"/>
            <a:chOff x="5211481" y="5885001"/>
            <a:chExt cx="608343" cy="65923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F17FA98-59E5-490B-8666-47E8952A9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23CCF11-8744-4786-B114-B43E28B93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40B164-2B86-4F74-A9B0-20890D58C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18770"/>
              </p:ext>
            </p:extLst>
          </p:nvPr>
        </p:nvGraphicFramePr>
        <p:xfrm>
          <a:off x="5746008" y="6404056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086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8C34-3D34-42A2-883E-9DD905EC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EA8494-CF4D-4DBE-AF8A-442B9E73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05868"/>
            <a:ext cx="10515600" cy="3304767"/>
          </a:xfrm>
        </p:spPr>
        <p:txBody>
          <a:bodyPr/>
          <a:lstStyle/>
          <a:p>
            <a:r>
              <a:rPr lang="en-US" sz="3200" dirty="0"/>
              <a:t>How do we add value 1?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130790" y="176300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654143" y="267113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681100" y="267113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681669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528990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8911498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076931" y="2187360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0F2D1B-348A-476F-947E-14B4A360B0A7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553578" y="2187360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6901807" y="3168298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5929333" y="3168298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159162" y="3168298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243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8C34-3D34-42A2-883E-9DD905EC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EA8494-CF4D-4DBE-AF8A-442B9E73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05868"/>
            <a:ext cx="10515600" cy="3304767"/>
          </a:xfrm>
        </p:spPr>
        <p:txBody>
          <a:bodyPr/>
          <a:lstStyle/>
          <a:p>
            <a:r>
              <a:rPr lang="en-US" sz="3200" dirty="0"/>
              <a:t>How do we add value 1?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Maintain shape invariant</a:t>
            </a:r>
          </a:p>
          <a:p>
            <a:r>
              <a:rPr lang="en-US" sz="3200" dirty="0">
                <a:solidFill>
                  <a:schemeClr val="tx1"/>
                </a:solidFill>
              </a:rPr>
              <a:t>      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130790" y="176300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654143" y="267113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681100" y="267113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681669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528990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8911498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0457966" y="3774754"/>
            <a:ext cx="495327" cy="497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076931" y="2187360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0F2D1B-348A-476F-947E-14B4A360B0A7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553578" y="2187360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6901807" y="3168298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5929333" y="3168298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159162" y="3168298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>
          <a:xfrm>
            <a:off x="9928765" y="3168298"/>
            <a:ext cx="776865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951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8C34-3D34-42A2-883E-9DD905EC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EA8494-CF4D-4DBE-AF8A-442B9E73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05868"/>
            <a:ext cx="10515600" cy="3304767"/>
          </a:xfrm>
        </p:spPr>
        <p:txBody>
          <a:bodyPr/>
          <a:lstStyle/>
          <a:p>
            <a:r>
              <a:rPr lang="en-US" sz="3200" dirty="0"/>
              <a:t>How do we add value 1?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Maintain shape invariant</a:t>
            </a:r>
          </a:p>
          <a:p>
            <a:r>
              <a:rPr lang="en-US" sz="3200" dirty="0">
                <a:solidFill>
                  <a:schemeClr val="tx1"/>
                </a:solidFill>
              </a:rPr>
              <a:t>      but </a:t>
            </a:r>
            <a:r>
              <a:rPr lang="en-US" sz="3200" dirty="0">
                <a:solidFill>
                  <a:srgbClr val="C00000"/>
                </a:solidFill>
              </a:rPr>
              <a:t>break order invariant</a:t>
            </a:r>
          </a:p>
          <a:p>
            <a:r>
              <a:rPr lang="en-US" sz="3200" dirty="0">
                <a:solidFill>
                  <a:schemeClr val="tx1"/>
                </a:solidFill>
              </a:rPr>
              <a:t>2.   </a:t>
            </a:r>
            <a:r>
              <a:rPr lang="en-US" sz="3200" dirty="0">
                <a:solidFill>
                  <a:srgbClr val="00B050"/>
                </a:solidFill>
              </a:rPr>
              <a:t>Sift up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130790" y="176300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654143" y="267113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681100" y="267113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681669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528990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8911498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0457966" y="3774754"/>
            <a:ext cx="495327" cy="497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076931" y="2187360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0F2D1B-348A-476F-947E-14B4A360B0A7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553578" y="2187360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6901807" y="3168298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5929333" y="3168298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159162" y="3168298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>
          <a:xfrm>
            <a:off x="9928765" y="3168298"/>
            <a:ext cx="776865" cy="606455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1C637E-CE47-4445-9871-1FF308482969}"/>
                  </a:ext>
                </a:extLst>
              </p14:cNvPr>
              <p14:cNvContentPartPr/>
              <p14:nvPr/>
            </p14:nvContentPartPr>
            <p14:xfrm>
              <a:off x="10453320" y="2654280"/>
              <a:ext cx="803160" cy="1164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1C637E-CE47-4445-9871-1FF3084829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43960" y="2644920"/>
                <a:ext cx="821880" cy="118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701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8C34-3D34-42A2-883E-9DD905EC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EA8494-CF4D-4DBE-AF8A-442B9E73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05868"/>
            <a:ext cx="10515600" cy="3304767"/>
          </a:xfrm>
        </p:spPr>
        <p:txBody>
          <a:bodyPr/>
          <a:lstStyle/>
          <a:p>
            <a:r>
              <a:rPr lang="en-US" sz="3200" dirty="0"/>
              <a:t>How do we add value 1?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Maintain shape invariant</a:t>
            </a:r>
          </a:p>
          <a:p>
            <a:r>
              <a:rPr lang="en-US" sz="3200" dirty="0">
                <a:solidFill>
                  <a:schemeClr val="tx1"/>
                </a:solidFill>
              </a:rPr>
              <a:t>      but </a:t>
            </a:r>
            <a:r>
              <a:rPr lang="en-US" sz="3200" dirty="0">
                <a:solidFill>
                  <a:srgbClr val="C00000"/>
                </a:solidFill>
              </a:rPr>
              <a:t>break order invariant</a:t>
            </a:r>
          </a:p>
          <a:p>
            <a:r>
              <a:rPr lang="en-US" sz="3200" dirty="0">
                <a:solidFill>
                  <a:schemeClr val="tx1"/>
                </a:solidFill>
              </a:rPr>
              <a:t>2.   </a:t>
            </a:r>
            <a:r>
              <a:rPr lang="en-US" sz="3200" dirty="0">
                <a:solidFill>
                  <a:srgbClr val="00B050"/>
                </a:solidFill>
              </a:rPr>
              <a:t>Sift up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130790" y="176300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654143" y="2671138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681100" y="2671138"/>
            <a:ext cx="495327" cy="497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681669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528990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8911498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0457966" y="3774754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076931" y="2187360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6901807" y="3168298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5929333" y="3168298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159162" y="3168298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553578" y="2187361"/>
            <a:ext cx="1200061" cy="556584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3A23E3-C054-4F5E-BD7F-C65E9991F5A5}"/>
              </a:ext>
            </a:extLst>
          </p:cNvPr>
          <p:cNvCxnSpPr>
            <a:cxnSpLocks/>
            <a:stCxn id="31" idx="4"/>
            <a:endCxn id="35" idx="1"/>
          </p:cNvCxnSpPr>
          <p:nvPr/>
        </p:nvCxnSpPr>
        <p:spPr>
          <a:xfrm>
            <a:off x="9928764" y="3168298"/>
            <a:ext cx="601741" cy="679263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2858CD2-2659-4F14-B935-D728DF910A9B}"/>
                  </a:ext>
                </a:extLst>
              </p14:cNvPr>
              <p14:cNvContentPartPr/>
              <p14:nvPr/>
            </p14:nvContentPartPr>
            <p14:xfrm rot="19807653">
              <a:off x="9136686" y="1457032"/>
              <a:ext cx="803160" cy="1164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2858CD2-2659-4F14-B935-D728DF910A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9807653">
                <a:off x="9127326" y="1447672"/>
                <a:ext cx="821880" cy="118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94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274226" y="61513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797579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824536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825105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672426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9054934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220367" y="1039491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0F2D1B-348A-476F-947E-14B4A360B0A7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697014" y="1039491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7045243" y="2020429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6072769" y="2020429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302598" y="2020429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F453581-AEE9-4DA9-807C-06FA00F8A6BC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1361F06-540C-482B-BB4C-067216724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149027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B417601D-9EC5-44C9-9590-8CE4F3D8C946}"/>
              </a:ext>
            </a:extLst>
          </p:cNvPr>
          <p:cNvGrpSpPr/>
          <p:nvPr/>
        </p:nvGrpSpPr>
        <p:grpSpPr>
          <a:xfrm>
            <a:off x="5020240" y="5669855"/>
            <a:ext cx="6211436" cy="669521"/>
            <a:chOff x="5211481" y="5885001"/>
            <a:chExt cx="6211436" cy="66952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C6B0E91-F779-475C-ABA9-9923F5B615F2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92E83AA-FE8D-4917-B5BB-ECCA9BA093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1D604D5-C09B-434D-9BB8-97EA3375618E}"/>
                </a:ext>
              </a:extLst>
            </p:cNvPr>
            <p:cNvCxnSpPr>
              <a:cxnSpLocks/>
            </p:cNvCxnSpPr>
            <p:nvPr/>
          </p:nvCxnSpPr>
          <p:spPr>
            <a:xfrm>
              <a:off x="9577293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54B3A4C-A673-441A-95C8-2F599DE98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77293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CCACAE4-91A9-4874-ABCB-503FE5AF7E26}"/>
                </a:ext>
              </a:extLst>
            </p:cNvPr>
            <p:cNvCxnSpPr>
              <a:cxnSpLocks/>
            </p:cNvCxnSpPr>
            <p:nvPr/>
          </p:nvCxnSpPr>
          <p:spPr>
            <a:xfrm>
              <a:off x="10196058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8EC647F-0AE8-439D-9867-F38F497C3D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058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8D927C6-7669-45E2-9615-50654A166A3C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574" y="5903209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759F529-1076-46E2-A25A-C561A9A72C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4574" y="5895288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5610746-DD50-4A02-8754-F8CCD9577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95148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550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262272" y="61513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785625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812582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813151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660472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9042980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0589448" y="2626885"/>
            <a:ext cx="495327" cy="497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208413" y="1039491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0F2D1B-348A-476F-947E-14B4A360B0A7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685060" y="1039491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7033289" y="2020429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6060815" y="2020429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290644" y="2020429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>
          <a:xfrm>
            <a:off x="10060247" y="2020429"/>
            <a:ext cx="776865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584ED6E-A5A5-4E7F-A883-E05067237426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D9EFF3FA-F58F-4C00-99E8-F72CC3C4E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400881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0840650C-9C78-444C-B68B-017F3500534D}"/>
              </a:ext>
            </a:extLst>
          </p:cNvPr>
          <p:cNvGrpSpPr/>
          <p:nvPr/>
        </p:nvGrpSpPr>
        <p:grpSpPr>
          <a:xfrm>
            <a:off x="5020240" y="5669855"/>
            <a:ext cx="6211436" cy="669521"/>
            <a:chOff x="5211481" y="5885001"/>
            <a:chExt cx="6211436" cy="669521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A72AB52-212F-4780-BAA3-73A6D7EC9FF4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1BB525-3281-4E53-BAE1-C5C8B7BC4A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EDFA821-C10F-4D03-BB78-6A7A5ED36210}"/>
                </a:ext>
              </a:extLst>
            </p:cNvPr>
            <p:cNvCxnSpPr>
              <a:cxnSpLocks/>
            </p:cNvCxnSpPr>
            <p:nvPr/>
          </p:nvCxnSpPr>
          <p:spPr>
            <a:xfrm>
              <a:off x="10196058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E37B2A4-99E7-4217-B185-5BF8B41C55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058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9EB741E-D1C1-4F41-B0F8-77697C37698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574" y="5903209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87B13A0-2A62-48A7-9371-5359FBA03C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4574" y="5895288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E0B5AC62-D976-4DB1-8584-75261DDE7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95148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70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274225" y="61513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797578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824535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825104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672425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9054933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0601401" y="2626885"/>
            <a:ext cx="495327" cy="497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220366" y="1039491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0F2D1B-348A-476F-947E-14B4A360B0A7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697013" y="1039491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7045242" y="2020429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6072768" y="2020429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302597" y="2020429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>
          <a:xfrm>
            <a:off x="10072200" y="2020429"/>
            <a:ext cx="776865" cy="606455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1C637E-CE47-4445-9871-1FF308482969}"/>
                  </a:ext>
                </a:extLst>
              </p14:cNvPr>
              <p14:cNvContentPartPr/>
              <p14:nvPr/>
            </p14:nvContentPartPr>
            <p14:xfrm>
              <a:off x="10596755" y="1506411"/>
              <a:ext cx="803160" cy="1164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1C637E-CE47-4445-9871-1FF3084829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7395" y="1497051"/>
                <a:ext cx="821880" cy="11829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8717E9D-6829-4A54-B92B-77FAEB9F6B9C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BBA7AC4-0460-4687-A631-C809596ED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32794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D5608397-84DC-4DF6-8860-414628FDE1E8}"/>
              </a:ext>
            </a:extLst>
          </p:cNvPr>
          <p:cNvGrpSpPr/>
          <p:nvPr/>
        </p:nvGrpSpPr>
        <p:grpSpPr>
          <a:xfrm>
            <a:off x="5020240" y="5669855"/>
            <a:ext cx="6211436" cy="669521"/>
            <a:chOff x="5211481" y="5885001"/>
            <a:chExt cx="6211436" cy="669521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20581AA-2036-4AE2-93AD-906B3C6F45A7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2C07E12-0FF2-47E0-9CB4-4097704E9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D45788A-899A-4E11-B09A-DA9C12C67B6F}"/>
                </a:ext>
              </a:extLst>
            </p:cNvPr>
            <p:cNvCxnSpPr>
              <a:cxnSpLocks/>
            </p:cNvCxnSpPr>
            <p:nvPr/>
          </p:nvCxnSpPr>
          <p:spPr>
            <a:xfrm>
              <a:off x="10196058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8862E4-3914-4638-B8F4-77C1622F4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058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1257F47-2F53-478F-B48C-0B19D6F4D1C3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574" y="5903209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B726A34-1075-4CC6-B42D-2DC537F41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4574" y="5895288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8F27436-97A9-4268-AEEC-FF3E918D0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548109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09A9843-C401-472B-9906-FB079557BEDB}"/>
                  </a:ext>
                </a:extLst>
              </p14:cNvPr>
              <p14:cNvContentPartPr/>
              <p14:nvPr/>
            </p14:nvContentPartPr>
            <p14:xfrm>
              <a:off x="10064880" y="4485600"/>
              <a:ext cx="707760" cy="1115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09A9843-C401-472B-9906-FB079557BE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55520" y="4476240"/>
                <a:ext cx="726480" cy="11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229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268249" y="61513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791602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818559" y="1523269"/>
            <a:ext cx="495327" cy="497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819128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666449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9048957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0595425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214390" y="1039491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7039266" y="2020429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6066792" y="2020429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296621" y="2020429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691037" y="1039492"/>
            <a:ext cx="1200061" cy="556584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3A23E3-C054-4F5E-BD7F-C65E9991F5A5}"/>
              </a:ext>
            </a:extLst>
          </p:cNvPr>
          <p:cNvCxnSpPr>
            <a:cxnSpLocks/>
            <a:stCxn id="31" idx="4"/>
            <a:endCxn id="35" idx="1"/>
          </p:cNvCxnSpPr>
          <p:nvPr/>
        </p:nvCxnSpPr>
        <p:spPr>
          <a:xfrm>
            <a:off x="10066223" y="2020429"/>
            <a:ext cx="601741" cy="679263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2858CD2-2659-4F14-B935-D728DF910A9B}"/>
                  </a:ext>
                </a:extLst>
              </p14:cNvPr>
              <p14:cNvContentPartPr/>
              <p14:nvPr/>
            </p14:nvContentPartPr>
            <p14:xfrm rot="19807653">
              <a:off x="9274145" y="309163"/>
              <a:ext cx="803160" cy="1164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2858CD2-2659-4F14-B935-D728DF910A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9807653">
                <a:off x="9264785" y="299803"/>
                <a:ext cx="821880" cy="118296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107F88-B45C-403D-A5FC-67A9F34E4DE9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   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66F5683-C7A2-4C3F-A295-30AD561BA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864785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9D62BCC8-98C4-44C0-8B4D-7426F5425037}"/>
              </a:ext>
            </a:extLst>
          </p:cNvPr>
          <p:cNvGrpSpPr/>
          <p:nvPr/>
        </p:nvGrpSpPr>
        <p:grpSpPr>
          <a:xfrm>
            <a:off x="5020240" y="5669855"/>
            <a:ext cx="6211436" cy="669521"/>
            <a:chOff x="5211481" y="5885001"/>
            <a:chExt cx="6211436" cy="66952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A9D14C8-1C6B-44DE-B232-4BF13F86A7FA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2BC0B8-BBFF-45A2-B789-248CE989EB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1C839EF-3F57-42D7-9088-23265E8E058D}"/>
                </a:ext>
              </a:extLst>
            </p:cNvPr>
            <p:cNvCxnSpPr>
              <a:cxnSpLocks/>
            </p:cNvCxnSpPr>
            <p:nvPr/>
          </p:nvCxnSpPr>
          <p:spPr>
            <a:xfrm>
              <a:off x="10196058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E2E26FA-A353-47E6-AE59-1B0525CDF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058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F193998-C1BE-4276-B7B0-EDDFFA5FCD9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574" y="5903209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E010C2-250A-4194-99D4-00179DDF0E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4574" y="5895288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A16C7FF-7C55-4F86-A7C1-BFD009718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46620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F07A470-AF01-4E1F-A14A-C7C955752BAA}"/>
                  </a:ext>
                </a:extLst>
              </p14:cNvPr>
              <p14:cNvContentPartPr/>
              <p14:nvPr/>
            </p14:nvContentPartPr>
            <p14:xfrm>
              <a:off x="10064880" y="4485600"/>
              <a:ext cx="707760" cy="11156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F07A470-AF01-4E1F-A14A-C7C955752B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55520" y="4476240"/>
                <a:ext cx="726480" cy="11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659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4111382A-1C69-4286-BF53-A811DEDA1C4F}"/>
              </a:ext>
            </a:extLst>
          </p:cNvPr>
          <p:cNvSpPr/>
          <p:nvPr/>
        </p:nvSpPr>
        <p:spPr>
          <a:xfrm>
            <a:off x="8268249" y="61513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E16A65-A821-42CB-AD57-2804E5AD4C73}"/>
              </a:ext>
            </a:extLst>
          </p:cNvPr>
          <p:cNvSpPr/>
          <p:nvPr/>
        </p:nvSpPr>
        <p:spPr>
          <a:xfrm>
            <a:off x="6791602" y="1523269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A25697-2F7D-46F8-B034-A114E23454D1}"/>
              </a:ext>
            </a:extLst>
          </p:cNvPr>
          <p:cNvSpPr/>
          <p:nvPr/>
        </p:nvSpPr>
        <p:spPr>
          <a:xfrm>
            <a:off x="9818559" y="1523269"/>
            <a:ext cx="495327" cy="497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8C7EA1-06C7-4916-AA3B-3DD7C6D9C6C3}"/>
              </a:ext>
            </a:extLst>
          </p:cNvPr>
          <p:cNvSpPr/>
          <p:nvPr/>
        </p:nvSpPr>
        <p:spPr>
          <a:xfrm>
            <a:off x="5819128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4A9B4B-4389-45E7-B39C-5E0A9391DA2D}"/>
              </a:ext>
            </a:extLst>
          </p:cNvPr>
          <p:cNvSpPr/>
          <p:nvPr/>
        </p:nvSpPr>
        <p:spPr>
          <a:xfrm>
            <a:off x="7666449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C2D1A-D566-47C6-96B9-0AD1FDC5468D}"/>
              </a:ext>
            </a:extLst>
          </p:cNvPr>
          <p:cNvSpPr/>
          <p:nvPr/>
        </p:nvSpPr>
        <p:spPr>
          <a:xfrm>
            <a:off x="9048957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0E9619-D220-468F-A7C3-BE698A46C650}"/>
              </a:ext>
            </a:extLst>
          </p:cNvPr>
          <p:cNvSpPr/>
          <p:nvPr/>
        </p:nvSpPr>
        <p:spPr>
          <a:xfrm>
            <a:off x="10595425" y="2626885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B3997D-A012-4AB3-8192-091DA298B25F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7214390" y="1039491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53F635-189B-4197-89BD-51932943DB60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7039266" y="2020429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59F5C0-ED45-41B1-8D9D-1E75637F672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6066792" y="2020429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B0E5F5-192C-4AB7-9C1B-B6C64884C363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9296621" y="2020429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92F3CC-D205-4F13-9F18-5101BC749C1B}"/>
              </a:ext>
            </a:extLst>
          </p:cNvPr>
          <p:cNvCxnSpPr>
            <a:cxnSpLocks/>
            <a:stCxn id="27" idx="5"/>
            <a:endCxn id="31" idx="1"/>
          </p:cNvCxnSpPr>
          <p:nvPr/>
        </p:nvCxnSpPr>
        <p:spPr>
          <a:xfrm>
            <a:off x="8691037" y="1039492"/>
            <a:ext cx="1200061" cy="556584"/>
          </a:xfrm>
          <a:prstGeom prst="straightConnector1">
            <a:avLst/>
          </a:prstGeom>
          <a:ln w="5715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3A23E3-C054-4F5E-BD7F-C65E9991F5A5}"/>
              </a:ext>
            </a:extLst>
          </p:cNvPr>
          <p:cNvCxnSpPr>
            <a:cxnSpLocks/>
            <a:stCxn id="31" idx="4"/>
            <a:endCxn id="35" idx="1"/>
          </p:cNvCxnSpPr>
          <p:nvPr/>
        </p:nvCxnSpPr>
        <p:spPr>
          <a:xfrm>
            <a:off x="10066223" y="2020429"/>
            <a:ext cx="601741" cy="679263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2858CD2-2659-4F14-B935-D728DF910A9B}"/>
                  </a:ext>
                </a:extLst>
              </p14:cNvPr>
              <p14:cNvContentPartPr/>
              <p14:nvPr/>
            </p14:nvContentPartPr>
            <p14:xfrm rot="19807653">
              <a:off x="9274145" y="309163"/>
              <a:ext cx="803160" cy="1164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2858CD2-2659-4F14-B935-D728DF910A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9807653">
                <a:off x="9264785" y="299803"/>
                <a:ext cx="821880" cy="118296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107F88-B45C-403D-A5FC-67A9F34E4DE9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66F5683-C7A2-4C3F-A295-30AD561BA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575522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9D62BCC8-98C4-44C0-8B4D-7426F5425037}"/>
              </a:ext>
            </a:extLst>
          </p:cNvPr>
          <p:cNvGrpSpPr/>
          <p:nvPr/>
        </p:nvGrpSpPr>
        <p:grpSpPr>
          <a:xfrm>
            <a:off x="5020240" y="5669855"/>
            <a:ext cx="6211436" cy="669521"/>
            <a:chOff x="5211481" y="5885001"/>
            <a:chExt cx="6211436" cy="66952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A9D14C8-1C6B-44DE-B232-4BF13F86A7FA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2BC0B8-BBFF-45A2-B789-248CE989EB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1C839EF-3F57-42D7-9088-23265E8E058D}"/>
                </a:ext>
              </a:extLst>
            </p:cNvPr>
            <p:cNvCxnSpPr>
              <a:cxnSpLocks/>
            </p:cNvCxnSpPr>
            <p:nvPr/>
          </p:nvCxnSpPr>
          <p:spPr>
            <a:xfrm>
              <a:off x="10196058" y="5900843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E2E26FA-A353-47E6-AE59-1B0525CDF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058" y="5892922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F193998-C1BE-4276-B7B0-EDDFFA5FCD9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574" y="5903209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E010C2-250A-4194-99D4-00179DDF0E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4574" y="5895288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A16C7FF-7C55-4F86-A7C1-BFD0097180B9}"/>
              </a:ext>
            </a:extLst>
          </p:cNvPr>
          <p:cNvGraphicFramePr>
            <a:graphicFrameLocks noGrp="1"/>
          </p:cNvGraphicFramePr>
          <p:nvPr/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21E8926-106B-4C3C-A6E4-EB5A75E4F897}"/>
                  </a:ext>
                </a:extLst>
              </p14:cNvPr>
              <p14:cNvContentPartPr/>
              <p14:nvPr/>
            </p14:nvContentPartPr>
            <p14:xfrm>
              <a:off x="10064880" y="4485600"/>
              <a:ext cx="707760" cy="11156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21E8926-106B-4C3C-A6E4-EB5A75E4F8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55520" y="4476240"/>
                <a:ext cx="726480" cy="11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5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1E47-A497-4E04-B5DA-23C59005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84" y="174390"/>
            <a:ext cx="5292889" cy="627812"/>
          </a:xfrm>
        </p:spPr>
        <p:txBody>
          <a:bodyPr/>
          <a:lstStyle/>
          <a:p>
            <a:r>
              <a:rPr lang="en-US" dirty="0"/>
              <a:t>Card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EA2A5-EAD5-4485-B3A6-B6E6E006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584" y="920438"/>
            <a:ext cx="5597689" cy="1127998"/>
          </a:xfrm>
        </p:spPr>
        <p:txBody>
          <a:bodyPr/>
          <a:lstStyle/>
          <a:p>
            <a:r>
              <a:rPr lang="en-US" dirty="0"/>
              <a:t>Circle the operations with potential safety violations.</a:t>
            </a:r>
          </a:p>
          <a:p>
            <a:r>
              <a:rPr lang="en-US" dirty="0"/>
              <a:t>How many are there?</a:t>
            </a:r>
          </a:p>
          <a:p>
            <a:r>
              <a:rPr lang="en-US" dirty="0"/>
              <a:t>	4</a:t>
            </a:r>
          </a:p>
          <a:p>
            <a:r>
              <a:rPr lang="en-US" dirty="0"/>
              <a:t>	5</a:t>
            </a:r>
          </a:p>
          <a:p>
            <a:r>
              <a:rPr lang="en-US" dirty="0"/>
              <a:t>	6</a:t>
            </a:r>
          </a:p>
          <a:p>
            <a:r>
              <a:rPr lang="en-US" dirty="0"/>
              <a:t>	7</a:t>
            </a:r>
          </a:p>
          <a:p>
            <a:r>
              <a:rPr lang="en-US" dirty="0"/>
              <a:t>	8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13F337-B1E1-448B-A4A9-30DF49AE63F1}"/>
              </a:ext>
            </a:extLst>
          </p:cNvPr>
          <p:cNvGrpSpPr/>
          <p:nvPr/>
        </p:nvGrpSpPr>
        <p:grpSpPr>
          <a:xfrm>
            <a:off x="6739861" y="2348506"/>
            <a:ext cx="348319" cy="2440472"/>
            <a:chOff x="538841" y="2340429"/>
            <a:chExt cx="500744" cy="31083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3669C0-C3F4-41A8-A12D-728700FF78C6}"/>
                </a:ext>
              </a:extLst>
            </p:cNvPr>
            <p:cNvSpPr/>
            <p:nvPr/>
          </p:nvSpPr>
          <p:spPr>
            <a:xfrm>
              <a:off x="544286" y="2340429"/>
              <a:ext cx="495299" cy="47353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85482C-D373-48C5-911C-438CDBBC7D03}"/>
                </a:ext>
              </a:extLst>
            </p:cNvPr>
            <p:cNvSpPr/>
            <p:nvPr/>
          </p:nvSpPr>
          <p:spPr>
            <a:xfrm>
              <a:off x="538842" y="3000197"/>
              <a:ext cx="495299" cy="473530"/>
            </a:xfrm>
            <a:prstGeom prst="rect">
              <a:avLst/>
            </a:prstGeom>
            <a:solidFill>
              <a:srgbClr val="9BBB59">
                <a:lumMod val="60000"/>
                <a:lumOff val="40000"/>
              </a:srgb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EBC54C-BF75-4622-A4CF-EA9A39223694}"/>
                </a:ext>
              </a:extLst>
            </p:cNvPr>
            <p:cNvSpPr/>
            <p:nvPr/>
          </p:nvSpPr>
          <p:spPr>
            <a:xfrm>
              <a:off x="538841" y="3655696"/>
              <a:ext cx="495299" cy="473530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C4E958-C529-4260-9495-DD9BC5028615}"/>
                </a:ext>
              </a:extLst>
            </p:cNvPr>
            <p:cNvSpPr/>
            <p:nvPr/>
          </p:nvSpPr>
          <p:spPr>
            <a:xfrm>
              <a:off x="538841" y="4315464"/>
              <a:ext cx="495299" cy="473530"/>
            </a:xfrm>
            <a:prstGeom prst="rect">
              <a:avLst/>
            </a:prstGeom>
            <a:solidFill>
              <a:srgbClr val="F5E871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57E4EE-6070-4155-911F-6D6A8DFB0F02}"/>
                </a:ext>
              </a:extLst>
            </p:cNvPr>
            <p:cNvSpPr/>
            <p:nvPr/>
          </p:nvSpPr>
          <p:spPr>
            <a:xfrm>
              <a:off x="544286" y="4975232"/>
              <a:ext cx="495299" cy="473531"/>
            </a:xfrm>
            <a:prstGeom prst="rect">
              <a:avLst/>
            </a:prstGeom>
            <a:solidFill>
              <a:srgbClr val="F9A883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070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1E47-A497-4E04-B5DA-23C59005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84" y="174390"/>
            <a:ext cx="5292889" cy="627812"/>
          </a:xfrm>
        </p:spPr>
        <p:txBody>
          <a:bodyPr/>
          <a:lstStyle/>
          <a:p>
            <a:r>
              <a:rPr lang="en-US" dirty="0"/>
              <a:t>Card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EA2A5-EAD5-4485-B3A6-B6E6E006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584" y="920438"/>
            <a:ext cx="5597689" cy="1127998"/>
          </a:xfrm>
        </p:spPr>
        <p:txBody>
          <a:bodyPr/>
          <a:lstStyle/>
          <a:p>
            <a:r>
              <a:rPr lang="en-US" dirty="0"/>
              <a:t>Circle the operations with potential safety violations.</a:t>
            </a:r>
          </a:p>
          <a:p>
            <a:r>
              <a:rPr lang="en-US" dirty="0"/>
              <a:t>How many are there?</a:t>
            </a:r>
          </a:p>
          <a:p>
            <a:r>
              <a:rPr lang="en-US" dirty="0"/>
              <a:t>	4</a:t>
            </a:r>
          </a:p>
          <a:p>
            <a:r>
              <a:rPr lang="en-US" dirty="0"/>
              <a:t>	5</a:t>
            </a:r>
          </a:p>
          <a:p>
            <a:r>
              <a:rPr lang="en-US" dirty="0"/>
              <a:t>	6</a:t>
            </a:r>
          </a:p>
          <a:p>
            <a:r>
              <a:rPr lang="en-US" dirty="0"/>
              <a:t>	7</a:t>
            </a:r>
          </a:p>
          <a:p>
            <a:r>
              <a:rPr lang="en-US" dirty="0"/>
              <a:t>	8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13F337-B1E1-448B-A4A9-30DF49AE63F1}"/>
              </a:ext>
            </a:extLst>
          </p:cNvPr>
          <p:cNvGrpSpPr/>
          <p:nvPr/>
        </p:nvGrpSpPr>
        <p:grpSpPr>
          <a:xfrm>
            <a:off x="6739861" y="2348506"/>
            <a:ext cx="348319" cy="2440472"/>
            <a:chOff x="538841" y="2340429"/>
            <a:chExt cx="500744" cy="31083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3669C0-C3F4-41A8-A12D-728700FF78C6}"/>
                </a:ext>
              </a:extLst>
            </p:cNvPr>
            <p:cNvSpPr/>
            <p:nvPr/>
          </p:nvSpPr>
          <p:spPr>
            <a:xfrm>
              <a:off x="544286" y="2340429"/>
              <a:ext cx="495299" cy="473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85482C-D373-48C5-911C-438CDBBC7D03}"/>
                </a:ext>
              </a:extLst>
            </p:cNvPr>
            <p:cNvSpPr/>
            <p:nvPr/>
          </p:nvSpPr>
          <p:spPr>
            <a:xfrm>
              <a:off x="538842" y="3000197"/>
              <a:ext cx="495299" cy="473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EBC54C-BF75-4622-A4CF-EA9A39223694}"/>
                </a:ext>
              </a:extLst>
            </p:cNvPr>
            <p:cNvSpPr/>
            <p:nvPr/>
          </p:nvSpPr>
          <p:spPr>
            <a:xfrm>
              <a:off x="538841" y="3655696"/>
              <a:ext cx="495299" cy="473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C4E958-C529-4260-9495-DD9BC5028615}"/>
                </a:ext>
              </a:extLst>
            </p:cNvPr>
            <p:cNvSpPr/>
            <p:nvPr/>
          </p:nvSpPr>
          <p:spPr>
            <a:xfrm>
              <a:off x="538841" y="4315464"/>
              <a:ext cx="495299" cy="473530"/>
            </a:xfrm>
            <a:prstGeom prst="rect">
              <a:avLst/>
            </a:prstGeom>
            <a:solidFill>
              <a:srgbClr val="F5E871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57E4EE-6070-4155-911F-6D6A8DFB0F02}"/>
                </a:ext>
              </a:extLst>
            </p:cNvPr>
            <p:cNvSpPr/>
            <p:nvPr/>
          </p:nvSpPr>
          <p:spPr>
            <a:xfrm>
              <a:off x="544286" y="4975232"/>
              <a:ext cx="495299" cy="4735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9B11D-E6EC-4D1E-BC51-AAD6AFB47110}"/>
              </a:ext>
            </a:extLst>
          </p:cNvPr>
          <p:cNvCxnSpPr>
            <a:cxnSpLocks/>
          </p:cNvCxnSpPr>
          <p:nvPr/>
        </p:nvCxnSpPr>
        <p:spPr>
          <a:xfrm>
            <a:off x="695644" y="1216283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E1A194-970D-42DB-BDF5-FC03C8FA4F2D}"/>
              </a:ext>
            </a:extLst>
          </p:cNvPr>
          <p:cNvCxnSpPr>
            <a:cxnSpLocks/>
          </p:cNvCxnSpPr>
          <p:nvPr/>
        </p:nvCxnSpPr>
        <p:spPr>
          <a:xfrm>
            <a:off x="1924323" y="1219929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7BD4B6-AE31-4AE0-BE87-74145A581901}"/>
              </a:ext>
            </a:extLst>
          </p:cNvPr>
          <p:cNvCxnSpPr>
            <a:cxnSpLocks/>
          </p:cNvCxnSpPr>
          <p:nvPr/>
        </p:nvCxnSpPr>
        <p:spPr>
          <a:xfrm>
            <a:off x="1666921" y="1290661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B0B5EA-F101-4297-BE67-C28E80D3D34E}"/>
              </a:ext>
            </a:extLst>
          </p:cNvPr>
          <p:cNvCxnSpPr>
            <a:cxnSpLocks/>
          </p:cNvCxnSpPr>
          <p:nvPr/>
        </p:nvCxnSpPr>
        <p:spPr>
          <a:xfrm>
            <a:off x="718248" y="1639211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DF2EFD-D2FD-47CC-916C-7C37BE82447B}"/>
              </a:ext>
            </a:extLst>
          </p:cNvPr>
          <p:cNvCxnSpPr>
            <a:cxnSpLocks/>
          </p:cNvCxnSpPr>
          <p:nvPr/>
        </p:nvCxnSpPr>
        <p:spPr>
          <a:xfrm>
            <a:off x="1881300" y="2417983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D86161-E137-4616-B8FF-3777FB250A4F}"/>
              </a:ext>
            </a:extLst>
          </p:cNvPr>
          <p:cNvCxnSpPr>
            <a:cxnSpLocks/>
          </p:cNvCxnSpPr>
          <p:nvPr/>
        </p:nvCxnSpPr>
        <p:spPr>
          <a:xfrm>
            <a:off x="1445247" y="4046257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4854925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138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9B11D-E6EC-4D1E-BC51-AAD6AFB47110}"/>
              </a:ext>
            </a:extLst>
          </p:cNvPr>
          <p:cNvCxnSpPr>
            <a:cxnSpLocks/>
          </p:cNvCxnSpPr>
          <p:nvPr/>
        </p:nvCxnSpPr>
        <p:spPr>
          <a:xfrm>
            <a:off x="695644" y="1216283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E1A194-970D-42DB-BDF5-FC03C8FA4F2D}"/>
              </a:ext>
            </a:extLst>
          </p:cNvPr>
          <p:cNvCxnSpPr>
            <a:cxnSpLocks/>
          </p:cNvCxnSpPr>
          <p:nvPr/>
        </p:nvCxnSpPr>
        <p:spPr>
          <a:xfrm>
            <a:off x="1924323" y="1219929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7BD4B6-AE31-4AE0-BE87-74145A581901}"/>
              </a:ext>
            </a:extLst>
          </p:cNvPr>
          <p:cNvCxnSpPr>
            <a:cxnSpLocks/>
          </p:cNvCxnSpPr>
          <p:nvPr/>
        </p:nvCxnSpPr>
        <p:spPr>
          <a:xfrm>
            <a:off x="1666921" y="1290661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B0B5EA-F101-4297-BE67-C28E80D3D34E}"/>
              </a:ext>
            </a:extLst>
          </p:cNvPr>
          <p:cNvCxnSpPr>
            <a:cxnSpLocks/>
          </p:cNvCxnSpPr>
          <p:nvPr/>
        </p:nvCxnSpPr>
        <p:spPr>
          <a:xfrm>
            <a:off x="718248" y="1639211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DF2EFD-D2FD-47CC-916C-7C37BE82447B}"/>
              </a:ext>
            </a:extLst>
          </p:cNvPr>
          <p:cNvCxnSpPr>
            <a:cxnSpLocks/>
          </p:cNvCxnSpPr>
          <p:nvPr/>
        </p:nvCxnSpPr>
        <p:spPr>
          <a:xfrm>
            <a:off x="1881300" y="2417983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D86161-E137-4616-B8FF-3777FB250A4F}"/>
              </a:ext>
            </a:extLst>
          </p:cNvPr>
          <p:cNvCxnSpPr>
            <a:cxnSpLocks/>
          </p:cNvCxnSpPr>
          <p:nvPr/>
        </p:nvCxnSpPr>
        <p:spPr>
          <a:xfrm>
            <a:off x="1445247" y="4046257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4854925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0546894-9B79-4CEC-A315-76E66C501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173943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9CFB87C2-50BC-4ADD-A6F3-5A1D96E89906}"/>
              </a:ext>
            </a:extLst>
          </p:cNvPr>
          <p:cNvGrpSpPr/>
          <p:nvPr/>
        </p:nvGrpSpPr>
        <p:grpSpPr>
          <a:xfrm>
            <a:off x="5020240" y="5669855"/>
            <a:ext cx="608343" cy="659234"/>
            <a:chOff x="5211481" y="5885001"/>
            <a:chExt cx="608343" cy="65923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4B13853-803E-4275-9087-4AAA6F1AD582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79BCCB9-9EE2-49C0-9D31-77277BCF07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74AFA7E-6945-4DE7-A83B-6AE8F9FF6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372520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sp>
        <p:nvSpPr>
          <p:cNvPr id="38" name="Title 1">
            <a:extLst>
              <a:ext uri="{FF2B5EF4-FFF2-40B4-BE49-F238E27FC236}">
                <a16:creationId xmlns:a16="http://schemas.microsoft.com/office/drawing/2014/main" id="{D7F9655F-6785-420E-831A-C6C625A5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506" y="174390"/>
            <a:ext cx="1969967" cy="6278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SAFETY!</a:t>
            </a:r>
          </a:p>
        </p:txBody>
      </p:sp>
    </p:spTree>
    <p:extLst>
      <p:ext uri="{BB962C8B-B14F-4D97-AF65-F5344CB8AC3E}">
        <p14:creationId xmlns:p14="http://schemas.microsoft.com/office/powerpoint/2010/main" val="995165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9B11D-E6EC-4D1E-BC51-AAD6AFB47110}"/>
              </a:ext>
            </a:extLst>
          </p:cNvPr>
          <p:cNvCxnSpPr>
            <a:cxnSpLocks/>
          </p:cNvCxnSpPr>
          <p:nvPr/>
        </p:nvCxnSpPr>
        <p:spPr>
          <a:xfrm>
            <a:off x="695644" y="1610723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E1A194-970D-42DB-BDF5-FC03C8FA4F2D}"/>
              </a:ext>
            </a:extLst>
          </p:cNvPr>
          <p:cNvCxnSpPr>
            <a:cxnSpLocks/>
          </p:cNvCxnSpPr>
          <p:nvPr/>
        </p:nvCxnSpPr>
        <p:spPr>
          <a:xfrm>
            <a:off x="1924323" y="1614369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7BD4B6-AE31-4AE0-BE87-74145A581901}"/>
              </a:ext>
            </a:extLst>
          </p:cNvPr>
          <p:cNvCxnSpPr>
            <a:cxnSpLocks/>
          </p:cNvCxnSpPr>
          <p:nvPr/>
        </p:nvCxnSpPr>
        <p:spPr>
          <a:xfrm>
            <a:off x="1666921" y="1685101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B0B5EA-F101-4297-BE67-C28E80D3D34E}"/>
              </a:ext>
            </a:extLst>
          </p:cNvPr>
          <p:cNvCxnSpPr>
            <a:cxnSpLocks/>
          </p:cNvCxnSpPr>
          <p:nvPr/>
        </p:nvCxnSpPr>
        <p:spPr>
          <a:xfrm>
            <a:off x="718248" y="2033651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DF2EFD-D2FD-47CC-916C-7C37BE82447B}"/>
              </a:ext>
            </a:extLst>
          </p:cNvPr>
          <p:cNvCxnSpPr>
            <a:cxnSpLocks/>
          </p:cNvCxnSpPr>
          <p:nvPr/>
        </p:nvCxnSpPr>
        <p:spPr>
          <a:xfrm>
            <a:off x="1881300" y="2812423"/>
            <a:ext cx="27563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D86161-E137-4616-B8FF-3777FB250A4F}"/>
              </a:ext>
            </a:extLst>
          </p:cNvPr>
          <p:cNvCxnSpPr>
            <a:cxnSpLocks/>
          </p:cNvCxnSpPr>
          <p:nvPr/>
        </p:nvCxnSpPr>
        <p:spPr>
          <a:xfrm>
            <a:off x="1445247" y="4440697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5249365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9D20095-1600-4A87-9FC4-1ED7DC106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67235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DD8E781C-DD27-4306-8CAE-16AFE4874876}"/>
              </a:ext>
            </a:extLst>
          </p:cNvPr>
          <p:cNvGrpSpPr/>
          <p:nvPr/>
        </p:nvGrpSpPr>
        <p:grpSpPr>
          <a:xfrm>
            <a:off x="5020240" y="5669855"/>
            <a:ext cx="608343" cy="659234"/>
            <a:chOff x="5211481" y="5885001"/>
            <a:chExt cx="608343" cy="65923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E4C70F-1C98-46D2-88A6-4D353E82204D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2DFC1E7-656B-41DF-BDDA-98C4E04DAF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6711B76-2132-479D-BDE2-D16467A2D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301640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604282EA-0ABD-4E3E-A7A0-0EC0C75C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506" y="174390"/>
            <a:ext cx="1969967" cy="6278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SAFETY!</a:t>
            </a:r>
          </a:p>
        </p:txBody>
      </p:sp>
    </p:spTree>
    <p:extLst>
      <p:ext uri="{BB962C8B-B14F-4D97-AF65-F5344CB8AC3E}">
        <p14:creationId xmlns:p14="http://schemas.microsoft.com/office/powerpoint/2010/main" val="261186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 !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7BD4B6-AE31-4AE0-BE87-74145A581901}"/>
              </a:ext>
            </a:extLst>
          </p:cNvPr>
          <p:cNvCxnSpPr>
            <a:cxnSpLocks/>
          </p:cNvCxnSpPr>
          <p:nvPr/>
        </p:nvCxnSpPr>
        <p:spPr>
          <a:xfrm>
            <a:off x="1666921" y="1685101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D86161-E137-4616-B8FF-3777FB250A4F}"/>
              </a:ext>
            </a:extLst>
          </p:cNvPr>
          <p:cNvCxnSpPr>
            <a:cxnSpLocks/>
          </p:cNvCxnSpPr>
          <p:nvPr/>
        </p:nvCxnSpPr>
        <p:spPr>
          <a:xfrm>
            <a:off x="1445247" y="4440697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5249365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0AA7D16-36E4-4AD7-90C2-A59C660E3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67235"/>
              </p:ext>
            </p:extLst>
          </p:nvPr>
        </p:nvGraphicFramePr>
        <p:xfrm>
          <a:off x="5020240" y="5677776"/>
          <a:ext cx="6221610" cy="64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643392"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9D72E542-66AF-4EDC-90FC-C23B16737199}"/>
              </a:ext>
            </a:extLst>
          </p:cNvPr>
          <p:cNvGrpSpPr/>
          <p:nvPr/>
        </p:nvGrpSpPr>
        <p:grpSpPr>
          <a:xfrm>
            <a:off x="5020240" y="5669855"/>
            <a:ext cx="608343" cy="659234"/>
            <a:chOff x="5211481" y="5885001"/>
            <a:chExt cx="608343" cy="65923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F025A6-F3D3-4156-B551-7C4E1C5BCD32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81" y="5892922"/>
              <a:ext cx="598418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E3972F-A882-49FA-B9A5-B70DBF0C00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1481" y="5885001"/>
              <a:ext cx="608343" cy="65131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64B7E4B-21AA-458C-BF08-1D0ADD0B0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301640"/>
              </p:ext>
            </p:extLst>
          </p:nvPr>
        </p:nvGraphicFramePr>
        <p:xfrm>
          <a:off x="5010066" y="6329089"/>
          <a:ext cx="622161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161">
                  <a:extLst>
                    <a:ext uri="{9D8B030D-6E8A-4147-A177-3AD203B41FA5}">
                      <a16:colId xmlns:a16="http://schemas.microsoft.com/office/drawing/2014/main" val="4052192034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183006394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807966042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10398393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53213510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37838579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2939515088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701167986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933319525"/>
                    </a:ext>
                  </a:extLst>
                </a:gridCol>
                <a:gridCol w="622161">
                  <a:extLst>
                    <a:ext uri="{9D8B030D-6E8A-4147-A177-3AD203B41FA5}">
                      <a16:colId xmlns:a16="http://schemas.microsoft.com/office/drawing/2014/main" val="3960132987"/>
                    </a:ext>
                  </a:extLst>
                </a:gridCol>
              </a:tblGrid>
              <a:tr h="31376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96532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08EAD9FF-F093-43A1-9558-B213DA2C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506" y="186342"/>
            <a:ext cx="1969967" cy="6278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SAFETY!</a:t>
            </a:r>
          </a:p>
        </p:txBody>
      </p:sp>
    </p:spTree>
    <p:extLst>
      <p:ext uri="{BB962C8B-B14F-4D97-AF65-F5344CB8AC3E}">
        <p14:creationId xmlns:p14="http://schemas.microsoft.com/office/powerpoint/2010/main" val="1496801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D86161-E137-4616-B8FF-3777FB250A4F}"/>
              </a:ext>
            </a:extLst>
          </p:cNvPr>
          <p:cNvCxnSpPr>
            <a:cxnSpLocks/>
          </p:cNvCxnSpPr>
          <p:nvPr/>
        </p:nvCxnSpPr>
        <p:spPr>
          <a:xfrm>
            <a:off x="1445247" y="4440697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5249365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F06A5-D572-4A95-A66C-00D32FFF4C40}"/>
              </a:ext>
            </a:extLst>
          </p:cNvPr>
          <p:cNvSpPr/>
          <p:nvPr/>
        </p:nvSpPr>
        <p:spPr>
          <a:xfrm>
            <a:off x="5820363" y="5307137"/>
            <a:ext cx="6096000" cy="132343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(heap* H, int i1, int i2)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i1 &amp;&amp; i1 &lt; H-&gt;next;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i2 &amp;&amp; i2 &lt; H-&gt;next;</a:t>
            </a:r>
            <a:endParaRPr lang="en-US" sz="20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275C99B-8CF4-4970-AE4E-DCD54DFC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506" y="174390"/>
            <a:ext cx="1969967" cy="6278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SAFETY!</a:t>
            </a:r>
          </a:p>
        </p:txBody>
      </p:sp>
    </p:spTree>
    <p:extLst>
      <p:ext uri="{BB962C8B-B14F-4D97-AF65-F5344CB8AC3E}">
        <p14:creationId xmlns:p14="http://schemas.microsoft.com/office/powerpoint/2010/main" val="243748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6305177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D86161-E137-4616-B8FF-3777FB250A4F}"/>
              </a:ext>
            </a:extLst>
          </p:cNvPr>
          <p:cNvCxnSpPr>
            <a:cxnSpLocks/>
          </p:cNvCxnSpPr>
          <p:nvPr/>
        </p:nvCxnSpPr>
        <p:spPr>
          <a:xfrm>
            <a:off x="1445247" y="4440697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5249365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F06A5-D572-4A95-A66C-00D32FFF4C40}"/>
              </a:ext>
            </a:extLst>
          </p:cNvPr>
          <p:cNvSpPr/>
          <p:nvPr/>
        </p:nvSpPr>
        <p:spPr>
          <a:xfrm>
            <a:off x="5820363" y="5307137"/>
            <a:ext cx="6096000" cy="132343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(heap* H, int i1, int i2)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i1 &amp;&amp; i1 &lt; H-&gt;next;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i2 &amp;&amp; i2 &lt; H-&gt;next;</a:t>
            </a:r>
            <a:endParaRPr lang="en-US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85A082D-33A3-456D-A78D-82A2EE92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506" y="174390"/>
            <a:ext cx="1969967" cy="6278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SAFETY!</a:t>
            </a:r>
          </a:p>
        </p:txBody>
      </p:sp>
    </p:spTree>
    <p:extLst>
      <p:ext uri="{BB962C8B-B14F-4D97-AF65-F5344CB8AC3E}">
        <p14:creationId xmlns:p14="http://schemas.microsoft.com/office/powerpoint/2010/main" val="2730824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D86161-E137-4616-B8FF-3777FB250A4F}"/>
              </a:ext>
            </a:extLst>
          </p:cNvPr>
          <p:cNvCxnSpPr>
            <a:cxnSpLocks/>
          </p:cNvCxnSpPr>
          <p:nvPr/>
        </p:nvCxnSpPr>
        <p:spPr>
          <a:xfrm>
            <a:off x="1445247" y="4853058"/>
            <a:ext cx="12337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5661726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F06A5-D572-4A95-A66C-00D32FFF4C40}"/>
              </a:ext>
            </a:extLst>
          </p:cNvPr>
          <p:cNvSpPr/>
          <p:nvPr/>
        </p:nvSpPr>
        <p:spPr>
          <a:xfrm>
            <a:off x="5820363" y="5307137"/>
            <a:ext cx="6096000" cy="132343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(heap* H, int i1, int i2)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i1 &amp;&amp; i1 &lt; H-&gt;next;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0 &lt;= i2 &amp;&amp; i2 &lt; H-&gt;next;</a:t>
            </a:r>
            <a:endParaRPr lang="en-US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5549FC-B37D-4A0B-B486-30EAD50F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506" y="174390"/>
            <a:ext cx="1969967" cy="6278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SAFETY!</a:t>
            </a:r>
          </a:p>
        </p:txBody>
      </p:sp>
    </p:spTree>
    <p:extLst>
      <p:ext uri="{BB962C8B-B14F-4D97-AF65-F5344CB8AC3E}">
        <p14:creationId xmlns:p14="http://schemas.microsoft.com/office/powerpoint/2010/main" val="146092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67405-B81B-4132-9693-E297B5A4F8C5}"/>
              </a:ext>
            </a:extLst>
          </p:cNvPr>
          <p:cNvCxnSpPr>
            <a:cxnSpLocks/>
          </p:cNvCxnSpPr>
          <p:nvPr/>
        </p:nvCxnSpPr>
        <p:spPr>
          <a:xfrm>
            <a:off x="833460" y="5661726"/>
            <a:ext cx="10908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F06A5-D572-4A95-A66C-00D32FFF4C40}"/>
              </a:ext>
            </a:extLst>
          </p:cNvPr>
          <p:cNvSpPr/>
          <p:nvPr/>
        </p:nvSpPr>
        <p:spPr>
          <a:xfrm>
            <a:off x="5026212" y="5307137"/>
            <a:ext cx="6890151" cy="132343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(heap* H, int child)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//@requires 2 &lt;= child &amp;&amp; child &lt; H-&gt;next;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//@requires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(H, child/2, child); 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506" y="174390"/>
            <a:ext cx="1969967" cy="6278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SAFETY!</a:t>
            </a:r>
          </a:p>
        </p:txBody>
      </p:sp>
    </p:spTree>
    <p:extLst>
      <p:ext uri="{BB962C8B-B14F-4D97-AF65-F5344CB8AC3E}">
        <p14:creationId xmlns:p14="http://schemas.microsoft.com/office/powerpoint/2010/main" val="58275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7255-E180-4171-9662-786E61FC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Safety, hooray!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A2802-CE89-4100-B11D-585AE4D1F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about correctness?</a:t>
            </a:r>
          </a:p>
        </p:txBody>
      </p:sp>
    </p:spTree>
    <p:extLst>
      <p:ext uri="{BB962C8B-B14F-4D97-AF65-F5344CB8AC3E}">
        <p14:creationId xmlns:p14="http://schemas.microsoft.com/office/powerpoint/2010/main" val="4007751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</p:spTree>
    <p:extLst>
      <p:ext uri="{BB962C8B-B14F-4D97-AF65-F5344CB8AC3E}">
        <p14:creationId xmlns:p14="http://schemas.microsoft.com/office/powerpoint/2010/main" val="4268838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98090E-8CFD-45E7-852D-1311EA37FF01}"/>
              </a:ext>
            </a:extLst>
          </p:cNvPr>
          <p:cNvCxnSpPr>
            <a:cxnSpLocks/>
          </p:cNvCxnSpPr>
          <p:nvPr/>
        </p:nvCxnSpPr>
        <p:spPr>
          <a:xfrm>
            <a:off x="4094733" y="1298899"/>
            <a:ext cx="176305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6DC04EC-6D67-443B-95E4-10C4F18C1CDF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56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???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206964-99D7-4A6F-9135-9F10524EC151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AA7B39-1577-44F5-839B-14DCD7D87555}"/>
              </a:ext>
            </a:extLst>
          </p:cNvPr>
          <p:cNvGrpSpPr/>
          <p:nvPr/>
        </p:nvGrpSpPr>
        <p:grpSpPr>
          <a:xfrm>
            <a:off x="6234705" y="3026415"/>
            <a:ext cx="5681658" cy="3611825"/>
            <a:chOff x="5116247" y="2171780"/>
            <a:chExt cx="5681658" cy="36118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A1CBE4-66BA-469B-8368-84B82C64E3DB}"/>
                </a:ext>
              </a:extLst>
            </p:cNvPr>
            <p:cNvSpPr/>
            <p:nvPr/>
          </p:nvSpPr>
          <p:spPr>
            <a:xfrm>
              <a:off x="7975402" y="217178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B23039-8831-4998-9B02-30CD22D8F2CA}"/>
                </a:ext>
              </a:extLst>
            </p:cNvPr>
            <p:cNvSpPr/>
            <p:nvPr/>
          </p:nvSpPr>
          <p:spPr>
            <a:xfrm>
              <a:off x="6498755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08B629-B452-4132-8661-6D0DEF199D48}"/>
                </a:ext>
              </a:extLst>
            </p:cNvPr>
            <p:cNvSpPr/>
            <p:nvPr/>
          </p:nvSpPr>
          <p:spPr>
            <a:xfrm>
              <a:off x="9525712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472878-923F-46C9-8AE4-11D9EA454021}"/>
                </a:ext>
              </a:extLst>
            </p:cNvPr>
            <p:cNvSpPr/>
            <p:nvPr/>
          </p:nvSpPr>
          <p:spPr>
            <a:xfrm>
              <a:off x="5526281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47B5D5-5634-4E41-8D1B-F15BD3434ED1}"/>
                </a:ext>
              </a:extLst>
            </p:cNvPr>
            <p:cNvSpPr/>
            <p:nvPr/>
          </p:nvSpPr>
          <p:spPr>
            <a:xfrm>
              <a:off x="7373602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E3C165-C824-4E94-9BDB-A3DAA91AC678}"/>
                </a:ext>
              </a:extLst>
            </p:cNvPr>
            <p:cNvSpPr/>
            <p:nvPr/>
          </p:nvSpPr>
          <p:spPr>
            <a:xfrm>
              <a:off x="8756110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E57981-CDC8-482A-AC2C-BA256C3D87D3}"/>
                </a:ext>
              </a:extLst>
            </p:cNvPr>
            <p:cNvSpPr/>
            <p:nvPr/>
          </p:nvSpPr>
          <p:spPr>
            <a:xfrm>
              <a:off x="10302578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E6C66D8-A3E3-4082-AFF1-2BFF65A331FF}"/>
                </a:ext>
              </a:extLst>
            </p:cNvPr>
            <p:cNvSpPr/>
            <p:nvPr/>
          </p:nvSpPr>
          <p:spPr>
            <a:xfrm>
              <a:off x="511624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5E1F54-9771-4FDB-B3BB-35A46322864D}"/>
                </a:ext>
              </a:extLst>
            </p:cNvPr>
            <p:cNvSpPr/>
            <p:nvPr/>
          </p:nvSpPr>
          <p:spPr>
            <a:xfrm>
              <a:off x="600342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9F8DB95-4ED4-42DB-A219-67B92314B8F1}"/>
                </a:ext>
              </a:extLst>
            </p:cNvPr>
            <p:cNvSpPr/>
            <p:nvPr/>
          </p:nvSpPr>
          <p:spPr>
            <a:xfrm>
              <a:off x="7045262" y="526101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8D5333B-D1A2-4F6C-BA2A-7A297466831C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6921543" y="2596132"/>
              <a:ext cx="1126398" cy="55658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2D47ED5-4ACA-4CFB-AC47-7760956AEE59}"/>
                </a:ext>
              </a:extLst>
            </p:cNvPr>
            <p:cNvCxnSpPr>
              <a:cxnSpLocks/>
              <a:stCxn id="9" idx="5"/>
              <a:endCxn id="11" idx="1"/>
            </p:cNvCxnSpPr>
            <p:nvPr/>
          </p:nvCxnSpPr>
          <p:spPr>
            <a:xfrm>
              <a:off x="8398190" y="2596132"/>
              <a:ext cx="1200061" cy="55658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0D0A230-D8F3-4D31-9167-CCDE1DC718ED}"/>
                </a:ext>
              </a:extLst>
            </p:cNvPr>
            <p:cNvCxnSpPr>
              <a:cxnSpLocks/>
              <a:stCxn id="10" idx="4"/>
              <a:endCxn id="13" idx="0"/>
            </p:cNvCxnSpPr>
            <p:nvPr/>
          </p:nvCxnSpPr>
          <p:spPr>
            <a:xfrm>
              <a:off x="6746419" y="3577070"/>
              <a:ext cx="874847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9894193-3F45-4071-BB99-3369FB726AD7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 flipH="1">
              <a:off x="5773945" y="3577070"/>
              <a:ext cx="972474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B9A2EE8-C246-465B-9F5C-7610B84DB46D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 flipH="1">
              <a:off x="9003774" y="3577070"/>
              <a:ext cx="769603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65AE58B-BCDD-43CA-BC30-3B518E9AEB57}"/>
                </a:ext>
              </a:extLst>
            </p:cNvPr>
            <p:cNvCxnSpPr>
              <a:cxnSpLocks/>
              <a:stCxn id="11" idx="4"/>
              <a:endCxn id="16" idx="0"/>
            </p:cNvCxnSpPr>
            <p:nvPr/>
          </p:nvCxnSpPr>
          <p:spPr>
            <a:xfrm>
              <a:off x="9773377" y="3577070"/>
              <a:ext cx="776865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BCBDB06-BF4F-4F6D-8FC4-0B083C671D2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5773945" y="4680686"/>
              <a:ext cx="477146" cy="58791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29CAD8F-3CCF-4F0B-B3B1-E2CF84DB0C59}"/>
                </a:ext>
              </a:extLst>
            </p:cNvPr>
            <p:cNvCxnSpPr>
              <a:cxnSpLocks/>
              <a:stCxn id="12" idx="4"/>
              <a:endCxn id="17" idx="0"/>
            </p:cNvCxnSpPr>
            <p:nvPr/>
          </p:nvCxnSpPr>
          <p:spPr>
            <a:xfrm flipH="1">
              <a:off x="5363911" y="4680686"/>
              <a:ext cx="410034" cy="58791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3335C94-AD88-45BC-AFEA-778FF63E0D27}"/>
                </a:ext>
              </a:extLst>
            </p:cNvPr>
            <p:cNvCxnSpPr>
              <a:cxnSpLocks/>
              <a:stCxn id="13" idx="4"/>
              <a:endCxn id="19" idx="0"/>
            </p:cNvCxnSpPr>
            <p:nvPr/>
          </p:nvCxnSpPr>
          <p:spPr>
            <a:xfrm flipH="1">
              <a:off x="7292926" y="4680686"/>
              <a:ext cx="328340" cy="58033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01DF681-B5CA-4EB8-9CB9-EE183996357B}"/>
                </a:ext>
              </a:extLst>
            </p:cNvPr>
            <p:cNvSpPr/>
            <p:nvPr/>
          </p:nvSpPr>
          <p:spPr>
            <a:xfrm>
              <a:off x="7740957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3B430B8-A407-4BA8-A1D1-C8B554FAE7CB}"/>
                </a:ext>
              </a:extLst>
            </p:cNvPr>
            <p:cNvCxnSpPr>
              <a:cxnSpLocks/>
              <a:stCxn id="13" idx="4"/>
              <a:endCxn id="29" idx="0"/>
            </p:cNvCxnSpPr>
            <p:nvPr/>
          </p:nvCxnSpPr>
          <p:spPr>
            <a:xfrm>
              <a:off x="7621266" y="4680686"/>
              <a:ext cx="367355" cy="605759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2C0BE8-B5EB-49C3-A882-751D04B267BB}"/>
                </a:ext>
              </a:extLst>
            </p:cNvPr>
            <p:cNvSpPr/>
            <p:nvPr/>
          </p:nvSpPr>
          <p:spPr>
            <a:xfrm>
              <a:off x="8436652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9DC5543-1AFD-4D5F-9EC4-6D03EEE5A7AC}"/>
                </a:ext>
              </a:extLst>
            </p:cNvPr>
            <p:cNvCxnSpPr>
              <a:cxnSpLocks/>
              <a:stCxn id="14" idx="4"/>
              <a:endCxn id="31" idx="0"/>
            </p:cNvCxnSpPr>
            <p:nvPr/>
          </p:nvCxnSpPr>
          <p:spPr>
            <a:xfrm flipH="1">
              <a:off x="8684316" y="4680686"/>
              <a:ext cx="319458" cy="605759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132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AA7B39-1577-44F5-839B-14DCD7D87555}"/>
              </a:ext>
            </a:extLst>
          </p:cNvPr>
          <p:cNvGrpSpPr/>
          <p:nvPr/>
        </p:nvGrpSpPr>
        <p:grpSpPr>
          <a:xfrm>
            <a:off x="6234705" y="3026415"/>
            <a:ext cx="5681658" cy="3611825"/>
            <a:chOff x="5116247" y="2171780"/>
            <a:chExt cx="5681658" cy="36118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A1CBE4-66BA-469B-8368-84B82C64E3DB}"/>
                </a:ext>
              </a:extLst>
            </p:cNvPr>
            <p:cNvSpPr/>
            <p:nvPr/>
          </p:nvSpPr>
          <p:spPr>
            <a:xfrm>
              <a:off x="7975402" y="217178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B23039-8831-4998-9B02-30CD22D8F2CA}"/>
                </a:ext>
              </a:extLst>
            </p:cNvPr>
            <p:cNvSpPr/>
            <p:nvPr/>
          </p:nvSpPr>
          <p:spPr>
            <a:xfrm>
              <a:off x="6498755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08B629-B452-4132-8661-6D0DEF199D48}"/>
                </a:ext>
              </a:extLst>
            </p:cNvPr>
            <p:cNvSpPr/>
            <p:nvPr/>
          </p:nvSpPr>
          <p:spPr>
            <a:xfrm>
              <a:off x="9525712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472878-923F-46C9-8AE4-11D9EA454021}"/>
                </a:ext>
              </a:extLst>
            </p:cNvPr>
            <p:cNvSpPr/>
            <p:nvPr/>
          </p:nvSpPr>
          <p:spPr>
            <a:xfrm>
              <a:off x="5526281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47B5D5-5634-4E41-8D1B-F15BD3434ED1}"/>
                </a:ext>
              </a:extLst>
            </p:cNvPr>
            <p:cNvSpPr/>
            <p:nvPr/>
          </p:nvSpPr>
          <p:spPr>
            <a:xfrm>
              <a:off x="7373602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E3C165-C824-4E94-9BDB-A3DAA91AC678}"/>
                </a:ext>
              </a:extLst>
            </p:cNvPr>
            <p:cNvSpPr/>
            <p:nvPr/>
          </p:nvSpPr>
          <p:spPr>
            <a:xfrm>
              <a:off x="8756110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E57981-CDC8-482A-AC2C-BA256C3D87D3}"/>
                </a:ext>
              </a:extLst>
            </p:cNvPr>
            <p:cNvSpPr/>
            <p:nvPr/>
          </p:nvSpPr>
          <p:spPr>
            <a:xfrm>
              <a:off x="10302578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E6C66D8-A3E3-4082-AFF1-2BFF65A331FF}"/>
                </a:ext>
              </a:extLst>
            </p:cNvPr>
            <p:cNvSpPr/>
            <p:nvPr/>
          </p:nvSpPr>
          <p:spPr>
            <a:xfrm>
              <a:off x="511624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5E1F54-9771-4FDB-B3BB-35A46322864D}"/>
                </a:ext>
              </a:extLst>
            </p:cNvPr>
            <p:cNvSpPr/>
            <p:nvPr/>
          </p:nvSpPr>
          <p:spPr>
            <a:xfrm>
              <a:off x="600342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9F8DB95-4ED4-42DB-A219-67B92314B8F1}"/>
                </a:ext>
              </a:extLst>
            </p:cNvPr>
            <p:cNvSpPr/>
            <p:nvPr/>
          </p:nvSpPr>
          <p:spPr>
            <a:xfrm>
              <a:off x="7045262" y="526101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8D5333B-D1A2-4F6C-BA2A-7A297466831C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6921543" y="2596132"/>
              <a:ext cx="1126398" cy="55658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2D47ED5-4ACA-4CFB-AC47-7760956AEE59}"/>
                </a:ext>
              </a:extLst>
            </p:cNvPr>
            <p:cNvCxnSpPr>
              <a:cxnSpLocks/>
              <a:stCxn id="9" idx="5"/>
              <a:endCxn id="11" idx="1"/>
            </p:cNvCxnSpPr>
            <p:nvPr/>
          </p:nvCxnSpPr>
          <p:spPr>
            <a:xfrm>
              <a:off x="8398190" y="2596132"/>
              <a:ext cx="1200061" cy="55658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0D0A230-D8F3-4D31-9167-CCDE1DC718ED}"/>
                </a:ext>
              </a:extLst>
            </p:cNvPr>
            <p:cNvCxnSpPr>
              <a:cxnSpLocks/>
              <a:stCxn id="10" idx="4"/>
              <a:endCxn id="13" idx="0"/>
            </p:cNvCxnSpPr>
            <p:nvPr/>
          </p:nvCxnSpPr>
          <p:spPr>
            <a:xfrm>
              <a:off x="6746419" y="3577070"/>
              <a:ext cx="874847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9894193-3F45-4071-BB99-3369FB726AD7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 flipH="1">
              <a:off x="5773945" y="3577070"/>
              <a:ext cx="972474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B9A2EE8-C246-465B-9F5C-7610B84DB46D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 flipH="1">
              <a:off x="9003774" y="3577070"/>
              <a:ext cx="769603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65AE58B-BCDD-43CA-BC30-3B518E9AEB57}"/>
                </a:ext>
              </a:extLst>
            </p:cNvPr>
            <p:cNvCxnSpPr>
              <a:cxnSpLocks/>
              <a:stCxn id="11" idx="4"/>
              <a:endCxn id="16" idx="0"/>
            </p:cNvCxnSpPr>
            <p:nvPr/>
          </p:nvCxnSpPr>
          <p:spPr>
            <a:xfrm>
              <a:off x="9773377" y="3577070"/>
              <a:ext cx="776865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BCBDB06-BF4F-4F6D-8FC4-0B083C671D2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5773945" y="4680686"/>
              <a:ext cx="477146" cy="58791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29CAD8F-3CCF-4F0B-B3B1-E2CF84DB0C59}"/>
                </a:ext>
              </a:extLst>
            </p:cNvPr>
            <p:cNvCxnSpPr>
              <a:cxnSpLocks/>
              <a:stCxn id="12" idx="4"/>
              <a:endCxn id="17" idx="0"/>
            </p:cNvCxnSpPr>
            <p:nvPr/>
          </p:nvCxnSpPr>
          <p:spPr>
            <a:xfrm flipH="1">
              <a:off x="5363911" y="4680686"/>
              <a:ext cx="410034" cy="58791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3335C94-AD88-45BC-AFEA-778FF63E0D27}"/>
                </a:ext>
              </a:extLst>
            </p:cNvPr>
            <p:cNvCxnSpPr>
              <a:cxnSpLocks/>
              <a:stCxn id="13" idx="4"/>
              <a:endCxn id="19" idx="0"/>
            </p:cNvCxnSpPr>
            <p:nvPr/>
          </p:nvCxnSpPr>
          <p:spPr>
            <a:xfrm flipH="1">
              <a:off x="7292926" y="4680686"/>
              <a:ext cx="328340" cy="58033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01DF681-B5CA-4EB8-9CB9-EE183996357B}"/>
                </a:ext>
              </a:extLst>
            </p:cNvPr>
            <p:cNvSpPr/>
            <p:nvPr/>
          </p:nvSpPr>
          <p:spPr>
            <a:xfrm>
              <a:off x="7740957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3B430B8-A407-4BA8-A1D1-C8B554FAE7CB}"/>
                </a:ext>
              </a:extLst>
            </p:cNvPr>
            <p:cNvCxnSpPr>
              <a:cxnSpLocks/>
              <a:stCxn id="13" idx="4"/>
              <a:endCxn id="29" idx="0"/>
            </p:cNvCxnSpPr>
            <p:nvPr/>
          </p:nvCxnSpPr>
          <p:spPr>
            <a:xfrm>
              <a:off x="7621266" y="4680686"/>
              <a:ext cx="367355" cy="605759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2C0BE8-B5EB-49C3-A882-751D04B267BB}"/>
                </a:ext>
              </a:extLst>
            </p:cNvPr>
            <p:cNvSpPr/>
            <p:nvPr/>
          </p:nvSpPr>
          <p:spPr>
            <a:xfrm>
              <a:off x="8436652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9DC5543-1AFD-4D5F-9EC4-6D03EEE5A7AC}"/>
                </a:ext>
              </a:extLst>
            </p:cNvPr>
            <p:cNvCxnSpPr>
              <a:cxnSpLocks/>
              <a:stCxn id="14" idx="4"/>
              <a:endCxn id="31" idx="0"/>
            </p:cNvCxnSpPr>
            <p:nvPr/>
          </p:nvCxnSpPr>
          <p:spPr>
            <a:xfrm flipH="1">
              <a:off x="8684316" y="4680686"/>
              <a:ext cx="319458" cy="605759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05790D7-F7E7-46CA-8EA2-5809A6D66974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14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994942"/>
            <a:ext cx="10515600" cy="5913857"/>
          </a:xfrm>
        </p:spPr>
        <p:txBody>
          <a:bodyPr/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is_heap_ordered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(int child = 2; child &lt; H-&gt;next; child++)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&lt;= child;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child/2;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(parent, child))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false;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true;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73B583-A855-4131-AC14-72DD9C18FFF0}"/>
              </a:ext>
            </a:extLst>
          </p:cNvPr>
          <p:cNvGrpSpPr/>
          <p:nvPr/>
        </p:nvGrpSpPr>
        <p:grpSpPr>
          <a:xfrm>
            <a:off x="6234705" y="3026415"/>
            <a:ext cx="5681658" cy="3611825"/>
            <a:chOff x="5116247" y="2171780"/>
            <a:chExt cx="5681658" cy="361182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2B3AD0B-9A05-4801-AE6D-B72DAE3B5B0B}"/>
                </a:ext>
              </a:extLst>
            </p:cNvPr>
            <p:cNvSpPr/>
            <p:nvPr/>
          </p:nvSpPr>
          <p:spPr>
            <a:xfrm>
              <a:off x="7975402" y="217178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8D8AE50-7C2A-4A25-90E4-9D5C6A816470}"/>
                </a:ext>
              </a:extLst>
            </p:cNvPr>
            <p:cNvSpPr/>
            <p:nvPr/>
          </p:nvSpPr>
          <p:spPr>
            <a:xfrm>
              <a:off x="6498755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65F8602-42EA-4826-BA9F-0D783ED569A2}"/>
                </a:ext>
              </a:extLst>
            </p:cNvPr>
            <p:cNvSpPr/>
            <p:nvPr/>
          </p:nvSpPr>
          <p:spPr>
            <a:xfrm>
              <a:off x="9525712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F582DB-F9A6-43B3-BACE-5609F87E083D}"/>
                </a:ext>
              </a:extLst>
            </p:cNvPr>
            <p:cNvSpPr/>
            <p:nvPr/>
          </p:nvSpPr>
          <p:spPr>
            <a:xfrm>
              <a:off x="5526281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1424FA-80E9-478D-8E65-77112C0CDB89}"/>
                </a:ext>
              </a:extLst>
            </p:cNvPr>
            <p:cNvSpPr/>
            <p:nvPr/>
          </p:nvSpPr>
          <p:spPr>
            <a:xfrm>
              <a:off x="7373602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BAD2D56-B3F6-4362-8FB0-E6DEFE678FA6}"/>
                </a:ext>
              </a:extLst>
            </p:cNvPr>
            <p:cNvSpPr/>
            <p:nvPr/>
          </p:nvSpPr>
          <p:spPr>
            <a:xfrm>
              <a:off x="8756110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762AB73-3177-451B-928A-4122EF39391B}"/>
                </a:ext>
              </a:extLst>
            </p:cNvPr>
            <p:cNvSpPr/>
            <p:nvPr/>
          </p:nvSpPr>
          <p:spPr>
            <a:xfrm>
              <a:off x="10302578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FB17C3E-6E67-4EFD-AD04-D7B585B22E4F}"/>
                </a:ext>
              </a:extLst>
            </p:cNvPr>
            <p:cNvSpPr/>
            <p:nvPr/>
          </p:nvSpPr>
          <p:spPr>
            <a:xfrm>
              <a:off x="511624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0C353DC-D567-42FB-8EE5-158AA34F26E5}"/>
                </a:ext>
              </a:extLst>
            </p:cNvPr>
            <p:cNvSpPr/>
            <p:nvPr/>
          </p:nvSpPr>
          <p:spPr>
            <a:xfrm>
              <a:off x="600342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E5FB250-3988-4D61-8D11-FD23F9CDF123}"/>
                </a:ext>
              </a:extLst>
            </p:cNvPr>
            <p:cNvSpPr/>
            <p:nvPr/>
          </p:nvSpPr>
          <p:spPr>
            <a:xfrm>
              <a:off x="7045262" y="526101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05C8B1C-460E-4C98-BBA3-5D60C146A269}"/>
                </a:ext>
              </a:extLst>
            </p:cNvPr>
            <p:cNvCxnSpPr>
              <a:cxnSpLocks/>
              <a:stCxn id="28" idx="3"/>
              <a:endCxn id="34" idx="7"/>
            </p:cNvCxnSpPr>
            <p:nvPr/>
          </p:nvCxnSpPr>
          <p:spPr>
            <a:xfrm flipH="1">
              <a:off x="6921543" y="2596132"/>
              <a:ext cx="1126398" cy="55658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1F1EC7B-FF94-452C-A16F-F49258F99497}"/>
                </a:ext>
              </a:extLst>
            </p:cNvPr>
            <p:cNvCxnSpPr>
              <a:cxnSpLocks/>
              <a:stCxn id="28" idx="5"/>
              <a:endCxn id="35" idx="1"/>
            </p:cNvCxnSpPr>
            <p:nvPr/>
          </p:nvCxnSpPr>
          <p:spPr>
            <a:xfrm>
              <a:off x="8398190" y="2596132"/>
              <a:ext cx="1200061" cy="55658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5728684-931F-4F95-B8F2-A8ABF9952429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6746419" y="3577070"/>
              <a:ext cx="874847" cy="60645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CCCBFD5-1E7A-447D-ACAE-922CBC64677A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5773945" y="3577070"/>
              <a:ext cx="972474" cy="60645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50F4DDC-A53D-4ADE-AEE2-462C15395198}"/>
                </a:ext>
              </a:extLst>
            </p:cNvPr>
            <p:cNvCxnSpPr>
              <a:cxnSpLocks/>
              <a:stCxn id="35" idx="4"/>
              <a:endCxn id="38" idx="0"/>
            </p:cNvCxnSpPr>
            <p:nvPr/>
          </p:nvCxnSpPr>
          <p:spPr>
            <a:xfrm flipH="1">
              <a:off x="9003774" y="3577070"/>
              <a:ext cx="769603" cy="60645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6156FF3-BA61-48F3-9527-E1B0B61E071A}"/>
                </a:ext>
              </a:extLst>
            </p:cNvPr>
            <p:cNvCxnSpPr>
              <a:cxnSpLocks/>
              <a:stCxn id="35" idx="4"/>
              <a:endCxn id="39" idx="0"/>
            </p:cNvCxnSpPr>
            <p:nvPr/>
          </p:nvCxnSpPr>
          <p:spPr>
            <a:xfrm>
              <a:off x="9773377" y="3577070"/>
              <a:ext cx="776865" cy="60645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3B86A5E-FDEE-44FE-9B23-1357F64CC0DB}"/>
                </a:ext>
              </a:extLst>
            </p:cNvPr>
            <p:cNvCxnSpPr>
              <a:cxnSpLocks/>
              <a:stCxn id="36" idx="4"/>
              <a:endCxn id="41" idx="0"/>
            </p:cNvCxnSpPr>
            <p:nvPr/>
          </p:nvCxnSpPr>
          <p:spPr>
            <a:xfrm>
              <a:off x="5773945" y="4680686"/>
              <a:ext cx="477146" cy="587918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D53FDDA-84FE-4726-A507-5A7496A193CD}"/>
                </a:ext>
              </a:extLst>
            </p:cNvPr>
            <p:cNvCxnSpPr>
              <a:cxnSpLocks/>
              <a:stCxn id="36" idx="4"/>
              <a:endCxn id="40" idx="0"/>
            </p:cNvCxnSpPr>
            <p:nvPr/>
          </p:nvCxnSpPr>
          <p:spPr>
            <a:xfrm flipH="1">
              <a:off x="5363911" y="4680686"/>
              <a:ext cx="410034" cy="587918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C357EAF-0856-47B1-AC76-072CA586EACD}"/>
                </a:ext>
              </a:extLst>
            </p:cNvPr>
            <p:cNvCxnSpPr>
              <a:cxnSpLocks/>
              <a:stCxn id="37" idx="4"/>
              <a:endCxn id="42" idx="0"/>
            </p:cNvCxnSpPr>
            <p:nvPr/>
          </p:nvCxnSpPr>
          <p:spPr>
            <a:xfrm flipH="1">
              <a:off x="7292926" y="4680686"/>
              <a:ext cx="328340" cy="580330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9B4B045-2A26-4B69-8400-187DF6E1A4F3}"/>
                </a:ext>
              </a:extLst>
            </p:cNvPr>
            <p:cNvSpPr/>
            <p:nvPr/>
          </p:nvSpPr>
          <p:spPr>
            <a:xfrm>
              <a:off x="7740957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7DEA5AF-574B-4234-A2C2-F0CE176D9F15}"/>
                </a:ext>
              </a:extLst>
            </p:cNvPr>
            <p:cNvCxnSpPr>
              <a:cxnSpLocks/>
              <a:stCxn id="37" idx="4"/>
              <a:endCxn id="52" idx="0"/>
            </p:cNvCxnSpPr>
            <p:nvPr/>
          </p:nvCxnSpPr>
          <p:spPr>
            <a:xfrm>
              <a:off x="7621266" y="4680686"/>
              <a:ext cx="367355" cy="605759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958D73F-E991-4817-BD43-FB58B128FE61}"/>
                </a:ext>
              </a:extLst>
            </p:cNvPr>
            <p:cNvSpPr/>
            <p:nvPr/>
          </p:nvSpPr>
          <p:spPr>
            <a:xfrm>
              <a:off x="8436652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DF34DA9-3DE2-4877-B284-B552188DFE99}"/>
                </a:ext>
              </a:extLst>
            </p:cNvPr>
            <p:cNvCxnSpPr>
              <a:cxnSpLocks/>
              <a:stCxn id="38" idx="4"/>
              <a:endCxn id="54" idx="0"/>
            </p:cNvCxnSpPr>
            <p:nvPr/>
          </p:nvCxnSpPr>
          <p:spPr>
            <a:xfrm flipH="1">
              <a:off x="8684316" y="4680686"/>
              <a:ext cx="319458" cy="605759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019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A73A-2151-446F-BC5C-8F93B23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Ordered, except one specific child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5F4EB-6F79-4B99-8F67-AFA9177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994942"/>
            <a:ext cx="10515600" cy="5913857"/>
          </a:xfrm>
        </p:spPr>
        <p:txBody>
          <a:bodyPr/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(int child = 2; child &lt; H-&gt;next; child++)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&lt;= child;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child/2;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(parent, child))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(child !=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false;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true;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73B583-A855-4131-AC14-72DD9C18FFF0}"/>
              </a:ext>
            </a:extLst>
          </p:cNvPr>
          <p:cNvGrpSpPr/>
          <p:nvPr/>
        </p:nvGrpSpPr>
        <p:grpSpPr>
          <a:xfrm>
            <a:off x="6234705" y="3026415"/>
            <a:ext cx="5681658" cy="3611825"/>
            <a:chOff x="5116247" y="2171780"/>
            <a:chExt cx="5681658" cy="361182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2B3AD0B-9A05-4801-AE6D-B72DAE3B5B0B}"/>
                </a:ext>
              </a:extLst>
            </p:cNvPr>
            <p:cNvSpPr/>
            <p:nvPr/>
          </p:nvSpPr>
          <p:spPr>
            <a:xfrm>
              <a:off x="7975402" y="217178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8D8AE50-7C2A-4A25-90E4-9D5C6A816470}"/>
                </a:ext>
              </a:extLst>
            </p:cNvPr>
            <p:cNvSpPr/>
            <p:nvPr/>
          </p:nvSpPr>
          <p:spPr>
            <a:xfrm>
              <a:off x="6498755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65F8602-42EA-4826-BA9F-0D783ED569A2}"/>
                </a:ext>
              </a:extLst>
            </p:cNvPr>
            <p:cNvSpPr/>
            <p:nvPr/>
          </p:nvSpPr>
          <p:spPr>
            <a:xfrm>
              <a:off x="9525712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F582DB-F9A6-43B3-BACE-5609F87E083D}"/>
                </a:ext>
              </a:extLst>
            </p:cNvPr>
            <p:cNvSpPr/>
            <p:nvPr/>
          </p:nvSpPr>
          <p:spPr>
            <a:xfrm>
              <a:off x="5526281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1424FA-80E9-478D-8E65-77112C0CDB89}"/>
                </a:ext>
              </a:extLst>
            </p:cNvPr>
            <p:cNvSpPr/>
            <p:nvPr/>
          </p:nvSpPr>
          <p:spPr>
            <a:xfrm>
              <a:off x="7373602" y="4183526"/>
              <a:ext cx="495327" cy="49716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BAD2D56-B3F6-4362-8FB0-E6DEFE678FA6}"/>
                </a:ext>
              </a:extLst>
            </p:cNvPr>
            <p:cNvSpPr/>
            <p:nvPr/>
          </p:nvSpPr>
          <p:spPr>
            <a:xfrm>
              <a:off x="8756110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762AB73-3177-451B-928A-4122EF39391B}"/>
                </a:ext>
              </a:extLst>
            </p:cNvPr>
            <p:cNvSpPr/>
            <p:nvPr/>
          </p:nvSpPr>
          <p:spPr>
            <a:xfrm>
              <a:off x="10302578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FB17C3E-6E67-4EFD-AD04-D7B585B22E4F}"/>
                </a:ext>
              </a:extLst>
            </p:cNvPr>
            <p:cNvSpPr/>
            <p:nvPr/>
          </p:nvSpPr>
          <p:spPr>
            <a:xfrm>
              <a:off x="511624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0C353DC-D567-42FB-8EE5-158AA34F26E5}"/>
                </a:ext>
              </a:extLst>
            </p:cNvPr>
            <p:cNvSpPr/>
            <p:nvPr/>
          </p:nvSpPr>
          <p:spPr>
            <a:xfrm>
              <a:off x="600342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E5FB250-3988-4D61-8D11-FD23F9CDF123}"/>
                </a:ext>
              </a:extLst>
            </p:cNvPr>
            <p:cNvSpPr/>
            <p:nvPr/>
          </p:nvSpPr>
          <p:spPr>
            <a:xfrm>
              <a:off x="7045262" y="526101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05C8B1C-460E-4C98-BBA3-5D60C146A269}"/>
                </a:ext>
              </a:extLst>
            </p:cNvPr>
            <p:cNvCxnSpPr>
              <a:cxnSpLocks/>
              <a:stCxn id="28" idx="3"/>
              <a:endCxn id="34" idx="7"/>
            </p:cNvCxnSpPr>
            <p:nvPr/>
          </p:nvCxnSpPr>
          <p:spPr>
            <a:xfrm flipH="1">
              <a:off x="6921543" y="2596132"/>
              <a:ext cx="1126398" cy="55658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1F1EC7B-FF94-452C-A16F-F49258F99497}"/>
                </a:ext>
              </a:extLst>
            </p:cNvPr>
            <p:cNvCxnSpPr>
              <a:cxnSpLocks/>
              <a:stCxn id="28" idx="5"/>
              <a:endCxn id="35" idx="1"/>
            </p:cNvCxnSpPr>
            <p:nvPr/>
          </p:nvCxnSpPr>
          <p:spPr>
            <a:xfrm>
              <a:off x="8398190" y="2596132"/>
              <a:ext cx="1200061" cy="55658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5728684-931F-4F95-B8F2-A8ABF9952429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6746419" y="3577070"/>
              <a:ext cx="874847" cy="606455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oli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CCCBFD5-1E7A-447D-ACAE-922CBC64677A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5773945" y="3577070"/>
              <a:ext cx="972474" cy="60645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50F4DDC-A53D-4ADE-AEE2-462C15395198}"/>
                </a:ext>
              </a:extLst>
            </p:cNvPr>
            <p:cNvCxnSpPr>
              <a:cxnSpLocks/>
              <a:stCxn id="35" idx="4"/>
              <a:endCxn id="38" idx="0"/>
            </p:cNvCxnSpPr>
            <p:nvPr/>
          </p:nvCxnSpPr>
          <p:spPr>
            <a:xfrm flipH="1">
              <a:off x="9003774" y="3577070"/>
              <a:ext cx="769603" cy="60645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6156FF3-BA61-48F3-9527-E1B0B61E071A}"/>
                </a:ext>
              </a:extLst>
            </p:cNvPr>
            <p:cNvCxnSpPr>
              <a:cxnSpLocks/>
              <a:stCxn id="35" idx="4"/>
              <a:endCxn id="39" idx="0"/>
            </p:cNvCxnSpPr>
            <p:nvPr/>
          </p:nvCxnSpPr>
          <p:spPr>
            <a:xfrm>
              <a:off x="9773377" y="3577070"/>
              <a:ext cx="776865" cy="606455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3B86A5E-FDEE-44FE-9B23-1357F64CC0DB}"/>
                </a:ext>
              </a:extLst>
            </p:cNvPr>
            <p:cNvCxnSpPr>
              <a:cxnSpLocks/>
              <a:stCxn id="36" idx="4"/>
              <a:endCxn id="41" idx="0"/>
            </p:cNvCxnSpPr>
            <p:nvPr/>
          </p:nvCxnSpPr>
          <p:spPr>
            <a:xfrm>
              <a:off x="5773945" y="4680686"/>
              <a:ext cx="477146" cy="587918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D53FDDA-84FE-4726-A507-5A7496A193CD}"/>
                </a:ext>
              </a:extLst>
            </p:cNvPr>
            <p:cNvCxnSpPr>
              <a:cxnSpLocks/>
              <a:stCxn id="36" idx="4"/>
              <a:endCxn id="40" idx="0"/>
            </p:cNvCxnSpPr>
            <p:nvPr/>
          </p:nvCxnSpPr>
          <p:spPr>
            <a:xfrm flipH="1">
              <a:off x="5363911" y="4680686"/>
              <a:ext cx="410034" cy="587918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C357EAF-0856-47B1-AC76-072CA586EACD}"/>
                </a:ext>
              </a:extLst>
            </p:cNvPr>
            <p:cNvCxnSpPr>
              <a:cxnSpLocks/>
              <a:stCxn id="37" idx="4"/>
              <a:endCxn id="42" idx="0"/>
            </p:cNvCxnSpPr>
            <p:nvPr/>
          </p:nvCxnSpPr>
          <p:spPr>
            <a:xfrm flipH="1">
              <a:off x="7292926" y="4680686"/>
              <a:ext cx="328340" cy="580330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9B4B045-2A26-4B69-8400-187DF6E1A4F3}"/>
                </a:ext>
              </a:extLst>
            </p:cNvPr>
            <p:cNvSpPr/>
            <p:nvPr/>
          </p:nvSpPr>
          <p:spPr>
            <a:xfrm>
              <a:off x="7740957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7DEA5AF-574B-4234-A2C2-F0CE176D9F15}"/>
                </a:ext>
              </a:extLst>
            </p:cNvPr>
            <p:cNvCxnSpPr>
              <a:cxnSpLocks/>
              <a:stCxn id="37" idx="4"/>
              <a:endCxn id="52" idx="0"/>
            </p:cNvCxnSpPr>
            <p:nvPr/>
          </p:nvCxnSpPr>
          <p:spPr>
            <a:xfrm>
              <a:off x="7621266" y="4680686"/>
              <a:ext cx="367355" cy="605759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958D73F-E991-4817-BD43-FB58B128FE61}"/>
                </a:ext>
              </a:extLst>
            </p:cNvPr>
            <p:cNvSpPr/>
            <p:nvPr/>
          </p:nvSpPr>
          <p:spPr>
            <a:xfrm>
              <a:off x="8436652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DF34DA9-3DE2-4877-B284-B552188DFE99}"/>
                </a:ext>
              </a:extLst>
            </p:cNvPr>
            <p:cNvCxnSpPr>
              <a:cxnSpLocks/>
              <a:stCxn id="38" idx="4"/>
              <a:endCxn id="54" idx="0"/>
            </p:cNvCxnSpPr>
            <p:nvPr/>
          </p:nvCxnSpPr>
          <p:spPr>
            <a:xfrm flipH="1">
              <a:off x="8684316" y="4680686"/>
              <a:ext cx="319458" cy="605759"/>
            </a:xfrm>
            <a:prstGeom prst="straightConnector1">
              <a:avLst/>
            </a:prstGeom>
            <a:ln w="28575"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156B54BA-7EB9-45C3-B5FD-0D53A770CC85}"/>
              </a:ext>
            </a:extLst>
          </p:cNvPr>
          <p:cNvSpPr txBox="1">
            <a:spLocks/>
          </p:cNvSpPr>
          <p:nvPr/>
        </p:nvSpPr>
        <p:spPr>
          <a:xfrm>
            <a:off x="8111379" y="5035230"/>
            <a:ext cx="600007" cy="5745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32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5928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AA7B39-1577-44F5-839B-14DCD7D87555}"/>
              </a:ext>
            </a:extLst>
          </p:cNvPr>
          <p:cNvGrpSpPr/>
          <p:nvPr/>
        </p:nvGrpSpPr>
        <p:grpSpPr>
          <a:xfrm>
            <a:off x="6234705" y="3026415"/>
            <a:ext cx="5681658" cy="3611825"/>
            <a:chOff x="5116247" y="2171780"/>
            <a:chExt cx="5681658" cy="36118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A1CBE4-66BA-469B-8368-84B82C64E3DB}"/>
                </a:ext>
              </a:extLst>
            </p:cNvPr>
            <p:cNvSpPr/>
            <p:nvPr/>
          </p:nvSpPr>
          <p:spPr>
            <a:xfrm>
              <a:off x="7975402" y="217178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B23039-8831-4998-9B02-30CD22D8F2CA}"/>
                </a:ext>
              </a:extLst>
            </p:cNvPr>
            <p:cNvSpPr/>
            <p:nvPr/>
          </p:nvSpPr>
          <p:spPr>
            <a:xfrm>
              <a:off x="6498755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08B629-B452-4132-8661-6D0DEF199D48}"/>
                </a:ext>
              </a:extLst>
            </p:cNvPr>
            <p:cNvSpPr/>
            <p:nvPr/>
          </p:nvSpPr>
          <p:spPr>
            <a:xfrm>
              <a:off x="9525712" y="3079910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472878-923F-46C9-8AE4-11D9EA454021}"/>
                </a:ext>
              </a:extLst>
            </p:cNvPr>
            <p:cNvSpPr/>
            <p:nvPr/>
          </p:nvSpPr>
          <p:spPr>
            <a:xfrm>
              <a:off x="5526281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47B5D5-5634-4E41-8D1B-F15BD3434ED1}"/>
                </a:ext>
              </a:extLst>
            </p:cNvPr>
            <p:cNvSpPr/>
            <p:nvPr/>
          </p:nvSpPr>
          <p:spPr>
            <a:xfrm>
              <a:off x="7373602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E3C165-C824-4E94-9BDB-A3DAA91AC678}"/>
                </a:ext>
              </a:extLst>
            </p:cNvPr>
            <p:cNvSpPr/>
            <p:nvPr/>
          </p:nvSpPr>
          <p:spPr>
            <a:xfrm>
              <a:off x="8756110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E57981-CDC8-482A-AC2C-BA256C3D87D3}"/>
                </a:ext>
              </a:extLst>
            </p:cNvPr>
            <p:cNvSpPr/>
            <p:nvPr/>
          </p:nvSpPr>
          <p:spPr>
            <a:xfrm>
              <a:off x="10302578" y="418352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E6C66D8-A3E3-4082-AFF1-2BFF65A331FF}"/>
                </a:ext>
              </a:extLst>
            </p:cNvPr>
            <p:cNvSpPr/>
            <p:nvPr/>
          </p:nvSpPr>
          <p:spPr>
            <a:xfrm>
              <a:off x="511624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5E1F54-9771-4FDB-B3BB-35A46322864D}"/>
                </a:ext>
              </a:extLst>
            </p:cNvPr>
            <p:cNvSpPr/>
            <p:nvPr/>
          </p:nvSpPr>
          <p:spPr>
            <a:xfrm>
              <a:off x="6003427" y="5268604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9F8DB95-4ED4-42DB-A219-67B92314B8F1}"/>
                </a:ext>
              </a:extLst>
            </p:cNvPr>
            <p:cNvSpPr/>
            <p:nvPr/>
          </p:nvSpPr>
          <p:spPr>
            <a:xfrm>
              <a:off x="7045262" y="5261016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8D5333B-D1A2-4F6C-BA2A-7A297466831C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6921543" y="2596132"/>
              <a:ext cx="1126398" cy="55658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2D47ED5-4ACA-4CFB-AC47-7760956AEE59}"/>
                </a:ext>
              </a:extLst>
            </p:cNvPr>
            <p:cNvCxnSpPr>
              <a:cxnSpLocks/>
              <a:stCxn id="9" idx="5"/>
              <a:endCxn id="11" idx="1"/>
            </p:cNvCxnSpPr>
            <p:nvPr/>
          </p:nvCxnSpPr>
          <p:spPr>
            <a:xfrm>
              <a:off x="8398190" y="2596132"/>
              <a:ext cx="1200061" cy="55658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0D0A230-D8F3-4D31-9167-CCDE1DC718ED}"/>
                </a:ext>
              </a:extLst>
            </p:cNvPr>
            <p:cNvCxnSpPr>
              <a:cxnSpLocks/>
              <a:stCxn id="10" idx="4"/>
              <a:endCxn id="13" idx="0"/>
            </p:cNvCxnSpPr>
            <p:nvPr/>
          </p:nvCxnSpPr>
          <p:spPr>
            <a:xfrm>
              <a:off x="6746419" y="3577070"/>
              <a:ext cx="874847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9894193-3F45-4071-BB99-3369FB726AD7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 flipH="1">
              <a:off x="5773945" y="3577070"/>
              <a:ext cx="972474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B9A2EE8-C246-465B-9F5C-7610B84DB46D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 flipH="1">
              <a:off x="9003774" y="3577070"/>
              <a:ext cx="769603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65AE58B-BCDD-43CA-BC30-3B518E9AEB57}"/>
                </a:ext>
              </a:extLst>
            </p:cNvPr>
            <p:cNvCxnSpPr>
              <a:cxnSpLocks/>
              <a:stCxn id="11" idx="4"/>
              <a:endCxn id="16" idx="0"/>
            </p:cNvCxnSpPr>
            <p:nvPr/>
          </p:nvCxnSpPr>
          <p:spPr>
            <a:xfrm>
              <a:off x="9773377" y="3577070"/>
              <a:ext cx="776865" cy="60645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BCBDB06-BF4F-4F6D-8FC4-0B083C671D2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5773945" y="4680686"/>
              <a:ext cx="477146" cy="58791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29CAD8F-3CCF-4F0B-B3B1-E2CF84DB0C59}"/>
                </a:ext>
              </a:extLst>
            </p:cNvPr>
            <p:cNvCxnSpPr>
              <a:cxnSpLocks/>
              <a:stCxn id="12" idx="4"/>
              <a:endCxn id="17" idx="0"/>
            </p:cNvCxnSpPr>
            <p:nvPr/>
          </p:nvCxnSpPr>
          <p:spPr>
            <a:xfrm flipH="1">
              <a:off x="5363911" y="4680686"/>
              <a:ext cx="410034" cy="58791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3335C94-AD88-45BC-AFEA-778FF63E0D27}"/>
                </a:ext>
              </a:extLst>
            </p:cNvPr>
            <p:cNvCxnSpPr>
              <a:cxnSpLocks/>
              <a:stCxn id="13" idx="4"/>
              <a:endCxn id="19" idx="0"/>
            </p:cNvCxnSpPr>
            <p:nvPr/>
          </p:nvCxnSpPr>
          <p:spPr>
            <a:xfrm flipH="1">
              <a:off x="7292926" y="4680686"/>
              <a:ext cx="328340" cy="58033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01DF681-B5CA-4EB8-9CB9-EE183996357B}"/>
                </a:ext>
              </a:extLst>
            </p:cNvPr>
            <p:cNvSpPr/>
            <p:nvPr/>
          </p:nvSpPr>
          <p:spPr>
            <a:xfrm>
              <a:off x="7740957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3B430B8-A407-4BA8-A1D1-C8B554FAE7CB}"/>
                </a:ext>
              </a:extLst>
            </p:cNvPr>
            <p:cNvCxnSpPr>
              <a:cxnSpLocks/>
              <a:stCxn id="13" idx="4"/>
              <a:endCxn id="29" idx="0"/>
            </p:cNvCxnSpPr>
            <p:nvPr/>
          </p:nvCxnSpPr>
          <p:spPr>
            <a:xfrm>
              <a:off x="7621266" y="4680686"/>
              <a:ext cx="367355" cy="605759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2C0BE8-B5EB-49C3-A882-751D04B267BB}"/>
                </a:ext>
              </a:extLst>
            </p:cNvPr>
            <p:cNvSpPr/>
            <p:nvPr/>
          </p:nvSpPr>
          <p:spPr>
            <a:xfrm>
              <a:off x="8436652" y="5286445"/>
              <a:ext cx="495327" cy="4971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9DC5543-1AFD-4D5F-9EC4-6D03EEE5A7AC}"/>
                </a:ext>
              </a:extLst>
            </p:cNvPr>
            <p:cNvCxnSpPr>
              <a:cxnSpLocks/>
              <a:stCxn id="14" idx="4"/>
              <a:endCxn id="31" idx="0"/>
            </p:cNvCxnSpPr>
            <p:nvPr/>
          </p:nvCxnSpPr>
          <p:spPr>
            <a:xfrm flipH="1">
              <a:off x="8684316" y="4680686"/>
              <a:ext cx="319458" cy="605759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F17558-2466-49B7-B6A7-A0491C539162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44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CFF4699-54D8-4D72-BF03-1C6E33941998}"/>
              </a:ext>
            </a:extLst>
          </p:cNvPr>
          <p:cNvSpPr txBox="1">
            <a:spLocks/>
          </p:cNvSpPr>
          <p:nvPr/>
        </p:nvSpPr>
        <p:spPr>
          <a:xfrm>
            <a:off x="7335619" y="891707"/>
            <a:ext cx="5119346" cy="4146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(in loop)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B21C5-EB8C-4444-8F4A-D5933B30BCF3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5317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CFF4699-54D8-4D72-BF03-1C6E33941998}"/>
              </a:ext>
            </a:extLst>
          </p:cNvPr>
          <p:cNvSpPr txBox="1">
            <a:spLocks/>
          </p:cNvSpPr>
          <p:nvPr/>
        </p:nvSpPr>
        <p:spPr>
          <a:xfrm>
            <a:off x="7335619" y="891707"/>
            <a:ext cx="5119346" cy="4146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(in loop)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(final return)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1D0749-F0C6-4007-91D2-00D27C8C52AC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263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CFF4699-54D8-4D72-BF03-1C6E33941998}"/>
              </a:ext>
            </a:extLst>
          </p:cNvPr>
          <p:cNvSpPr txBox="1">
            <a:spLocks/>
          </p:cNvSpPr>
          <p:nvPr/>
        </p:nvSpPr>
        <p:spPr>
          <a:xfrm>
            <a:off x="7335619" y="891707"/>
            <a:ext cx="5119346" cy="4146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(in loop)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(final return)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9E06CF-E6FB-4270-99B9-8E95D9C6DEF6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1320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CFF4699-54D8-4D72-BF03-1C6E33941998}"/>
              </a:ext>
            </a:extLst>
          </p:cNvPr>
          <p:cNvSpPr txBox="1">
            <a:spLocks/>
          </p:cNvSpPr>
          <p:nvPr/>
        </p:nvSpPr>
        <p:spPr>
          <a:xfrm>
            <a:off x="7335619" y="891707"/>
            <a:ext cx="5119346" cy="4146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(in loop)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(final return)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TERMINATE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8C2C65-AF44-4C70-B6BA-5A8223C094FD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1043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CFF4699-54D8-4D72-BF03-1C6E33941998}"/>
              </a:ext>
            </a:extLst>
          </p:cNvPr>
          <p:cNvSpPr txBox="1">
            <a:spLocks/>
          </p:cNvSpPr>
          <p:nvPr/>
        </p:nvSpPr>
        <p:spPr>
          <a:xfrm>
            <a:off x="7335619" y="891707"/>
            <a:ext cx="5119346" cy="4146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(in loop)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(final return)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TERMINATE</a:t>
            </a:r>
          </a:p>
          <a:p>
            <a:r>
              <a:rPr lang="en-US" sz="3200" dirty="0"/>
              <a:t>Valid loop invariants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INIT </a:t>
            </a:r>
            <a:r>
              <a:rPr lang="en-US" sz="3200" dirty="0" err="1"/>
              <a:t>is_heap_except_up</a:t>
            </a:r>
            <a:endParaRPr lang="en-US" sz="3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362F86-5E36-4F29-8E30-D783610AAA4D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4270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CFF4699-54D8-4D72-BF03-1C6E33941998}"/>
              </a:ext>
            </a:extLst>
          </p:cNvPr>
          <p:cNvSpPr txBox="1">
            <a:spLocks/>
          </p:cNvSpPr>
          <p:nvPr/>
        </p:nvSpPr>
        <p:spPr>
          <a:xfrm>
            <a:off x="7335619" y="891707"/>
            <a:ext cx="5119346" cy="4146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(in loop)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(final return)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TERMINATE</a:t>
            </a:r>
          </a:p>
          <a:p>
            <a:r>
              <a:rPr lang="en-US" sz="3200" dirty="0"/>
              <a:t>Valid loop invariants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INIT </a:t>
            </a:r>
            <a:r>
              <a:rPr lang="en-US" sz="3200" dirty="0" err="1"/>
              <a:t>is_heap_except_up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PRES </a:t>
            </a:r>
            <a:r>
              <a:rPr lang="en-US" sz="3200" dirty="0" err="1"/>
              <a:t>is_heap_except_up</a:t>
            </a:r>
            <a:endParaRPr lang="en-US" sz="32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Assume holds for </a:t>
            </a:r>
            <a:r>
              <a:rPr lang="en-US" sz="2800" dirty="0" err="1"/>
              <a:t>i</a:t>
            </a:r>
            <a:endParaRPr lang="en-US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Show holds for </a:t>
            </a:r>
            <a:r>
              <a:rPr lang="en-US" sz="2800" dirty="0" err="1"/>
              <a:t>i</a:t>
            </a:r>
            <a:r>
              <a:rPr lang="en-US" sz="2800" dirty="0"/>
              <a:t>’</a:t>
            </a:r>
          </a:p>
          <a:p>
            <a:endParaRPr lang="en-US" sz="3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327451-A276-4D31-A965-CB9CF9A3B707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744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6C9990-0148-4D9B-AE1D-9FED90412D4D}"/>
              </a:ext>
            </a:extLst>
          </p:cNvPr>
          <p:cNvSpPr/>
          <p:nvPr/>
        </p:nvSpPr>
        <p:spPr>
          <a:xfrm>
            <a:off x="2196954" y="20507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C6D76F-023D-4623-BFBD-7F117C6485C0}"/>
              </a:ext>
            </a:extLst>
          </p:cNvPr>
          <p:cNvSpPr/>
          <p:nvPr/>
        </p:nvSpPr>
        <p:spPr>
          <a:xfrm>
            <a:off x="2587231" y="109698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EF3369-8B21-44BA-A6A1-B5B6EDF56DAA}"/>
              </a:ext>
            </a:extLst>
          </p:cNvPr>
          <p:cNvSpPr/>
          <p:nvPr/>
        </p:nvSpPr>
        <p:spPr>
          <a:xfrm>
            <a:off x="1601380" y="292395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3185B4-83E1-45D7-86BB-8204CCE14DCC}"/>
              </a:ext>
            </a:extLst>
          </p:cNvPr>
          <p:cNvSpPr/>
          <p:nvPr/>
        </p:nvSpPr>
        <p:spPr>
          <a:xfrm>
            <a:off x="2444813" y="293184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8282ED-BE18-4250-A9C8-8A8B8FEEE4E7}"/>
              </a:ext>
            </a:extLst>
          </p:cNvPr>
          <p:cNvSpPr/>
          <p:nvPr/>
        </p:nvSpPr>
        <p:spPr>
          <a:xfrm>
            <a:off x="2043949" y="1979092"/>
            <a:ext cx="503861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0B9A8E-718C-4474-9672-7BF92F0AF441}"/>
              </a:ext>
            </a:extLst>
          </p:cNvPr>
          <p:cNvSpPr/>
          <p:nvPr/>
        </p:nvSpPr>
        <p:spPr>
          <a:xfrm>
            <a:off x="3139313" y="1979092"/>
            <a:ext cx="503861" cy="49716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1E11C1-E504-4A6F-B762-293E19D68ED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2444618" y="702231"/>
            <a:ext cx="390277" cy="39474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972780-D63B-4A54-B731-635C85B11736}"/>
              </a:ext>
            </a:extLst>
          </p:cNvPr>
          <p:cNvCxnSpPr>
            <a:cxnSpLocks/>
            <a:stCxn id="9" idx="5"/>
            <a:endCxn id="8" idx="0"/>
          </p:cNvCxnSpPr>
          <p:nvPr/>
        </p:nvCxnSpPr>
        <p:spPr>
          <a:xfrm>
            <a:off x="2474021" y="2403445"/>
            <a:ext cx="218456" cy="528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86E249-DF25-48EF-9667-0F73A4B58CA4}"/>
              </a:ext>
            </a:extLst>
          </p:cNvPr>
          <p:cNvCxnSpPr>
            <a:cxnSpLocks/>
            <a:stCxn id="9" idx="3"/>
            <a:endCxn id="7" idx="0"/>
          </p:cNvCxnSpPr>
          <p:nvPr/>
        </p:nvCxnSpPr>
        <p:spPr>
          <a:xfrm flipH="1">
            <a:off x="1849044" y="2403445"/>
            <a:ext cx="268694" cy="52050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C9B094-4D7D-4CA1-A76E-719006FB78BA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2295880" y="1521333"/>
            <a:ext cx="363890" cy="457759"/>
          </a:xfrm>
          <a:prstGeom prst="straightConnector1">
            <a:avLst/>
          </a:prstGeom>
          <a:ln w="3810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01992A-1B02-4E2C-A996-EFF9ACE820AD}"/>
              </a:ext>
            </a:extLst>
          </p:cNvPr>
          <p:cNvCxnSpPr>
            <a:cxnSpLocks/>
            <a:stCxn id="6" idx="5"/>
            <a:endCxn id="10" idx="0"/>
          </p:cNvCxnSpPr>
          <p:nvPr/>
        </p:nvCxnSpPr>
        <p:spPr>
          <a:xfrm>
            <a:off x="3010019" y="1521333"/>
            <a:ext cx="381225" cy="457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01467913-5915-45F8-BE3C-9FEBC3FD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81" y="191988"/>
            <a:ext cx="1532892" cy="627812"/>
          </a:xfrm>
        </p:spPr>
        <p:txBody>
          <a:bodyPr/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Before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Swap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ED8F9B9-B77B-437B-B97D-CD3A4D5785CB}"/>
              </a:ext>
            </a:extLst>
          </p:cNvPr>
          <p:cNvSpPr/>
          <p:nvPr/>
        </p:nvSpPr>
        <p:spPr>
          <a:xfrm>
            <a:off x="7654010" y="20507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023D584-0B85-4903-89EF-769B6ECD2049}"/>
              </a:ext>
            </a:extLst>
          </p:cNvPr>
          <p:cNvSpPr/>
          <p:nvPr/>
        </p:nvSpPr>
        <p:spPr>
          <a:xfrm>
            <a:off x="8044287" y="109698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DFC0AEF-488F-4840-B9B6-92340887FAAF}"/>
              </a:ext>
            </a:extLst>
          </p:cNvPr>
          <p:cNvSpPr/>
          <p:nvPr/>
        </p:nvSpPr>
        <p:spPr>
          <a:xfrm>
            <a:off x="7058436" y="292395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092D130-DF85-4D2E-B2C0-D846D71DBA28}"/>
              </a:ext>
            </a:extLst>
          </p:cNvPr>
          <p:cNvSpPr/>
          <p:nvPr/>
        </p:nvSpPr>
        <p:spPr>
          <a:xfrm>
            <a:off x="7901869" y="293184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DDC2DC-9D20-429C-BE1E-D0D3B9AEBEAE}"/>
              </a:ext>
            </a:extLst>
          </p:cNvPr>
          <p:cNvSpPr/>
          <p:nvPr/>
        </p:nvSpPr>
        <p:spPr>
          <a:xfrm>
            <a:off x="7501005" y="1979092"/>
            <a:ext cx="503861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54043C-D964-40F3-A243-A7DEBD906343}"/>
              </a:ext>
            </a:extLst>
          </p:cNvPr>
          <p:cNvSpPr/>
          <p:nvPr/>
        </p:nvSpPr>
        <p:spPr>
          <a:xfrm>
            <a:off x="8596369" y="1979092"/>
            <a:ext cx="503861" cy="49716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6326774-E45F-437B-904A-38A5DB755318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>
            <a:off x="7901674" y="702231"/>
            <a:ext cx="390277" cy="39474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07585F8-60FE-40B5-9945-3A9D1B794D3F}"/>
              </a:ext>
            </a:extLst>
          </p:cNvPr>
          <p:cNvCxnSpPr>
            <a:cxnSpLocks/>
            <a:stCxn id="45" idx="5"/>
            <a:endCxn id="44" idx="0"/>
          </p:cNvCxnSpPr>
          <p:nvPr/>
        </p:nvCxnSpPr>
        <p:spPr>
          <a:xfrm>
            <a:off x="7931077" y="2403445"/>
            <a:ext cx="218456" cy="528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DC6867-E613-4281-A0E5-6BCB29B0AAC5}"/>
              </a:ext>
            </a:extLst>
          </p:cNvPr>
          <p:cNvCxnSpPr>
            <a:cxnSpLocks/>
            <a:stCxn id="45" idx="3"/>
            <a:endCxn id="43" idx="0"/>
          </p:cNvCxnSpPr>
          <p:nvPr/>
        </p:nvCxnSpPr>
        <p:spPr>
          <a:xfrm flipH="1">
            <a:off x="7306100" y="2403445"/>
            <a:ext cx="268694" cy="52050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0986557-B189-4A62-A282-8AB4557E989F}"/>
              </a:ext>
            </a:extLst>
          </p:cNvPr>
          <p:cNvCxnSpPr>
            <a:cxnSpLocks/>
            <a:stCxn id="42" idx="3"/>
            <a:endCxn id="45" idx="0"/>
          </p:cNvCxnSpPr>
          <p:nvPr/>
        </p:nvCxnSpPr>
        <p:spPr>
          <a:xfrm flipH="1">
            <a:off x="7752936" y="1521333"/>
            <a:ext cx="363890" cy="457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6E61DF3-5F85-4D44-BFF1-FD592A0BC9DB}"/>
              </a:ext>
            </a:extLst>
          </p:cNvPr>
          <p:cNvCxnSpPr>
            <a:cxnSpLocks/>
            <a:stCxn id="42" idx="5"/>
            <a:endCxn id="46" idx="0"/>
          </p:cNvCxnSpPr>
          <p:nvPr/>
        </p:nvCxnSpPr>
        <p:spPr>
          <a:xfrm>
            <a:off x="8467075" y="1521333"/>
            <a:ext cx="381225" cy="457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1">
            <a:extLst>
              <a:ext uri="{FF2B5EF4-FFF2-40B4-BE49-F238E27FC236}">
                <a16:creationId xmlns:a16="http://schemas.microsoft.com/office/drawing/2014/main" id="{D703CE12-F02C-43DD-9A70-2FFD6854330C}"/>
              </a:ext>
            </a:extLst>
          </p:cNvPr>
          <p:cNvSpPr txBox="1">
            <a:spLocks/>
          </p:cNvSpPr>
          <p:nvPr/>
        </p:nvSpPr>
        <p:spPr>
          <a:xfrm>
            <a:off x="5646137" y="191988"/>
            <a:ext cx="1142616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After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Swap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E0029378-42E9-4614-BDC5-63F69EE7EC34}"/>
              </a:ext>
            </a:extLst>
          </p:cNvPr>
          <p:cNvSpPr txBox="1">
            <a:spLocks/>
          </p:cNvSpPr>
          <p:nvPr/>
        </p:nvSpPr>
        <p:spPr>
          <a:xfrm>
            <a:off x="185833" y="3702482"/>
            <a:ext cx="3131307" cy="7615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 &lt;= b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 b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c1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c2</a:t>
            </a:r>
          </a:p>
          <a:p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6C3527D9-B59C-44DE-967D-0289EF817190}"/>
              </a:ext>
            </a:extLst>
          </p:cNvPr>
          <p:cNvSpPr txBox="1">
            <a:spLocks/>
          </p:cNvSpPr>
          <p:nvPr/>
        </p:nvSpPr>
        <p:spPr>
          <a:xfrm>
            <a:off x="5807594" y="3702482"/>
            <a:ext cx="3131307" cy="7615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 &lt;= x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b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c1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c2</a:t>
            </a:r>
          </a:p>
          <a:p>
            <a:pPr marL="514350" indent="-514350">
              <a:buFont typeface="+mj-lt"/>
              <a:buAutoNum type="alphaUcPeriod"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776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6908D-7855-4C01-857D-EB7E91988023}"/>
              </a:ext>
            </a:extLst>
          </p:cNvPr>
          <p:cNvSpPr txBox="1">
            <a:spLocks/>
          </p:cNvSpPr>
          <p:nvPr/>
        </p:nvSpPr>
        <p:spPr>
          <a:xfrm>
            <a:off x="139727" y="119848"/>
            <a:ext cx="7605779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pq_add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(heap* 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//@requires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pq_full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//@ensures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 &amp;&amp; !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pq_empty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H-&gt;data[H-&gt;next]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H-&gt;next++;</a:t>
            </a:r>
          </a:p>
          <a:p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is_heap_safe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i = H-&gt;next – 1;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&lt;=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H-&gt;next;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//@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is_heap_except_up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loop_invariant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grandparent_check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parent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ok_above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parent,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swap_up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= parent;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CD5020-BD95-4D91-B2F0-4FC03526B1D3}"/>
              </a:ext>
            </a:extLst>
          </p:cNvPr>
          <p:cNvSpPr txBox="1">
            <a:spLocks/>
          </p:cNvSpPr>
          <p:nvPr/>
        </p:nvSpPr>
        <p:spPr>
          <a:xfrm>
            <a:off x="6281271" y="523260"/>
            <a:ext cx="5635092" cy="66183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C95D8-EFC0-4FD9-97A6-02A1A9D0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012" y="174390"/>
            <a:ext cx="3368461" cy="6278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CORRECTNESS!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CFF4699-54D8-4D72-BF03-1C6E33941998}"/>
              </a:ext>
            </a:extLst>
          </p:cNvPr>
          <p:cNvSpPr txBox="1">
            <a:spLocks/>
          </p:cNvSpPr>
          <p:nvPr/>
        </p:nvSpPr>
        <p:spPr>
          <a:xfrm>
            <a:off x="7335619" y="891707"/>
            <a:ext cx="5119346" cy="4146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(in loop)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EXIT (final return)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TERMINATE</a:t>
            </a:r>
          </a:p>
          <a:p>
            <a:r>
              <a:rPr lang="en-US" sz="3200" dirty="0"/>
              <a:t>Valid loop invariants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INIT </a:t>
            </a:r>
            <a:r>
              <a:rPr lang="en-US" sz="3200" dirty="0" err="1"/>
              <a:t>is_heap_except_up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PRES </a:t>
            </a:r>
            <a:r>
              <a:rPr lang="en-US" sz="3200" dirty="0" err="1"/>
              <a:t>is_heap_except_up</a:t>
            </a:r>
            <a:endParaRPr lang="en-US" sz="32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Assume holds for </a:t>
            </a:r>
            <a:r>
              <a:rPr lang="en-US" sz="2800" dirty="0" err="1"/>
              <a:t>i</a:t>
            </a:r>
            <a:endParaRPr lang="en-US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Show holds for </a:t>
            </a:r>
            <a:r>
              <a:rPr lang="en-US" sz="2800" dirty="0" err="1"/>
              <a:t>i</a:t>
            </a:r>
            <a:r>
              <a:rPr lang="en-US" sz="2800" dirty="0"/>
              <a:t>’</a:t>
            </a:r>
          </a:p>
          <a:p>
            <a:endParaRPr lang="en-US" sz="3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327451-A276-4D31-A965-CB9CF9A3B707}"/>
              </a:ext>
            </a:extLst>
          </p:cNvPr>
          <p:cNvCxnSpPr>
            <a:cxnSpLocks/>
          </p:cNvCxnSpPr>
          <p:nvPr/>
        </p:nvCxnSpPr>
        <p:spPr>
          <a:xfrm>
            <a:off x="1892739" y="1298899"/>
            <a:ext cx="149138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90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6C9990-0148-4D9B-AE1D-9FED90412D4D}"/>
              </a:ext>
            </a:extLst>
          </p:cNvPr>
          <p:cNvSpPr/>
          <p:nvPr/>
        </p:nvSpPr>
        <p:spPr>
          <a:xfrm>
            <a:off x="2196954" y="20507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C6D76F-023D-4623-BFBD-7F117C6485C0}"/>
              </a:ext>
            </a:extLst>
          </p:cNvPr>
          <p:cNvSpPr/>
          <p:nvPr/>
        </p:nvSpPr>
        <p:spPr>
          <a:xfrm>
            <a:off x="2587231" y="109698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EF3369-8B21-44BA-A6A1-B5B6EDF56DAA}"/>
              </a:ext>
            </a:extLst>
          </p:cNvPr>
          <p:cNvSpPr/>
          <p:nvPr/>
        </p:nvSpPr>
        <p:spPr>
          <a:xfrm>
            <a:off x="1601380" y="292395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3185B4-83E1-45D7-86BB-8204CCE14DCC}"/>
              </a:ext>
            </a:extLst>
          </p:cNvPr>
          <p:cNvSpPr/>
          <p:nvPr/>
        </p:nvSpPr>
        <p:spPr>
          <a:xfrm>
            <a:off x="2444813" y="293184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8282ED-BE18-4250-A9C8-8A8B8FEEE4E7}"/>
              </a:ext>
            </a:extLst>
          </p:cNvPr>
          <p:cNvSpPr/>
          <p:nvPr/>
        </p:nvSpPr>
        <p:spPr>
          <a:xfrm>
            <a:off x="2043949" y="1979092"/>
            <a:ext cx="503861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0B9A8E-718C-4474-9672-7BF92F0AF441}"/>
              </a:ext>
            </a:extLst>
          </p:cNvPr>
          <p:cNvSpPr/>
          <p:nvPr/>
        </p:nvSpPr>
        <p:spPr>
          <a:xfrm>
            <a:off x="3139313" y="1979092"/>
            <a:ext cx="503861" cy="49716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1E11C1-E504-4A6F-B762-293E19D68ED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2444618" y="702231"/>
            <a:ext cx="390277" cy="39474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972780-D63B-4A54-B731-635C85B11736}"/>
              </a:ext>
            </a:extLst>
          </p:cNvPr>
          <p:cNvCxnSpPr>
            <a:cxnSpLocks/>
            <a:stCxn id="9" idx="5"/>
            <a:endCxn id="8" idx="0"/>
          </p:cNvCxnSpPr>
          <p:nvPr/>
        </p:nvCxnSpPr>
        <p:spPr>
          <a:xfrm>
            <a:off x="2474021" y="2403445"/>
            <a:ext cx="218456" cy="528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86E249-DF25-48EF-9667-0F73A4B58CA4}"/>
              </a:ext>
            </a:extLst>
          </p:cNvPr>
          <p:cNvCxnSpPr>
            <a:cxnSpLocks/>
            <a:stCxn id="9" idx="3"/>
            <a:endCxn id="7" idx="0"/>
          </p:cNvCxnSpPr>
          <p:nvPr/>
        </p:nvCxnSpPr>
        <p:spPr>
          <a:xfrm flipH="1">
            <a:off x="1849044" y="2403445"/>
            <a:ext cx="268694" cy="52050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C9B094-4D7D-4CA1-A76E-719006FB78BA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2295880" y="1521333"/>
            <a:ext cx="363890" cy="457759"/>
          </a:xfrm>
          <a:prstGeom prst="straightConnector1">
            <a:avLst/>
          </a:prstGeom>
          <a:ln w="38100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01992A-1B02-4E2C-A996-EFF9ACE820AD}"/>
              </a:ext>
            </a:extLst>
          </p:cNvPr>
          <p:cNvCxnSpPr>
            <a:cxnSpLocks/>
            <a:stCxn id="6" idx="5"/>
            <a:endCxn id="10" idx="0"/>
          </p:cNvCxnSpPr>
          <p:nvPr/>
        </p:nvCxnSpPr>
        <p:spPr>
          <a:xfrm>
            <a:off x="3010019" y="1521333"/>
            <a:ext cx="381225" cy="457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01467913-5915-45F8-BE3C-9FEBC3FD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81" y="191988"/>
            <a:ext cx="1532892" cy="627812"/>
          </a:xfrm>
        </p:spPr>
        <p:txBody>
          <a:bodyPr/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Before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Swap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ED8F9B9-B77B-437B-B97D-CD3A4D5785CB}"/>
              </a:ext>
            </a:extLst>
          </p:cNvPr>
          <p:cNvSpPr/>
          <p:nvPr/>
        </p:nvSpPr>
        <p:spPr>
          <a:xfrm>
            <a:off x="7654010" y="20507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023D584-0B85-4903-89EF-769B6ECD2049}"/>
              </a:ext>
            </a:extLst>
          </p:cNvPr>
          <p:cNvSpPr/>
          <p:nvPr/>
        </p:nvSpPr>
        <p:spPr>
          <a:xfrm>
            <a:off x="8044287" y="109698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DFC0AEF-488F-4840-B9B6-92340887FAAF}"/>
              </a:ext>
            </a:extLst>
          </p:cNvPr>
          <p:cNvSpPr/>
          <p:nvPr/>
        </p:nvSpPr>
        <p:spPr>
          <a:xfrm>
            <a:off x="7058436" y="292395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092D130-DF85-4D2E-B2C0-D846D71DBA28}"/>
              </a:ext>
            </a:extLst>
          </p:cNvPr>
          <p:cNvSpPr/>
          <p:nvPr/>
        </p:nvSpPr>
        <p:spPr>
          <a:xfrm>
            <a:off x="7901869" y="2931840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DDC2DC-9D20-429C-BE1E-D0D3B9AEBEAE}"/>
              </a:ext>
            </a:extLst>
          </p:cNvPr>
          <p:cNvSpPr/>
          <p:nvPr/>
        </p:nvSpPr>
        <p:spPr>
          <a:xfrm>
            <a:off x="7501005" y="1979092"/>
            <a:ext cx="503861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54043C-D964-40F3-A243-A7DEBD906343}"/>
              </a:ext>
            </a:extLst>
          </p:cNvPr>
          <p:cNvSpPr/>
          <p:nvPr/>
        </p:nvSpPr>
        <p:spPr>
          <a:xfrm>
            <a:off x="8596369" y="1979092"/>
            <a:ext cx="503861" cy="49716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600" dirty="0">
                <a:solidFill>
                  <a:schemeClr val="accent1"/>
                </a:solidFill>
              </a:rPr>
              <a:t>c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6326774-E45F-437B-904A-38A5DB755318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>
            <a:off x="7901674" y="702231"/>
            <a:ext cx="390277" cy="39474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07585F8-60FE-40B5-9945-3A9D1B794D3F}"/>
              </a:ext>
            </a:extLst>
          </p:cNvPr>
          <p:cNvCxnSpPr>
            <a:cxnSpLocks/>
            <a:stCxn id="45" idx="5"/>
            <a:endCxn id="44" idx="0"/>
          </p:cNvCxnSpPr>
          <p:nvPr/>
        </p:nvCxnSpPr>
        <p:spPr>
          <a:xfrm>
            <a:off x="7931077" y="2403445"/>
            <a:ext cx="218456" cy="528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DC6867-E613-4281-A0E5-6BCB29B0AAC5}"/>
              </a:ext>
            </a:extLst>
          </p:cNvPr>
          <p:cNvCxnSpPr>
            <a:cxnSpLocks/>
            <a:stCxn id="45" idx="3"/>
            <a:endCxn id="43" idx="0"/>
          </p:cNvCxnSpPr>
          <p:nvPr/>
        </p:nvCxnSpPr>
        <p:spPr>
          <a:xfrm flipH="1">
            <a:off x="7306100" y="2403445"/>
            <a:ext cx="268694" cy="52050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0986557-B189-4A62-A282-8AB4557E989F}"/>
              </a:ext>
            </a:extLst>
          </p:cNvPr>
          <p:cNvCxnSpPr>
            <a:cxnSpLocks/>
            <a:stCxn id="42" idx="3"/>
            <a:endCxn id="45" idx="0"/>
          </p:cNvCxnSpPr>
          <p:nvPr/>
        </p:nvCxnSpPr>
        <p:spPr>
          <a:xfrm flipH="1">
            <a:off x="7752936" y="1521333"/>
            <a:ext cx="363890" cy="457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6E61DF3-5F85-4D44-BFF1-FD592A0BC9DB}"/>
              </a:ext>
            </a:extLst>
          </p:cNvPr>
          <p:cNvCxnSpPr>
            <a:cxnSpLocks/>
            <a:stCxn id="42" idx="5"/>
            <a:endCxn id="46" idx="0"/>
          </p:cNvCxnSpPr>
          <p:nvPr/>
        </p:nvCxnSpPr>
        <p:spPr>
          <a:xfrm>
            <a:off x="8467075" y="1521333"/>
            <a:ext cx="381225" cy="45775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1">
            <a:extLst>
              <a:ext uri="{FF2B5EF4-FFF2-40B4-BE49-F238E27FC236}">
                <a16:creationId xmlns:a16="http://schemas.microsoft.com/office/drawing/2014/main" id="{D703CE12-F02C-43DD-9A70-2FFD6854330C}"/>
              </a:ext>
            </a:extLst>
          </p:cNvPr>
          <p:cNvSpPr txBox="1">
            <a:spLocks/>
          </p:cNvSpPr>
          <p:nvPr/>
        </p:nvSpPr>
        <p:spPr>
          <a:xfrm>
            <a:off x="5646137" y="191988"/>
            <a:ext cx="1142616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After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Swap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E0029378-42E9-4614-BDC5-63F69EE7EC34}"/>
              </a:ext>
            </a:extLst>
          </p:cNvPr>
          <p:cNvSpPr txBox="1">
            <a:spLocks/>
          </p:cNvSpPr>
          <p:nvPr/>
        </p:nvSpPr>
        <p:spPr>
          <a:xfrm>
            <a:off x="185833" y="3702482"/>
            <a:ext cx="3131307" cy="7615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 &lt;= b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 b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c1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c2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c1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c2</a:t>
            </a:r>
          </a:p>
          <a:p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6C3527D9-B59C-44DE-967D-0289EF817190}"/>
              </a:ext>
            </a:extLst>
          </p:cNvPr>
          <p:cNvSpPr txBox="1">
            <a:spLocks/>
          </p:cNvSpPr>
          <p:nvPr/>
        </p:nvSpPr>
        <p:spPr>
          <a:xfrm>
            <a:off x="5807594" y="3702482"/>
            <a:ext cx="3131307" cy="7615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 &lt;= x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b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c1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 &lt;= c2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c1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x &lt;= c2</a:t>
            </a:r>
          </a:p>
          <a:p>
            <a:pPr marL="514350" indent="-514350">
              <a:buFont typeface="+mj-lt"/>
              <a:buAutoNum type="alphaUcPeriod"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8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5067</Words>
  <Application>Microsoft Office PowerPoint</Application>
  <PresentationFormat>Widescreen</PresentationFormat>
  <Paragraphs>1044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122 Heap Implementation</vt:lpstr>
      <vt:lpstr>Last time</vt:lpstr>
      <vt:lpstr>Priority queues</vt:lpstr>
      <vt:lpstr>Heaps</vt:lpstr>
      <vt:lpstr>Leverage specific structure of heap tree</vt:lpstr>
      <vt:lpstr>Heap implementation</vt:lpstr>
      <vt:lpstr>Bounded Priority queues</vt:lpstr>
      <vt:lpstr>Heap implementation</vt:lpstr>
      <vt:lpstr>Heap implementation</vt:lpstr>
      <vt:lpstr>Heap implementation</vt:lpstr>
      <vt:lpstr>Heap implementation</vt:lpstr>
      <vt:lpstr>Heap implementation</vt:lpstr>
      <vt:lpstr>Heap implementation</vt:lpstr>
      <vt:lpstr>Heap implementation</vt:lpstr>
      <vt:lpstr>Heap implementation</vt:lpstr>
      <vt:lpstr>Heap implementation</vt:lpstr>
      <vt:lpstr>(Bounded) Priority Queues</vt:lpstr>
      <vt:lpstr>Heaps</vt:lpstr>
      <vt:lpstr>Heaps</vt:lpstr>
      <vt:lpstr>Heaps</vt:lpstr>
      <vt:lpstr>Heaps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Card Question</vt:lpstr>
      <vt:lpstr>Card Question</vt:lpstr>
      <vt:lpstr>SAFETY!</vt:lpstr>
      <vt:lpstr>SAFETY!</vt:lpstr>
      <vt:lpstr>SAFETY!</vt:lpstr>
      <vt:lpstr>SAFETY!</vt:lpstr>
      <vt:lpstr>SAFETY!</vt:lpstr>
      <vt:lpstr>SAFETY!</vt:lpstr>
      <vt:lpstr>SAFETY!</vt:lpstr>
      <vt:lpstr>Safety, hooray!</vt:lpstr>
      <vt:lpstr>CORRECTNESS!</vt:lpstr>
      <vt:lpstr>CORRECTNESS!</vt:lpstr>
      <vt:lpstr>CORRECTNESS!</vt:lpstr>
      <vt:lpstr>CORRECTNESS!</vt:lpstr>
      <vt:lpstr>Ordered</vt:lpstr>
      <vt:lpstr>Ordered, except one specific child</vt:lpstr>
      <vt:lpstr>CORRECTNESS!</vt:lpstr>
      <vt:lpstr>CORRECTNESS!</vt:lpstr>
      <vt:lpstr>CORRECTNESS!</vt:lpstr>
      <vt:lpstr>CORRECTNESS!</vt:lpstr>
      <vt:lpstr>CORRECTNESS!</vt:lpstr>
      <vt:lpstr>CORRECTNESS!</vt:lpstr>
      <vt:lpstr>CORRECTNESS!</vt:lpstr>
      <vt:lpstr>Before Swap</vt:lpstr>
      <vt:lpstr>CORRECTNESS!</vt:lpstr>
      <vt:lpstr>Before Swap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122 Hash Tables</dc:title>
  <dc:creator>Pat Virtue</dc:creator>
  <cp:lastModifiedBy>Pat Virtue</cp:lastModifiedBy>
  <cp:revision>280</cp:revision>
  <dcterms:created xsi:type="dcterms:W3CDTF">2018-10-11T11:39:27Z</dcterms:created>
  <dcterms:modified xsi:type="dcterms:W3CDTF">2018-11-02T02:02:44Z</dcterms:modified>
</cp:coreProperties>
</file>