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8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Objects="1">
      <p:cViewPr varScale="1">
        <p:scale>
          <a:sx n="88" d="100"/>
          <a:sy n="88" d="100"/>
        </p:scale>
        <p:origin x="-306" y="3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A8F51-48B2-4A54-B8F7-B67A2836F7A7}" type="datetimeFigureOut">
              <a:rPr lang="en-US" smtClean="0"/>
              <a:pPr/>
              <a:t>7/20/2016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202015-F8A1-408C-BD74-83FEB1D7336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7/20/2016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7/20/2016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905125"/>
            <a:ext cx="7772400" cy="1362075"/>
          </a:xfrm>
        </p:spPr>
        <p:txBody>
          <a:bodyPr anchor="t">
            <a:noAutofit/>
          </a:bodyPr>
          <a:lstStyle>
            <a:lvl1pPr algn="ctr">
              <a:defRPr sz="4800" b="1" cap="none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2672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7/20/2016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7/20/2016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7/20/2016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7/20/2016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7/20/2016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7/20/2016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7/20/2016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7/20/2016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7/20/2016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BE773-AFD6-1F41-B544-3BE70B961224}" type="datetimeFigureOut">
              <a:rPr lang="en-US" smtClean="0"/>
              <a:pPr/>
              <a:t>7/20/2016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Pictures for this Lecture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US" b="1" dirty="0" smtClean="0">
                <a:solidFill>
                  <a:schemeClr val="tx1"/>
                </a:solidFill>
              </a:rPr>
              <a:t>To save a picture (1 per slide):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picture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right-click ‘</a:t>
            </a:r>
            <a:r>
              <a:rPr lang="en-US" i="1" dirty="0" smtClean="0">
                <a:solidFill>
                  <a:schemeClr val="tx1"/>
                </a:solidFill>
              </a:rPr>
              <a:t>Save as Picture …</a:t>
            </a:r>
            <a:r>
              <a:rPr lang="en-US" dirty="0" smtClean="0">
                <a:solidFill>
                  <a:schemeClr val="tx1"/>
                </a:solidFill>
              </a:rPr>
              <a:t>’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PNG format and use the slide title as the file name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types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700555530"/>
              </p:ext>
            </p:extLst>
          </p:nvPr>
        </p:nvGraphicFramePr>
        <p:xfrm>
          <a:off x="4026448" y="4499789"/>
          <a:ext cx="243840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“hi”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“je”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ty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“lo”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421231902"/>
              </p:ext>
            </p:extLst>
          </p:nvPr>
        </p:nvGraphicFramePr>
        <p:xfrm>
          <a:off x="4026448" y="4128949"/>
          <a:ext cx="24384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64848" y="4128949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990926432"/>
              </p:ext>
            </p:extLst>
          </p:nvPr>
        </p:nvGraphicFramePr>
        <p:xfrm>
          <a:off x="2704479" y="4274543"/>
          <a:ext cx="609600" cy="22250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‘\n’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 smtClean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 smtClean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 smtClean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 smtClean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287904486"/>
              </p:ext>
            </p:extLst>
          </p:nvPr>
        </p:nvGraphicFramePr>
        <p:xfrm>
          <a:off x="76200" y="4241527"/>
          <a:ext cx="2591612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1612"/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char</a:t>
                      </a:r>
                      <a:r>
                        <a:rPr lang="en-US" baseline="0" dirty="0" smtClean="0"/>
                        <a:t> c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err="1" smtClean="0"/>
                        <a:t>int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i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string[]</a:t>
                      </a:r>
                      <a:r>
                        <a:rPr lang="en-US" baseline="0" dirty="0" smtClean="0"/>
                        <a:t> A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err="1" smtClean="0"/>
                        <a:t>struct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img_header</a:t>
                      </a:r>
                      <a:r>
                        <a:rPr lang="en-US" dirty="0" smtClean="0"/>
                        <a:t>* IMG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err="1" smtClean="0"/>
                        <a:t>int</a:t>
                      </a:r>
                      <a:r>
                        <a:rPr lang="en-US" dirty="0" smtClean="0"/>
                        <a:t>* ptr1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err="1" smtClean="0"/>
                        <a:t>int</a:t>
                      </a:r>
                      <a:r>
                        <a:rPr lang="en-US" dirty="0" smtClean="0"/>
                        <a:t>* ptr2</a:t>
                      </a: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0" name="Straight Arrow Connector 9"/>
          <p:cNvCxnSpPr>
            <a:endCxn id="4" idx="1"/>
          </p:cNvCxnSpPr>
          <p:nvPr/>
        </p:nvCxnSpPr>
        <p:spPr>
          <a:xfrm flipV="1">
            <a:off x="3021722" y="4685209"/>
            <a:ext cx="1004726" cy="499128"/>
          </a:xfrm>
          <a:prstGeom prst="bentConnector3">
            <a:avLst>
              <a:gd name="adj1" fmla="val 50000"/>
            </a:avLst>
          </a:prstGeom>
          <a:ln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9"/>
          <p:cNvCxnSpPr/>
          <p:nvPr/>
        </p:nvCxnSpPr>
        <p:spPr>
          <a:xfrm flipV="1">
            <a:off x="3021722" y="5951583"/>
            <a:ext cx="886660" cy="1"/>
          </a:xfrm>
          <a:prstGeom prst="straightConnector1">
            <a:avLst/>
          </a:prstGeom>
          <a:ln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Table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10365850"/>
              </p:ext>
            </p:extLst>
          </p:nvPr>
        </p:nvGraphicFramePr>
        <p:xfrm>
          <a:off x="3908382" y="5766164"/>
          <a:ext cx="60960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9" name="Straight Arrow Connector 9"/>
          <p:cNvCxnSpPr>
            <a:endCxn id="55" idx="1"/>
          </p:cNvCxnSpPr>
          <p:nvPr/>
        </p:nvCxnSpPr>
        <p:spPr>
          <a:xfrm flipV="1">
            <a:off x="3021722" y="5423412"/>
            <a:ext cx="1426025" cy="151706"/>
          </a:xfrm>
          <a:prstGeom prst="bentConnector3">
            <a:avLst>
              <a:gd name="adj1" fmla="val 50000"/>
            </a:avLst>
          </a:prstGeom>
          <a:ln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5" name="Table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044065086"/>
              </p:ext>
            </p:extLst>
          </p:nvPr>
        </p:nvGraphicFramePr>
        <p:xfrm>
          <a:off x="4447747" y="5237992"/>
          <a:ext cx="243840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12800"/>
                <a:gridCol w="812800"/>
                <a:gridCol w="812800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6" name="Table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715545977"/>
              </p:ext>
            </p:extLst>
          </p:nvPr>
        </p:nvGraphicFramePr>
        <p:xfrm>
          <a:off x="4447747" y="4867152"/>
          <a:ext cx="24384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2800"/>
                <a:gridCol w="812800"/>
                <a:gridCol w="812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width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height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59" name="Straight Arrow Connector 9"/>
          <p:cNvCxnSpPr/>
          <p:nvPr/>
        </p:nvCxnSpPr>
        <p:spPr>
          <a:xfrm rot="16200000" flipH="1">
            <a:off x="4494391" y="5766457"/>
            <a:ext cx="1094302" cy="408211"/>
          </a:xfrm>
          <a:prstGeom prst="bentConnector2">
            <a:avLst/>
          </a:prstGeom>
          <a:ln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3" name="Table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952050667"/>
              </p:ext>
            </p:extLst>
          </p:nvPr>
        </p:nvGraphicFramePr>
        <p:xfrm>
          <a:off x="5245648" y="6410960"/>
          <a:ext cx="2600382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00191"/>
                <a:gridCol w="130019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0xFF00FF00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0xFFFF0000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4" name="Table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305080800"/>
              </p:ext>
            </p:extLst>
          </p:nvPr>
        </p:nvGraphicFramePr>
        <p:xfrm>
          <a:off x="5245650" y="6040120"/>
          <a:ext cx="260038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0190"/>
                <a:gridCol w="130019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5" name="TextBox 64"/>
          <p:cNvSpPr txBox="1"/>
          <p:nvPr/>
        </p:nvSpPr>
        <p:spPr>
          <a:xfrm>
            <a:off x="7832360" y="6040120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cxnSp>
        <p:nvCxnSpPr>
          <p:cNvPr id="75" name="Straight Arrow Connector 9"/>
          <p:cNvCxnSpPr/>
          <p:nvPr/>
        </p:nvCxnSpPr>
        <p:spPr>
          <a:xfrm flipV="1">
            <a:off x="3021722" y="6295029"/>
            <a:ext cx="428621" cy="2"/>
          </a:xfrm>
          <a:prstGeom prst="straightConnector1">
            <a:avLst/>
          </a:prstGeom>
          <a:ln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3450343" y="6209262"/>
            <a:ext cx="0" cy="1715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3555312" y="6247346"/>
            <a:ext cx="0" cy="857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3502392" y="6228303"/>
            <a:ext cx="0" cy="1334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84099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700555530"/>
              </p:ext>
            </p:extLst>
          </p:nvPr>
        </p:nvGraphicFramePr>
        <p:xfrm>
          <a:off x="4026448" y="5894526"/>
          <a:ext cx="243840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“hi”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“je”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ty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“lo”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421231902"/>
              </p:ext>
            </p:extLst>
          </p:nvPr>
        </p:nvGraphicFramePr>
        <p:xfrm>
          <a:off x="4026448" y="5523686"/>
          <a:ext cx="24384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64848" y="5523686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674460559"/>
              </p:ext>
            </p:extLst>
          </p:nvPr>
        </p:nvGraphicFramePr>
        <p:xfrm>
          <a:off x="2704479" y="5669280"/>
          <a:ext cx="609600" cy="1112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‘\n’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 smtClean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936929494"/>
              </p:ext>
            </p:extLst>
          </p:nvPr>
        </p:nvGraphicFramePr>
        <p:xfrm>
          <a:off x="76200" y="5636264"/>
          <a:ext cx="2591612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1612"/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char</a:t>
                      </a:r>
                      <a:r>
                        <a:rPr lang="en-US" baseline="0" dirty="0" smtClean="0"/>
                        <a:t> c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err="1" smtClean="0"/>
                        <a:t>int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i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string[]</a:t>
                      </a:r>
                      <a:r>
                        <a:rPr lang="en-US" baseline="0" dirty="0" smtClean="0"/>
                        <a:t> A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0" name="Straight Arrow Connector 9"/>
          <p:cNvCxnSpPr>
            <a:endCxn id="4" idx="1"/>
          </p:cNvCxnSpPr>
          <p:nvPr/>
        </p:nvCxnSpPr>
        <p:spPr>
          <a:xfrm flipV="1">
            <a:off x="3021722" y="6079946"/>
            <a:ext cx="1004726" cy="499128"/>
          </a:xfrm>
          <a:prstGeom prst="bentConnector3">
            <a:avLst>
              <a:gd name="adj1" fmla="val 50000"/>
            </a:avLst>
          </a:prstGeom>
          <a:ln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84099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700555530"/>
              </p:ext>
            </p:extLst>
          </p:nvPr>
        </p:nvGraphicFramePr>
        <p:xfrm>
          <a:off x="4026448" y="4499789"/>
          <a:ext cx="243840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“hi”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“je”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ty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“lo”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421231902"/>
              </p:ext>
            </p:extLst>
          </p:nvPr>
        </p:nvGraphicFramePr>
        <p:xfrm>
          <a:off x="4026448" y="4128949"/>
          <a:ext cx="24384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64848" y="4128949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930505481"/>
              </p:ext>
            </p:extLst>
          </p:nvPr>
        </p:nvGraphicFramePr>
        <p:xfrm>
          <a:off x="2704479" y="4274543"/>
          <a:ext cx="609600" cy="14833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‘\n’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 smtClean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 smtClean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227135811"/>
              </p:ext>
            </p:extLst>
          </p:nvPr>
        </p:nvGraphicFramePr>
        <p:xfrm>
          <a:off x="76200" y="4241527"/>
          <a:ext cx="2591612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1612"/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char</a:t>
                      </a:r>
                      <a:r>
                        <a:rPr lang="en-US" baseline="0" dirty="0" smtClean="0"/>
                        <a:t> c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err="1" smtClean="0"/>
                        <a:t>int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i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string[]</a:t>
                      </a:r>
                      <a:r>
                        <a:rPr lang="en-US" baseline="0" dirty="0" smtClean="0"/>
                        <a:t> A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err="1" smtClean="0"/>
                        <a:t>struct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img_header</a:t>
                      </a:r>
                      <a:r>
                        <a:rPr lang="en-US" dirty="0" smtClean="0"/>
                        <a:t>* IMG</a:t>
                      </a: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0" name="Straight Arrow Connector 9"/>
          <p:cNvCxnSpPr>
            <a:endCxn id="4" idx="1"/>
          </p:cNvCxnSpPr>
          <p:nvPr/>
        </p:nvCxnSpPr>
        <p:spPr>
          <a:xfrm flipV="1">
            <a:off x="3021722" y="4685209"/>
            <a:ext cx="1004726" cy="499128"/>
          </a:xfrm>
          <a:prstGeom prst="bentConnector3">
            <a:avLst>
              <a:gd name="adj1" fmla="val 50000"/>
            </a:avLst>
          </a:prstGeom>
          <a:ln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9"/>
          <p:cNvCxnSpPr>
            <a:endCxn id="55" idx="1"/>
          </p:cNvCxnSpPr>
          <p:nvPr/>
        </p:nvCxnSpPr>
        <p:spPr>
          <a:xfrm flipV="1">
            <a:off x="3021722" y="5423412"/>
            <a:ext cx="1426025" cy="151706"/>
          </a:xfrm>
          <a:prstGeom prst="bentConnector3">
            <a:avLst>
              <a:gd name="adj1" fmla="val 50000"/>
            </a:avLst>
          </a:prstGeom>
          <a:ln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5" name="Table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044065086"/>
              </p:ext>
            </p:extLst>
          </p:nvPr>
        </p:nvGraphicFramePr>
        <p:xfrm>
          <a:off x="4447747" y="5237992"/>
          <a:ext cx="243840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12800"/>
                <a:gridCol w="812800"/>
                <a:gridCol w="812800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6" name="Table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715545977"/>
              </p:ext>
            </p:extLst>
          </p:nvPr>
        </p:nvGraphicFramePr>
        <p:xfrm>
          <a:off x="4447747" y="4867152"/>
          <a:ext cx="24384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2800"/>
                <a:gridCol w="812800"/>
                <a:gridCol w="812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width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height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59" name="Straight Arrow Connector 9"/>
          <p:cNvCxnSpPr/>
          <p:nvPr/>
        </p:nvCxnSpPr>
        <p:spPr>
          <a:xfrm rot="16200000" flipH="1">
            <a:off x="4494391" y="5766457"/>
            <a:ext cx="1094302" cy="408211"/>
          </a:xfrm>
          <a:prstGeom prst="bentConnector2">
            <a:avLst/>
          </a:prstGeom>
          <a:ln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3" name="Table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952050667"/>
              </p:ext>
            </p:extLst>
          </p:nvPr>
        </p:nvGraphicFramePr>
        <p:xfrm>
          <a:off x="5245648" y="6410960"/>
          <a:ext cx="2600382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00191"/>
                <a:gridCol w="130019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0xFF00FF00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0xFFFF0000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4" name="Table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305080800"/>
              </p:ext>
            </p:extLst>
          </p:nvPr>
        </p:nvGraphicFramePr>
        <p:xfrm>
          <a:off x="5245650" y="6040120"/>
          <a:ext cx="260038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0190"/>
                <a:gridCol w="130019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5" name="TextBox 64"/>
          <p:cNvSpPr txBox="1"/>
          <p:nvPr/>
        </p:nvSpPr>
        <p:spPr>
          <a:xfrm>
            <a:off x="7832360" y="6040120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84099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700555530"/>
              </p:ext>
            </p:extLst>
          </p:nvPr>
        </p:nvGraphicFramePr>
        <p:xfrm>
          <a:off x="4026448" y="4499789"/>
          <a:ext cx="243840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“hi”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“je”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ty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“lo”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421231902"/>
              </p:ext>
            </p:extLst>
          </p:nvPr>
        </p:nvGraphicFramePr>
        <p:xfrm>
          <a:off x="4026448" y="4128949"/>
          <a:ext cx="24384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64848" y="4128949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990926432"/>
              </p:ext>
            </p:extLst>
          </p:nvPr>
        </p:nvGraphicFramePr>
        <p:xfrm>
          <a:off x="2704479" y="4274543"/>
          <a:ext cx="609600" cy="22250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‘\n’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 smtClean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 smtClean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 smtClean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 smtClean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287904486"/>
              </p:ext>
            </p:extLst>
          </p:nvPr>
        </p:nvGraphicFramePr>
        <p:xfrm>
          <a:off x="76200" y="4241527"/>
          <a:ext cx="2591612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1612"/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char</a:t>
                      </a:r>
                      <a:r>
                        <a:rPr lang="en-US" baseline="0" dirty="0" smtClean="0"/>
                        <a:t> c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err="1" smtClean="0"/>
                        <a:t>int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i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string[]</a:t>
                      </a:r>
                      <a:r>
                        <a:rPr lang="en-US" baseline="0" dirty="0" smtClean="0"/>
                        <a:t> A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err="1" smtClean="0"/>
                        <a:t>struct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img_header</a:t>
                      </a:r>
                      <a:r>
                        <a:rPr lang="en-US" dirty="0" smtClean="0"/>
                        <a:t>* IMG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err="1" smtClean="0"/>
                        <a:t>int</a:t>
                      </a:r>
                      <a:r>
                        <a:rPr lang="en-US" dirty="0" smtClean="0"/>
                        <a:t>* ptr1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err="1" smtClean="0"/>
                        <a:t>int</a:t>
                      </a:r>
                      <a:r>
                        <a:rPr lang="en-US" dirty="0" smtClean="0"/>
                        <a:t>* ptr2</a:t>
                      </a: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0" name="Straight Arrow Connector 9"/>
          <p:cNvCxnSpPr>
            <a:endCxn id="4" idx="1"/>
          </p:cNvCxnSpPr>
          <p:nvPr/>
        </p:nvCxnSpPr>
        <p:spPr>
          <a:xfrm flipV="1">
            <a:off x="3021722" y="4685209"/>
            <a:ext cx="1004726" cy="499128"/>
          </a:xfrm>
          <a:prstGeom prst="bentConnector3">
            <a:avLst>
              <a:gd name="adj1" fmla="val 50000"/>
            </a:avLst>
          </a:prstGeom>
          <a:ln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9"/>
          <p:cNvCxnSpPr/>
          <p:nvPr/>
        </p:nvCxnSpPr>
        <p:spPr>
          <a:xfrm flipV="1">
            <a:off x="3021722" y="5951583"/>
            <a:ext cx="886660" cy="1"/>
          </a:xfrm>
          <a:prstGeom prst="straightConnector1">
            <a:avLst/>
          </a:prstGeom>
          <a:ln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Table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10365850"/>
              </p:ext>
            </p:extLst>
          </p:nvPr>
        </p:nvGraphicFramePr>
        <p:xfrm>
          <a:off x="3908382" y="5766164"/>
          <a:ext cx="60960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9" name="Straight Arrow Connector 9"/>
          <p:cNvCxnSpPr>
            <a:endCxn id="55" idx="1"/>
          </p:cNvCxnSpPr>
          <p:nvPr/>
        </p:nvCxnSpPr>
        <p:spPr>
          <a:xfrm flipV="1">
            <a:off x="3021722" y="5423412"/>
            <a:ext cx="1426025" cy="151706"/>
          </a:xfrm>
          <a:prstGeom prst="bentConnector3">
            <a:avLst>
              <a:gd name="adj1" fmla="val 50000"/>
            </a:avLst>
          </a:prstGeom>
          <a:ln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5" name="Table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044065086"/>
              </p:ext>
            </p:extLst>
          </p:nvPr>
        </p:nvGraphicFramePr>
        <p:xfrm>
          <a:off x="4447747" y="5237992"/>
          <a:ext cx="243840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12800"/>
                <a:gridCol w="812800"/>
                <a:gridCol w="812800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6" name="Table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715545977"/>
              </p:ext>
            </p:extLst>
          </p:nvPr>
        </p:nvGraphicFramePr>
        <p:xfrm>
          <a:off x="4447747" y="4867152"/>
          <a:ext cx="24384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2800"/>
                <a:gridCol w="812800"/>
                <a:gridCol w="812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width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height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59" name="Straight Arrow Connector 9"/>
          <p:cNvCxnSpPr/>
          <p:nvPr/>
        </p:nvCxnSpPr>
        <p:spPr>
          <a:xfrm rot="16200000" flipH="1">
            <a:off x="4494391" y="5766457"/>
            <a:ext cx="1094302" cy="408211"/>
          </a:xfrm>
          <a:prstGeom prst="bentConnector2">
            <a:avLst/>
          </a:prstGeom>
          <a:ln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3" name="Table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952050667"/>
              </p:ext>
            </p:extLst>
          </p:nvPr>
        </p:nvGraphicFramePr>
        <p:xfrm>
          <a:off x="5245648" y="6410960"/>
          <a:ext cx="2600382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00191"/>
                <a:gridCol w="130019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0xFF00FF00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0xFFFF0000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4" name="Table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305080800"/>
              </p:ext>
            </p:extLst>
          </p:nvPr>
        </p:nvGraphicFramePr>
        <p:xfrm>
          <a:off x="5245650" y="6040120"/>
          <a:ext cx="260038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0190"/>
                <a:gridCol w="130019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5" name="TextBox 64"/>
          <p:cNvSpPr txBox="1"/>
          <p:nvPr/>
        </p:nvSpPr>
        <p:spPr>
          <a:xfrm>
            <a:off x="7832360" y="6040120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cxnSp>
        <p:nvCxnSpPr>
          <p:cNvPr id="75" name="Straight Arrow Connector 9"/>
          <p:cNvCxnSpPr/>
          <p:nvPr/>
        </p:nvCxnSpPr>
        <p:spPr>
          <a:xfrm flipV="1">
            <a:off x="3021722" y="6295029"/>
            <a:ext cx="428621" cy="2"/>
          </a:xfrm>
          <a:prstGeom prst="straightConnector1">
            <a:avLst/>
          </a:prstGeom>
          <a:ln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3450343" y="6209262"/>
            <a:ext cx="0" cy="1715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3555312" y="6247346"/>
            <a:ext cx="0" cy="857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3502392" y="6228303"/>
            <a:ext cx="0" cy="1334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84099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stack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/>
          <p:cNvGrpSpPr/>
          <p:nvPr/>
        </p:nvGrpSpPr>
        <p:grpSpPr>
          <a:xfrm>
            <a:off x="875108" y="3501521"/>
            <a:ext cx="1295592" cy="513380"/>
            <a:chOff x="5029200" y="1296957"/>
            <a:chExt cx="914400" cy="514173"/>
          </a:xfrm>
        </p:grpSpPr>
        <p:sp useBgFill="1">
          <p:nvSpPr>
            <p:cNvPr id="5" name="Rectangle 4"/>
            <p:cNvSpPr/>
            <p:nvPr/>
          </p:nvSpPr>
          <p:spPr>
            <a:xfrm>
              <a:off x="5029200" y="1296957"/>
              <a:ext cx="914400" cy="51337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en-US" dirty="0" smtClean="0"/>
            </a:p>
            <a:p>
              <a:pPr algn="ctr"/>
              <a:endParaRPr lang="en-US" dirty="0"/>
            </a:p>
          </p:txBody>
        </p:sp>
        <p:cxnSp>
          <p:nvCxnSpPr>
            <p:cNvPr id="7" name="Straight Connector 6"/>
            <p:cNvCxnSpPr>
              <a:stCxn id="5" idx="0"/>
              <a:endCxn id="5" idx="2"/>
            </p:cNvCxnSpPr>
            <p:nvPr/>
          </p:nvCxnSpPr>
          <p:spPr>
            <a:xfrm rot="16200000" flipH="1">
              <a:off x="5228893" y="1553647"/>
              <a:ext cx="513379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9"/>
          <p:cNvGrpSpPr/>
          <p:nvPr/>
        </p:nvGrpSpPr>
        <p:grpSpPr>
          <a:xfrm>
            <a:off x="2754022" y="3501521"/>
            <a:ext cx="1295399" cy="513379"/>
            <a:chOff x="5029200" y="1296957"/>
            <a:chExt cx="914400" cy="514172"/>
          </a:xfrm>
        </p:grpSpPr>
        <p:sp useBgFill="1">
          <p:nvSpPr>
            <p:cNvPr id="11" name="Rectangle 10"/>
            <p:cNvSpPr/>
            <p:nvPr/>
          </p:nvSpPr>
          <p:spPr>
            <a:xfrm>
              <a:off x="5029200" y="1296957"/>
              <a:ext cx="914400" cy="51337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/>
            <p:cNvCxnSpPr>
              <a:stCxn id="11" idx="0"/>
              <a:endCxn id="11" idx="2"/>
            </p:cNvCxnSpPr>
            <p:nvPr/>
          </p:nvCxnSpPr>
          <p:spPr>
            <a:xfrm rot="16200000" flipH="1">
              <a:off x="5229710" y="1553646"/>
              <a:ext cx="513379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12"/>
          <p:cNvGrpSpPr/>
          <p:nvPr/>
        </p:nvGrpSpPr>
        <p:grpSpPr>
          <a:xfrm>
            <a:off x="4633997" y="3501521"/>
            <a:ext cx="1295399" cy="513379"/>
            <a:chOff x="5029200" y="1296957"/>
            <a:chExt cx="914400" cy="514172"/>
          </a:xfrm>
        </p:grpSpPr>
        <p:sp useBgFill="1">
          <p:nvSpPr>
            <p:cNvPr id="14" name="Rectangle 13"/>
            <p:cNvSpPr/>
            <p:nvPr/>
          </p:nvSpPr>
          <p:spPr>
            <a:xfrm>
              <a:off x="5029200" y="1296957"/>
              <a:ext cx="914400" cy="51337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/>
            <p:cNvCxnSpPr>
              <a:stCxn id="14" idx="0"/>
              <a:endCxn id="14" idx="2"/>
            </p:cNvCxnSpPr>
            <p:nvPr/>
          </p:nvCxnSpPr>
          <p:spPr>
            <a:xfrm rot="16200000" flipH="1">
              <a:off x="5229710" y="1553646"/>
              <a:ext cx="513379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Straight Arrow Connector 25"/>
          <p:cNvCxnSpPr/>
          <p:nvPr/>
        </p:nvCxnSpPr>
        <p:spPr>
          <a:xfrm>
            <a:off x="1828800" y="3783158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719597" y="3784746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991376" y="3598492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93" name="TextBox 92"/>
          <p:cNvSpPr txBox="1"/>
          <p:nvPr/>
        </p:nvSpPr>
        <p:spPr>
          <a:xfrm>
            <a:off x="4826491" y="3598492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903263" y="3598492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17181" y="5802868"/>
            <a:ext cx="502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top</a:t>
            </a:r>
            <a:endParaRPr lang="en-US" dirty="0"/>
          </a:p>
        </p:txBody>
      </p:sp>
      <p:sp>
        <p:nvSpPr>
          <p:cNvPr id="99" name="TextBox 98"/>
          <p:cNvSpPr txBox="1"/>
          <p:nvPr/>
        </p:nvSpPr>
        <p:spPr>
          <a:xfrm>
            <a:off x="867788" y="3132189"/>
            <a:ext cx="599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data</a:t>
            </a:r>
            <a:endParaRPr lang="en-US" dirty="0"/>
          </a:p>
        </p:txBody>
      </p:sp>
      <p:sp>
        <p:nvSpPr>
          <p:cNvPr id="100" name="TextBox 99"/>
          <p:cNvSpPr txBox="1"/>
          <p:nvPr/>
        </p:nvSpPr>
        <p:spPr>
          <a:xfrm>
            <a:off x="1550017" y="3132189"/>
            <a:ext cx="595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  <a:r>
              <a:rPr lang="en-US" dirty="0" smtClean="0"/>
              <a:t>ext</a:t>
            </a:r>
          </a:p>
        </p:txBody>
      </p:sp>
      <p:grpSp>
        <p:nvGrpSpPr>
          <p:cNvPr id="6" name="Group 26"/>
          <p:cNvGrpSpPr/>
          <p:nvPr/>
        </p:nvGrpSpPr>
        <p:grpSpPr>
          <a:xfrm>
            <a:off x="872920" y="5289488"/>
            <a:ext cx="1295399" cy="513379"/>
            <a:chOff x="5029200" y="1296957"/>
            <a:chExt cx="914400" cy="514172"/>
          </a:xfrm>
        </p:grpSpPr>
        <p:sp useBgFill="1">
          <p:nvSpPr>
            <p:cNvPr id="31" name="Rectangle 30"/>
            <p:cNvSpPr/>
            <p:nvPr/>
          </p:nvSpPr>
          <p:spPr>
            <a:xfrm>
              <a:off x="5029200" y="1296957"/>
              <a:ext cx="914400" cy="51337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Connector 31"/>
            <p:cNvCxnSpPr>
              <a:stCxn id="31" idx="0"/>
              <a:endCxn id="31" idx="2"/>
            </p:cNvCxnSpPr>
            <p:nvPr/>
          </p:nvCxnSpPr>
          <p:spPr>
            <a:xfrm rot="16200000" flipH="1">
              <a:off x="5229710" y="1553646"/>
              <a:ext cx="513379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/>
          <p:cNvSpPr txBox="1"/>
          <p:nvPr/>
        </p:nvSpPr>
        <p:spPr>
          <a:xfrm>
            <a:off x="1577431" y="5802868"/>
            <a:ext cx="88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bottom</a:t>
            </a:r>
            <a:endParaRPr lang="en-US" dirty="0"/>
          </a:p>
        </p:txBody>
      </p:sp>
      <p:grpSp>
        <p:nvGrpSpPr>
          <p:cNvPr id="8" name="Group 33"/>
          <p:cNvGrpSpPr/>
          <p:nvPr/>
        </p:nvGrpSpPr>
        <p:grpSpPr>
          <a:xfrm>
            <a:off x="6513972" y="3501521"/>
            <a:ext cx="1295399" cy="513379"/>
            <a:chOff x="5029200" y="1296957"/>
            <a:chExt cx="914400" cy="514172"/>
          </a:xfrm>
        </p:grpSpPr>
        <p:sp useBgFill="1">
          <p:nvSpPr>
            <p:cNvPr id="35" name="Rectangle 34"/>
            <p:cNvSpPr/>
            <p:nvPr/>
          </p:nvSpPr>
          <p:spPr>
            <a:xfrm>
              <a:off x="5029200" y="1296957"/>
              <a:ext cx="914400" cy="51337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Connector 36"/>
            <p:cNvCxnSpPr>
              <a:stCxn id="35" idx="0"/>
              <a:endCxn id="35" idx="2"/>
            </p:cNvCxnSpPr>
            <p:nvPr/>
          </p:nvCxnSpPr>
          <p:spPr>
            <a:xfrm rot="16200000" flipH="1">
              <a:off x="5229710" y="1553646"/>
              <a:ext cx="513379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/>
          <p:cNvSpPr txBox="1"/>
          <p:nvPr/>
        </p:nvSpPr>
        <p:spPr>
          <a:xfrm>
            <a:off x="6741938" y="3598492"/>
            <a:ext cx="304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7351065" y="3598492"/>
            <a:ext cx="304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5599572" y="378157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rot="5400000" flipH="1" flipV="1">
            <a:off x="1486678" y="5192081"/>
            <a:ext cx="684245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1829595" y="4850752"/>
            <a:ext cx="5065376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rot="5400000" flipH="1" flipV="1">
            <a:off x="6476649" y="4434018"/>
            <a:ext cx="836645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5400000" flipH="1" flipV="1">
            <a:off x="383747" y="4774155"/>
            <a:ext cx="1518507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tle 3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stack1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/>
          <p:cNvGrpSpPr/>
          <p:nvPr/>
        </p:nvGrpSpPr>
        <p:grpSpPr>
          <a:xfrm>
            <a:off x="2133537" y="3730121"/>
            <a:ext cx="1295592" cy="513380"/>
            <a:chOff x="5029200" y="1296957"/>
            <a:chExt cx="914400" cy="514173"/>
          </a:xfrm>
        </p:grpSpPr>
        <p:sp useBgFill="1">
          <p:nvSpPr>
            <p:cNvPr id="5" name="Rectangle 4"/>
            <p:cNvSpPr/>
            <p:nvPr/>
          </p:nvSpPr>
          <p:spPr>
            <a:xfrm>
              <a:off x="5029200" y="1296957"/>
              <a:ext cx="914400" cy="51337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en-US" dirty="0" smtClean="0"/>
            </a:p>
            <a:p>
              <a:pPr algn="ctr"/>
              <a:endParaRPr lang="en-US" dirty="0"/>
            </a:p>
          </p:txBody>
        </p:sp>
        <p:cxnSp>
          <p:nvCxnSpPr>
            <p:cNvPr id="7" name="Straight Connector 6"/>
            <p:cNvCxnSpPr>
              <a:stCxn id="5" idx="0"/>
              <a:endCxn id="5" idx="2"/>
            </p:cNvCxnSpPr>
            <p:nvPr/>
          </p:nvCxnSpPr>
          <p:spPr>
            <a:xfrm rot="16200000" flipH="1">
              <a:off x="5228893" y="1553647"/>
              <a:ext cx="513379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9"/>
          <p:cNvGrpSpPr/>
          <p:nvPr/>
        </p:nvGrpSpPr>
        <p:grpSpPr>
          <a:xfrm>
            <a:off x="4012451" y="3730121"/>
            <a:ext cx="1295399" cy="513379"/>
            <a:chOff x="5029200" y="1296957"/>
            <a:chExt cx="914400" cy="514172"/>
          </a:xfrm>
        </p:grpSpPr>
        <p:sp useBgFill="1">
          <p:nvSpPr>
            <p:cNvPr id="11" name="Rectangle 10"/>
            <p:cNvSpPr/>
            <p:nvPr/>
          </p:nvSpPr>
          <p:spPr>
            <a:xfrm>
              <a:off x="5029200" y="1296957"/>
              <a:ext cx="914400" cy="51337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/>
            <p:cNvCxnSpPr>
              <a:stCxn id="11" idx="0"/>
              <a:endCxn id="11" idx="2"/>
            </p:cNvCxnSpPr>
            <p:nvPr/>
          </p:nvCxnSpPr>
          <p:spPr>
            <a:xfrm rot="16200000" flipH="1">
              <a:off x="5229710" y="1553646"/>
              <a:ext cx="513379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12"/>
          <p:cNvGrpSpPr/>
          <p:nvPr/>
        </p:nvGrpSpPr>
        <p:grpSpPr>
          <a:xfrm>
            <a:off x="5892426" y="3730121"/>
            <a:ext cx="1295399" cy="513379"/>
            <a:chOff x="5029200" y="1296957"/>
            <a:chExt cx="914400" cy="514172"/>
          </a:xfrm>
        </p:grpSpPr>
        <p:sp useBgFill="1">
          <p:nvSpPr>
            <p:cNvPr id="14" name="Rectangle 13"/>
            <p:cNvSpPr/>
            <p:nvPr/>
          </p:nvSpPr>
          <p:spPr>
            <a:xfrm>
              <a:off x="5029200" y="1296957"/>
              <a:ext cx="914400" cy="51337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/>
            <p:cNvCxnSpPr>
              <a:stCxn id="14" idx="0"/>
              <a:endCxn id="14" idx="2"/>
            </p:cNvCxnSpPr>
            <p:nvPr/>
          </p:nvCxnSpPr>
          <p:spPr>
            <a:xfrm rot="16200000" flipH="1">
              <a:off x="5229710" y="1553646"/>
              <a:ext cx="513379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Straight Arrow Connector 25"/>
          <p:cNvCxnSpPr/>
          <p:nvPr/>
        </p:nvCxnSpPr>
        <p:spPr>
          <a:xfrm>
            <a:off x="3087229" y="4011758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4978026" y="4013346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2249805" y="3827092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93" name="TextBox 92"/>
          <p:cNvSpPr txBox="1"/>
          <p:nvPr/>
        </p:nvSpPr>
        <p:spPr>
          <a:xfrm>
            <a:off x="6084920" y="3827092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161692" y="3827092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17181" y="6031468"/>
            <a:ext cx="502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top</a:t>
            </a:r>
            <a:endParaRPr lang="en-US" dirty="0"/>
          </a:p>
        </p:txBody>
      </p:sp>
      <p:sp>
        <p:nvSpPr>
          <p:cNvPr id="99" name="TextBox 98"/>
          <p:cNvSpPr txBox="1"/>
          <p:nvPr/>
        </p:nvSpPr>
        <p:spPr>
          <a:xfrm>
            <a:off x="2126217" y="3360789"/>
            <a:ext cx="599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data</a:t>
            </a:r>
            <a:endParaRPr lang="en-US" dirty="0"/>
          </a:p>
        </p:txBody>
      </p:sp>
      <p:sp>
        <p:nvSpPr>
          <p:cNvPr id="100" name="TextBox 99"/>
          <p:cNvSpPr txBox="1"/>
          <p:nvPr/>
        </p:nvSpPr>
        <p:spPr>
          <a:xfrm>
            <a:off x="2808446" y="3360789"/>
            <a:ext cx="595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  <a:r>
              <a:rPr lang="en-US" dirty="0" smtClean="0"/>
              <a:t>ext</a:t>
            </a:r>
          </a:p>
        </p:txBody>
      </p:sp>
      <p:grpSp>
        <p:nvGrpSpPr>
          <p:cNvPr id="6" name="Group 36"/>
          <p:cNvGrpSpPr/>
          <p:nvPr/>
        </p:nvGrpSpPr>
        <p:grpSpPr>
          <a:xfrm>
            <a:off x="152400" y="3730914"/>
            <a:ext cx="1295399" cy="513379"/>
            <a:chOff x="5029200" y="1296957"/>
            <a:chExt cx="914400" cy="514172"/>
          </a:xfrm>
        </p:grpSpPr>
        <p:sp useBgFill="1">
          <p:nvSpPr>
            <p:cNvPr id="38" name="Rectangle 37"/>
            <p:cNvSpPr/>
            <p:nvPr/>
          </p:nvSpPr>
          <p:spPr>
            <a:xfrm>
              <a:off x="5029200" y="1296957"/>
              <a:ext cx="914400" cy="513379"/>
            </a:xfrm>
            <a:prstGeom prst="rect">
              <a:avLst/>
            </a:prstGeom>
            <a:ln w="9525" cap="flat" cmpd="sng" algn="ctr">
              <a:solidFill>
                <a:schemeClr val="accent1">
                  <a:shade val="95000"/>
                  <a:satMod val="10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9" name="Straight Connector 38"/>
            <p:cNvCxnSpPr>
              <a:stCxn id="38" idx="0"/>
              <a:endCxn id="38" idx="2"/>
            </p:cNvCxnSpPr>
            <p:nvPr/>
          </p:nvCxnSpPr>
          <p:spPr>
            <a:xfrm rot="16200000" flipH="1">
              <a:off x="5229710" y="1553646"/>
              <a:ext cx="513379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TextBox 50"/>
          <p:cNvSpPr txBox="1"/>
          <p:nvPr/>
        </p:nvSpPr>
        <p:spPr>
          <a:xfrm>
            <a:off x="299393" y="3803337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6858001" y="4012552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31"/>
          <p:cNvGrpSpPr/>
          <p:nvPr/>
        </p:nvGrpSpPr>
        <p:grpSpPr>
          <a:xfrm>
            <a:off x="7772401" y="3730121"/>
            <a:ext cx="1295399" cy="513379"/>
            <a:chOff x="5029200" y="1296957"/>
            <a:chExt cx="914400" cy="514172"/>
          </a:xfrm>
        </p:grpSpPr>
        <p:sp useBgFill="1">
          <p:nvSpPr>
            <p:cNvPr id="33" name="Rectangle 32"/>
            <p:cNvSpPr/>
            <p:nvPr/>
          </p:nvSpPr>
          <p:spPr>
            <a:xfrm>
              <a:off x="5029200" y="1296957"/>
              <a:ext cx="914400" cy="51337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Connector 33"/>
            <p:cNvCxnSpPr>
              <a:stCxn id="33" idx="0"/>
              <a:endCxn id="33" idx="2"/>
            </p:cNvCxnSpPr>
            <p:nvPr/>
          </p:nvCxnSpPr>
          <p:spPr>
            <a:xfrm rot="16200000" flipH="1">
              <a:off x="5229710" y="1553646"/>
              <a:ext cx="513379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/>
          <p:cNvSpPr txBox="1"/>
          <p:nvPr/>
        </p:nvSpPr>
        <p:spPr>
          <a:xfrm>
            <a:off x="8000367" y="3827092"/>
            <a:ext cx="304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8609494" y="3827092"/>
            <a:ext cx="304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grpSp>
        <p:nvGrpSpPr>
          <p:cNvPr id="9" name="Group 40"/>
          <p:cNvGrpSpPr/>
          <p:nvPr/>
        </p:nvGrpSpPr>
        <p:grpSpPr>
          <a:xfrm>
            <a:off x="872920" y="5518088"/>
            <a:ext cx="1295399" cy="513379"/>
            <a:chOff x="5029200" y="1296957"/>
            <a:chExt cx="914400" cy="514172"/>
          </a:xfrm>
        </p:grpSpPr>
        <p:sp useBgFill="1">
          <p:nvSpPr>
            <p:cNvPr id="43" name="Rectangle 42"/>
            <p:cNvSpPr/>
            <p:nvPr/>
          </p:nvSpPr>
          <p:spPr>
            <a:xfrm>
              <a:off x="5029200" y="1296957"/>
              <a:ext cx="914400" cy="51337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/>
            <p:cNvCxnSpPr>
              <a:stCxn id="43" idx="0"/>
              <a:endCxn id="43" idx="2"/>
            </p:cNvCxnSpPr>
            <p:nvPr/>
          </p:nvCxnSpPr>
          <p:spPr>
            <a:xfrm rot="16200000" flipH="1">
              <a:off x="5229710" y="1553646"/>
              <a:ext cx="513379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TextBox 49"/>
          <p:cNvSpPr txBox="1"/>
          <p:nvPr/>
        </p:nvSpPr>
        <p:spPr>
          <a:xfrm>
            <a:off x="1577431" y="6031468"/>
            <a:ext cx="88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bottom</a:t>
            </a:r>
            <a:endParaRPr lang="en-US" dirty="0"/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1211817" y="3985620"/>
            <a:ext cx="914400" cy="1588"/>
          </a:xfrm>
          <a:prstGeom prst="straightConnector1">
            <a:avLst/>
          </a:prstGeom>
          <a:ln w="25400" cap="flat" cmpd="sng" algn="ctr">
            <a:solidFill>
              <a:schemeClr val="accent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rot="5400000" flipH="1" flipV="1">
            <a:off x="868917" y="5421458"/>
            <a:ext cx="685800" cy="1588"/>
          </a:xfrm>
          <a:prstGeom prst="line">
            <a:avLst/>
          </a:prstGeom>
          <a:ln w="25400" cap="flat" cmpd="sng" algn="ctr">
            <a:solidFill>
              <a:schemeClr val="accent1"/>
            </a:solidFill>
            <a:prstDash val="dash"/>
            <a:round/>
            <a:headEnd type="none" w="med" len="med"/>
            <a:tailEnd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rot="10800000">
            <a:off x="299393" y="5079352"/>
            <a:ext cx="911630" cy="3176"/>
          </a:xfrm>
          <a:prstGeom prst="line">
            <a:avLst/>
          </a:prstGeom>
          <a:ln w="25400" cap="flat" cmpd="sng" algn="ctr">
            <a:solidFill>
              <a:schemeClr val="accent1"/>
            </a:solidFill>
            <a:prstDash val="dash"/>
            <a:round/>
            <a:headEnd type="none" w="med" len="med"/>
            <a:tailEnd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rot="5400000" flipH="1" flipV="1">
            <a:off x="-118136" y="4661823"/>
            <a:ext cx="835058" cy="1588"/>
          </a:xfrm>
          <a:prstGeom prst="straightConnector1">
            <a:avLst/>
          </a:prstGeom>
          <a:ln w="25400" cap="flat" cmpd="sng" algn="ctr">
            <a:solidFill>
              <a:schemeClr val="accent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rot="5400000" flipH="1" flipV="1">
            <a:off x="1486681" y="5420684"/>
            <a:ext cx="684245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1829595" y="5079352"/>
            <a:ext cx="6170772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 rot="16200000" flipV="1">
            <a:off x="7580459" y="4662616"/>
            <a:ext cx="839820" cy="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152400" y="3360789"/>
            <a:ext cx="599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data</a:t>
            </a:r>
            <a:endParaRPr lang="en-US" dirty="0"/>
          </a:p>
        </p:txBody>
      </p:sp>
      <p:sp>
        <p:nvSpPr>
          <p:cNvPr id="78" name="TextBox 77"/>
          <p:cNvSpPr txBox="1"/>
          <p:nvPr/>
        </p:nvSpPr>
        <p:spPr>
          <a:xfrm>
            <a:off x="801224" y="3360789"/>
            <a:ext cx="595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  <a:r>
              <a:rPr lang="en-US" dirty="0" smtClean="0"/>
              <a:t>ext</a:t>
            </a:r>
          </a:p>
        </p:txBody>
      </p:sp>
      <p:sp>
        <p:nvSpPr>
          <p:cNvPr id="42" name="Title 4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stack2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/>
          <p:cNvGrpSpPr/>
          <p:nvPr/>
        </p:nvGrpSpPr>
        <p:grpSpPr>
          <a:xfrm>
            <a:off x="875108" y="3577721"/>
            <a:ext cx="1295592" cy="513380"/>
            <a:chOff x="5029200" y="1296957"/>
            <a:chExt cx="914400" cy="514173"/>
          </a:xfrm>
        </p:grpSpPr>
        <p:sp useBgFill="1">
          <p:nvSpPr>
            <p:cNvPr id="5" name="Rectangle 4"/>
            <p:cNvSpPr/>
            <p:nvPr/>
          </p:nvSpPr>
          <p:spPr>
            <a:xfrm>
              <a:off x="5029200" y="1296957"/>
              <a:ext cx="914400" cy="51337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en-US" dirty="0" smtClean="0"/>
            </a:p>
            <a:p>
              <a:pPr algn="ctr"/>
              <a:endParaRPr lang="en-US" dirty="0"/>
            </a:p>
          </p:txBody>
        </p:sp>
        <p:cxnSp>
          <p:nvCxnSpPr>
            <p:cNvPr id="7" name="Straight Connector 6"/>
            <p:cNvCxnSpPr>
              <a:stCxn id="5" idx="0"/>
              <a:endCxn id="5" idx="2"/>
            </p:cNvCxnSpPr>
            <p:nvPr/>
          </p:nvCxnSpPr>
          <p:spPr>
            <a:xfrm rot="16200000" flipH="1">
              <a:off x="5228893" y="1553647"/>
              <a:ext cx="513379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9"/>
          <p:cNvGrpSpPr/>
          <p:nvPr/>
        </p:nvGrpSpPr>
        <p:grpSpPr>
          <a:xfrm>
            <a:off x="2754022" y="3577721"/>
            <a:ext cx="1295399" cy="513379"/>
            <a:chOff x="5029200" y="1296957"/>
            <a:chExt cx="914400" cy="514172"/>
          </a:xfrm>
        </p:grpSpPr>
        <p:sp useBgFill="1">
          <p:nvSpPr>
            <p:cNvPr id="11" name="Rectangle 10"/>
            <p:cNvSpPr/>
            <p:nvPr/>
          </p:nvSpPr>
          <p:spPr>
            <a:xfrm>
              <a:off x="5029200" y="1296957"/>
              <a:ext cx="914400" cy="51337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/>
            <p:cNvCxnSpPr>
              <a:stCxn id="11" idx="0"/>
              <a:endCxn id="11" idx="2"/>
            </p:cNvCxnSpPr>
            <p:nvPr/>
          </p:nvCxnSpPr>
          <p:spPr>
            <a:xfrm rot="16200000" flipH="1">
              <a:off x="5229710" y="1553646"/>
              <a:ext cx="513379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12"/>
          <p:cNvGrpSpPr/>
          <p:nvPr/>
        </p:nvGrpSpPr>
        <p:grpSpPr>
          <a:xfrm>
            <a:off x="4633997" y="3577721"/>
            <a:ext cx="1295399" cy="513379"/>
            <a:chOff x="5029200" y="1296957"/>
            <a:chExt cx="914400" cy="514172"/>
          </a:xfrm>
        </p:grpSpPr>
        <p:sp useBgFill="1">
          <p:nvSpPr>
            <p:cNvPr id="14" name="Rectangle 13"/>
            <p:cNvSpPr/>
            <p:nvPr/>
          </p:nvSpPr>
          <p:spPr>
            <a:xfrm>
              <a:off x="5029200" y="1296957"/>
              <a:ext cx="914400" cy="51337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/>
            <p:cNvCxnSpPr>
              <a:stCxn id="14" idx="0"/>
              <a:endCxn id="14" idx="2"/>
            </p:cNvCxnSpPr>
            <p:nvPr/>
          </p:nvCxnSpPr>
          <p:spPr>
            <a:xfrm rot="16200000" flipH="1">
              <a:off x="5229710" y="1553646"/>
              <a:ext cx="513379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Straight Arrow Connector 25"/>
          <p:cNvCxnSpPr/>
          <p:nvPr/>
        </p:nvCxnSpPr>
        <p:spPr>
          <a:xfrm>
            <a:off x="1828800" y="3859358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719597" y="3860946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991376" y="3674692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93" name="TextBox 92"/>
          <p:cNvSpPr txBox="1"/>
          <p:nvPr/>
        </p:nvSpPr>
        <p:spPr>
          <a:xfrm>
            <a:off x="4826491" y="3674692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903263" y="3674692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17181" y="5879068"/>
            <a:ext cx="502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top</a:t>
            </a:r>
            <a:endParaRPr lang="en-US" dirty="0"/>
          </a:p>
        </p:txBody>
      </p:sp>
      <p:sp>
        <p:nvSpPr>
          <p:cNvPr id="99" name="TextBox 98"/>
          <p:cNvSpPr txBox="1"/>
          <p:nvPr/>
        </p:nvSpPr>
        <p:spPr>
          <a:xfrm>
            <a:off x="867788" y="3208389"/>
            <a:ext cx="599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data</a:t>
            </a:r>
            <a:endParaRPr lang="en-US" dirty="0"/>
          </a:p>
        </p:txBody>
      </p:sp>
      <p:sp>
        <p:nvSpPr>
          <p:cNvPr id="100" name="TextBox 99"/>
          <p:cNvSpPr txBox="1"/>
          <p:nvPr/>
        </p:nvSpPr>
        <p:spPr>
          <a:xfrm>
            <a:off x="1550017" y="3208389"/>
            <a:ext cx="595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  <a:r>
              <a:rPr lang="en-US" dirty="0" smtClean="0"/>
              <a:t>ext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 rot="5400000" flipH="1" flipV="1">
            <a:off x="2744772" y="4394330"/>
            <a:ext cx="606456" cy="1588"/>
          </a:xfrm>
          <a:prstGeom prst="straightConnector1">
            <a:avLst/>
          </a:prstGeom>
          <a:ln w="25400" cap="flat" cmpd="sng" algn="ctr">
            <a:solidFill>
              <a:schemeClr val="accent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26"/>
          <p:cNvGrpSpPr/>
          <p:nvPr/>
        </p:nvGrpSpPr>
        <p:grpSpPr>
          <a:xfrm>
            <a:off x="6513972" y="3577721"/>
            <a:ext cx="1295399" cy="513379"/>
            <a:chOff x="5029200" y="1296957"/>
            <a:chExt cx="914400" cy="514172"/>
          </a:xfrm>
        </p:grpSpPr>
        <p:sp useBgFill="1">
          <p:nvSpPr>
            <p:cNvPr id="31" name="Rectangle 30"/>
            <p:cNvSpPr/>
            <p:nvPr/>
          </p:nvSpPr>
          <p:spPr>
            <a:xfrm>
              <a:off x="5029200" y="1296957"/>
              <a:ext cx="914400" cy="51337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Connector 32"/>
            <p:cNvCxnSpPr>
              <a:stCxn id="31" idx="0"/>
              <a:endCxn id="31" idx="2"/>
            </p:cNvCxnSpPr>
            <p:nvPr/>
          </p:nvCxnSpPr>
          <p:spPr>
            <a:xfrm rot="16200000" flipH="1">
              <a:off x="5229710" y="1553646"/>
              <a:ext cx="513379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/>
          <p:cNvSpPr txBox="1"/>
          <p:nvPr/>
        </p:nvSpPr>
        <p:spPr>
          <a:xfrm>
            <a:off x="6741938" y="3674692"/>
            <a:ext cx="304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7351065" y="3674692"/>
            <a:ext cx="304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5599572" y="385777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1829595" y="4926952"/>
            <a:ext cx="5065376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rot="5400000" flipH="1" flipV="1">
            <a:off x="6476649" y="4510218"/>
            <a:ext cx="836645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40"/>
          <p:cNvGrpSpPr/>
          <p:nvPr/>
        </p:nvGrpSpPr>
        <p:grpSpPr>
          <a:xfrm>
            <a:off x="872920" y="5365688"/>
            <a:ext cx="1295399" cy="513379"/>
            <a:chOff x="5029200" y="1296957"/>
            <a:chExt cx="914400" cy="514172"/>
          </a:xfrm>
        </p:grpSpPr>
        <p:sp useBgFill="1">
          <p:nvSpPr>
            <p:cNvPr id="42" name="Rectangle 41"/>
            <p:cNvSpPr/>
            <p:nvPr/>
          </p:nvSpPr>
          <p:spPr>
            <a:xfrm>
              <a:off x="5029200" y="1296957"/>
              <a:ext cx="914400" cy="51337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Connector 42"/>
            <p:cNvCxnSpPr>
              <a:stCxn id="42" idx="0"/>
              <a:endCxn id="42" idx="2"/>
            </p:cNvCxnSpPr>
            <p:nvPr/>
          </p:nvCxnSpPr>
          <p:spPr>
            <a:xfrm rot="16200000" flipH="1">
              <a:off x="5229710" y="1553646"/>
              <a:ext cx="513379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/>
          <p:cNvSpPr txBox="1"/>
          <p:nvPr/>
        </p:nvSpPr>
        <p:spPr>
          <a:xfrm>
            <a:off x="1577431" y="5879068"/>
            <a:ext cx="88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bottom</a:t>
            </a:r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143798" y="4697558"/>
            <a:ext cx="1904202" cy="1588"/>
          </a:xfrm>
          <a:prstGeom prst="line">
            <a:avLst/>
          </a:prstGeom>
          <a:ln w="25400" cap="flat" cmpd="sng" algn="ctr">
            <a:solidFill>
              <a:schemeClr val="accent1"/>
            </a:solidFill>
            <a:prstDash val="dash"/>
            <a:round/>
            <a:headEnd type="none" w="med" len="med"/>
            <a:tailEnd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rot="5400000" flipH="1" flipV="1">
            <a:off x="1486678" y="5268281"/>
            <a:ext cx="684245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5400000" flipH="1" flipV="1">
            <a:off x="686580" y="5153186"/>
            <a:ext cx="912845" cy="1590"/>
          </a:xfrm>
          <a:prstGeom prst="straightConnector1">
            <a:avLst/>
          </a:prstGeom>
          <a:ln w="254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itle 3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stack3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59248" y="1391598"/>
            <a:ext cx="344396" cy="132371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Bent Arrow 5"/>
          <p:cNvSpPr/>
          <p:nvPr/>
        </p:nvSpPr>
        <p:spPr>
          <a:xfrm flipH="1">
            <a:off x="1668216" y="2205876"/>
            <a:ext cx="914804" cy="914758"/>
          </a:xfrm>
          <a:prstGeom prst="ben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Bent Arrow 6"/>
          <p:cNvSpPr/>
          <p:nvPr/>
        </p:nvSpPr>
        <p:spPr>
          <a:xfrm rot="16200000" flipH="1">
            <a:off x="236847" y="2257928"/>
            <a:ext cx="914804" cy="914758"/>
          </a:xfrm>
          <a:prstGeom prst="ben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777598" y="1339523"/>
            <a:ext cx="828707" cy="132371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ent Arrow 8"/>
          <p:cNvSpPr/>
          <p:nvPr/>
        </p:nvSpPr>
        <p:spPr>
          <a:xfrm flipH="1">
            <a:off x="4681639" y="2153801"/>
            <a:ext cx="914804" cy="914758"/>
          </a:xfrm>
          <a:prstGeom prst="ben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Bent Arrow 9"/>
          <p:cNvSpPr/>
          <p:nvPr/>
        </p:nvSpPr>
        <p:spPr>
          <a:xfrm rot="16200000" flipH="1">
            <a:off x="2755198" y="2205853"/>
            <a:ext cx="914804" cy="914758"/>
          </a:xfrm>
          <a:prstGeom prst="ben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60562" y="1836498"/>
            <a:ext cx="488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“a”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816908" y="1339523"/>
            <a:ext cx="1225190" cy="132371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Bent Arrow 12"/>
          <p:cNvSpPr/>
          <p:nvPr/>
        </p:nvSpPr>
        <p:spPr>
          <a:xfrm flipH="1">
            <a:off x="8117432" y="2153801"/>
            <a:ext cx="914804" cy="914758"/>
          </a:xfrm>
          <a:prstGeom prst="ben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Bent Arrow 13"/>
          <p:cNvSpPr/>
          <p:nvPr/>
        </p:nvSpPr>
        <p:spPr>
          <a:xfrm rot="16200000" flipH="1">
            <a:off x="5794508" y="2205853"/>
            <a:ext cx="914804" cy="914758"/>
          </a:xfrm>
          <a:prstGeom prst="ben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99872" y="1836498"/>
            <a:ext cx="90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“a”  “b”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209746" y="3709063"/>
            <a:ext cx="1620807" cy="132371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Bent Arrow 16"/>
          <p:cNvSpPr/>
          <p:nvPr/>
        </p:nvSpPr>
        <p:spPr>
          <a:xfrm flipH="1">
            <a:off x="2905887" y="4523341"/>
            <a:ext cx="914804" cy="914758"/>
          </a:xfrm>
          <a:prstGeom prst="ben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Bent Arrow 17"/>
          <p:cNvSpPr/>
          <p:nvPr/>
        </p:nvSpPr>
        <p:spPr>
          <a:xfrm rot="16200000" flipH="1">
            <a:off x="187347" y="4575393"/>
            <a:ext cx="914804" cy="914758"/>
          </a:xfrm>
          <a:prstGeom prst="ben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92711" y="4206038"/>
            <a:ext cx="1298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“a”  “b”  “c”</a:t>
            </a:r>
            <a:endParaRPr lang="en-US" dirty="0"/>
          </a:p>
        </p:txBody>
      </p:sp>
      <p:sp>
        <p:nvSpPr>
          <p:cNvPr id="21" name="Bent Arrow 20"/>
          <p:cNvSpPr/>
          <p:nvPr/>
        </p:nvSpPr>
        <p:spPr>
          <a:xfrm flipH="1">
            <a:off x="8031428" y="4552001"/>
            <a:ext cx="914804" cy="914758"/>
          </a:xfrm>
          <a:prstGeom prst="ben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Bent Arrow 21"/>
          <p:cNvSpPr/>
          <p:nvPr/>
        </p:nvSpPr>
        <p:spPr>
          <a:xfrm rot="5400000" flipH="1">
            <a:off x="8063691" y="3517104"/>
            <a:ext cx="914804" cy="914758"/>
          </a:xfrm>
          <a:prstGeom prst="ben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218958" y="3861486"/>
            <a:ext cx="344396" cy="132371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Bent Arrow 23"/>
          <p:cNvSpPr/>
          <p:nvPr/>
        </p:nvSpPr>
        <p:spPr>
          <a:xfrm flipH="1">
            <a:off x="4627926" y="4675764"/>
            <a:ext cx="914804" cy="914758"/>
          </a:xfrm>
          <a:prstGeom prst="ben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Bent Arrow 24"/>
          <p:cNvSpPr/>
          <p:nvPr/>
        </p:nvSpPr>
        <p:spPr>
          <a:xfrm rot="5400000" flipH="1">
            <a:off x="4660189" y="3640867"/>
            <a:ext cx="914804" cy="914758"/>
          </a:xfrm>
          <a:prstGeom prst="ben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127387" y="3861486"/>
            <a:ext cx="828707" cy="132371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7310351" y="4358461"/>
            <a:ext cx="488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“a”</a:t>
            </a:r>
            <a:endParaRPr lang="en-US" dirty="0"/>
          </a:p>
        </p:txBody>
      </p:sp>
      <p:sp>
        <p:nvSpPr>
          <p:cNvPr id="32" name="Bent Arrow 31"/>
          <p:cNvSpPr/>
          <p:nvPr/>
        </p:nvSpPr>
        <p:spPr>
          <a:xfrm flipH="1">
            <a:off x="1468045" y="6781442"/>
            <a:ext cx="914804" cy="914758"/>
          </a:xfrm>
          <a:prstGeom prst="ben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Bent Arrow 32"/>
          <p:cNvSpPr/>
          <p:nvPr/>
        </p:nvSpPr>
        <p:spPr>
          <a:xfrm rot="5400000" flipH="1">
            <a:off x="1500308" y="5746545"/>
            <a:ext cx="914804" cy="914758"/>
          </a:xfrm>
          <a:prstGeom prst="ben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36870" y="6090927"/>
            <a:ext cx="1155841" cy="132371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356048" y="6587902"/>
            <a:ext cx="90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“a”  “b”</a:t>
            </a:r>
            <a:endParaRPr lang="en-US" dirty="0"/>
          </a:p>
        </p:txBody>
      </p:sp>
      <p:sp>
        <p:nvSpPr>
          <p:cNvPr id="36" name="Bent Arrow 35"/>
          <p:cNvSpPr/>
          <p:nvPr/>
        </p:nvSpPr>
        <p:spPr>
          <a:xfrm flipH="1">
            <a:off x="6063446" y="6781442"/>
            <a:ext cx="914804" cy="914758"/>
          </a:xfrm>
          <a:prstGeom prst="ben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Bent Arrow 36"/>
          <p:cNvSpPr/>
          <p:nvPr/>
        </p:nvSpPr>
        <p:spPr>
          <a:xfrm rot="5400000" flipH="1">
            <a:off x="6095709" y="5746545"/>
            <a:ext cx="914804" cy="914758"/>
          </a:xfrm>
          <a:prstGeom prst="ben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323233" y="6090927"/>
            <a:ext cx="1664880" cy="132371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4570766" y="6587902"/>
            <a:ext cx="1298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“a”  “b”  “c”</a:t>
            </a:r>
            <a:endParaRPr lang="en-US" dirty="0"/>
          </a:p>
        </p:txBody>
      </p:sp>
      <p:sp>
        <p:nvSpPr>
          <p:cNvPr id="40" name="Title 39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err="1" smtClean="0"/>
              <a:t>stackqueue</a:t>
            </a:r>
            <a:r>
              <a:rPr lang="en-US" dirty="0" smtClean="0"/>
              <a:t>-abstract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37785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</TotalTime>
  <Words>279</Words>
  <Application>Microsoft Macintosh PowerPoint</Application>
  <PresentationFormat>On-screen Show (4:3)</PresentationFormat>
  <Paragraphs>146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Pictures for this Lecture</vt:lpstr>
      <vt:lpstr>types</vt:lpstr>
      <vt:lpstr>types</vt:lpstr>
      <vt:lpstr>types1</vt:lpstr>
      <vt:lpstr>types2</vt:lpstr>
      <vt:lpstr>types3</vt:lpstr>
      <vt:lpstr>stack</vt:lpstr>
      <vt:lpstr>stack1</vt:lpstr>
      <vt:lpstr>stack2</vt:lpstr>
      <vt:lpstr>stack3</vt:lpstr>
      <vt:lpstr>stackqueue-abstract</vt:lpstr>
    </vt:vector>
  </TitlesOfParts>
  <Company>Carnegie Mellon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Frank Pfenning</dc:creator>
  <cp:lastModifiedBy>iliano</cp:lastModifiedBy>
  <cp:revision>43</cp:revision>
  <dcterms:created xsi:type="dcterms:W3CDTF">2011-02-11T13:14:12Z</dcterms:created>
  <dcterms:modified xsi:type="dcterms:W3CDTF">2016-07-20T18:06:34Z</dcterms:modified>
</cp:coreProperties>
</file>