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8" r:id="rId2"/>
    <p:sldId id="275" r:id="rId3"/>
    <p:sldId id="276" r:id="rId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 snapToObjects="1">
      <p:cViewPr varScale="1">
        <p:scale>
          <a:sx n="94" d="100"/>
          <a:sy n="94" d="100"/>
        </p:scale>
        <p:origin x="-432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3A8F51-48B2-4A54-B8F7-B67A2836F7A7}" type="datetimeFigureOut">
              <a:rPr lang="en-US" smtClean="0"/>
              <a:pPr/>
              <a:t>2/14/2016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202015-F8A1-408C-BD74-83FEB1D7336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905125"/>
            <a:ext cx="7772400" cy="1362075"/>
          </a:xfrm>
        </p:spPr>
        <p:txBody>
          <a:bodyPr anchor="t">
            <a:noAutofit/>
          </a:bodyPr>
          <a:lstStyle>
            <a:lvl1pPr algn="ctr">
              <a:defRPr sz="48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267200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2/14/2016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2/14/2016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2/14/2016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2/14/2016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FBE773-AFD6-1F41-B544-3BE70B961224}" type="datetimeFigureOut">
              <a:rPr lang="en-US" smtClean="0"/>
              <a:pPr/>
              <a:t>2/14/2016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FBE773-AFD6-1F41-B544-3BE70B961224}" type="datetimeFigureOut">
              <a:rPr lang="en-US" smtClean="0"/>
              <a:pPr/>
              <a:t>2/14/2016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915094-3D7D-174E-AD07-395385EB942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Pictures for this Lecture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pPr algn="l"/>
            <a:r>
              <a:rPr lang="en-US" b="1" dirty="0" smtClean="0">
                <a:solidFill>
                  <a:schemeClr val="tx1"/>
                </a:solidFill>
              </a:rPr>
              <a:t>To save a picture (1 per slide):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picture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right-click ‘</a:t>
            </a:r>
            <a:r>
              <a:rPr lang="en-US" i="1" dirty="0" smtClean="0">
                <a:solidFill>
                  <a:schemeClr val="tx1"/>
                </a:solidFill>
              </a:rPr>
              <a:t>Save as Picture …</a:t>
            </a:r>
            <a:r>
              <a:rPr lang="en-US" dirty="0" smtClean="0">
                <a:solidFill>
                  <a:schemeClr val="tx1"/>
                </a:solidFill>
              </a:rPr>
              <a:t>’</a:t>
            </a:r>
          </a:p>
          <a:p>
            <a:pPr marL="171450" indent="-171450" algn="l">
              <a:buFont typeface="Arial" pitchFamily="34" charset="0"/>
              <a:buChar char="•"/>
            </a:pPr>
            <a:r>
              <a:rPr lang="en-US" dirty="0" smtClean="0">
                <a:solidFill>
                  <a:schemeClr val="tx1"/>
                </a:solidFill>
              </a:rPr>
              <a:t>Select the PNG format and use the slide title as the file name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err="1" smtClean="0"/>
              <a:t>ldap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80481"/>
            <a:ext cx="3739932" cy="2325119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5035" y="4380481"/>
            <a:ext cx="3728965" cy="2215444"/>
          </a:xfrm>
          <a:prstGeom prst="rect">
            <a:avLst/>
          </a:prstGeom>
        </p:spPr>
      </p:pic>
      <p:sp>
        <p:nvSpPr>
          <p:cNvPr id="10" name="Right Arrow 9"/>
          <p:cNvSpPr/>
          <p:nvPr/>
        </p:nvSpPr>
        <p:spPr>
          <a:xfrm>
            <a:off x="3768154" y="4928392"/>
            <a:ext cx="1595354" cy="790222"/>
          </a:xfrm>
          <a:prstGeom prst="right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lookup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ldap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3573196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782</TotalTime>
  <Words>38</Words>
  <Application>Microsoft Macintosh PowerPoint</Application>
  <PresentationFormat>On-screen Show (4:3)</PresentationFormat>
  <Paragraphs>8</Paragraphs>
  <Slides>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4" baseType="lpstr">
      <vt:lpstr>Office Theme</vt:lpstr>
      <vt:lpstr>Pictures for this Lecture</vt:lpstr>
      <vt:lpstr>ldap</vt:lpstr>
      <vt:lpstr>ldap</vt:lpstr>
    </vt:vector>
  </TitlesOfParts>
  <Company>Carnegie Mellon University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Frank Pfenning</dc:creator>
  <cp:lastModifiedBy>iliano</cp:lastModifiedBy>
  <cp:revision>38</cp:revision>
  <dcterms:created xsi:type="dcterms:W3CDTF">2011-02-11T13:14:12Z</dcterms:created>
  <dcterms:modified xsi:type="dcterms:W3CDTF">2016-02-14T13:49:42Z</dcterms:modified>
</cp:coreProperties>
</file>