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568" r:id="rId3"/>
    <p:sldId id="292" r:id="rId4"/>
    <p:sldId id="569" r:id="rId5"/>
    <p:sldId id="572" r:id="rId6"/>
    <p:sldId id="575" r:id="rId7"/>
    <p:sldId id="570" r:id="rId8"/>
    <p:sldId id="560" r:id="rId9"/>
    <p:sldId id="563" r:id="rId10"/>
    <p:sldId id="567" r:id="rId11"/>
    <p:sldId id="573" r:id="rId12"/>
    <p:sldId id="571" r:id="rId13"/>
    <p:sldId id="574" r:id="rId14"/>
    <p:sldId id="576" r:id="rId15"/>
    <p:sldId id="577" r:id="rId16"/>
    <p:sldId id="581" r:id="rId17"/>
    <p:sldId id="580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 Virtue" initials="PV" lastIdx="1" clrIdx="0">
    <p:extLst>
      <p:ext uri="{19B8F6BF-5375-455C-9EA6-DF929625EA0E}">
        <p15:presenceInfo xmlns:p15="http://schemas.microsoft.com/office/powerpoint/2012/main" userId="aff125923c5632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16T11:21:38.417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5218 14165 230 0,'0'0'20'0,"0"0"-20"15,0 0 0-15,0 0 0 0,0 0 88 0,0 0 12 16,0 0 4-16,0-6 0 0,0-3-78 0,0 9-15 15,0-10-3-15,0 7-8 0,0-6 8 0,7 3-8 16,-7-4 0-16,0 4 0 0,0 3 8 0,0 3-8 16,0 0 0-16,0 0 0 0,3-10 26 0,-3 4-2 15,0 6 0-15,0 0 0 0,4-3 32 0,-4 3 7 16,0 0 1-16,0 0 0 0,3-6 32 0,-3 6 6 0,0 0 2 16,0 0 0-16,4-10-51 0,-4 10-9 0,0 0-3 0,0 0 0 15,0 0 3-15,3 0 0 0,-3 0 0 0,0 0 0 16,0 0-5-16,4-9-1 0,-1 9 0 0,-3 0 0 15,0 0-15-15,0 0-3 0,0 0-1 0,0 0 0 16,0 0-19-16,0 0 8 0,0 0-8 0,0 0 0 16,7 6 14-16,-3-3-4 0,-4-3-1 0,3 10 0 15,1-1 9-15,0 0 2 0,3 7 0 0,-7-6 0 16,7-1 3-16,-7 0 1 0,3 7 0 0,1-7 0 16,-4 1-12-16,3 9-1 0,1-4-1 0,-1-2 0 15,-3 9-10-15,4-10 0 0,-4 7 9 0,0 3-9 16,3-9 8-16,1 6-8 0,-1-4 10 0,-3 4-10 15,0 0 13-15,4-3-3 0,-4 2-1 0,3-2 0 16,-3 3-9-16,0 0 8 0,4-1-8 0,-4 1 8 0,3 3-8 16,-3-3 0-16,4 3 0 0,0 3 0 0,-4-6 0 15,7 6 0-15,-7-6 0 0,0 0 0 0,0 6 8 0,0-6-8 16,0-1 0-16,0 4 8 0,0-3 2 16,0-6 0-16,0 2 0 0,0 4 0 0,0-3-10 0,0-4 12 15,3 4-12-15,-3 3 12 0,0-3-12 0,0-7 0 16,4 7 0-16,-4-4 8 0,3 7-8 0,-3-3 12 15,4-1-12-15,-4-2 12 0,3 3-12 0,-3-4 8 16,0 4-8-16,4-1 8 0,-1-2-8 0,-3 3 0 16,4 2 0-16,-4-2 8 0,0-3-8 0,3 2 0 15,-3 4 0-15,0-3 8 0,0-4-8 0,0 4 0 0,4 3 0 0,-4-10 0 16,0 7 0-16,0-7 0 0,3 1 0 0,-3 6 0 16,0-7 8-16,0 0-8 0,0 1 0 0,4-7 8 15,-4 9-8-15,0-12 10 0,0 0-10 0,0 10 10 16,3-1 2-16,-3 1 0 0,0-10 0 0,0 9 0 15,-3 0-3-15,3 1 0 0,0-10 0 0,0 9 0 16,-4 1-9-16,4-4 0 0,0 3 0 0,0-9 0 16,-3 10 0-16,3-7 0 0,0-3 0 0,0 12 0 15,-4-2 0-15,4-10 0 0,0 9 0 0,0-9 0 16,0 10 0-16,0-7 0 0,0-3 0 0,-3 9 0 16,3-9 0-16,0 13 0 0,-4-4 0 0,1-6 0 15,3-3 0-15,0 10 0 0,0-10 0 0,-4 9 0 16,1-3 0-16,3-6 8 0,-4 10-8 0,4-7 0 15,0-3 9-15,-3 6-9 0,3-6 10 0,-4 10-10 0,1-1 10 16,3-9-10-16,0 6 10 0,0-3-10 0,0 7 0 16,0-10 0-16,0 0 0 0,-7 6 0 0,7-3 0 15,0-3 0-15,-4 6 0 0,4-6 0 0,0 0 0 16,-4 10 0-16,4-10 0 0,0 0 0 0,0 6 8 0,0-6-8 16,-3 3 0-16,3-3 9 0,0 0-9 0,-7 7 12 15,3-4-12-15,4-3 12 0,-3 6-12 0,3-6 8 16,0 0-8-16,-4 3 8 0,1 3-8 0,-1-2 0 15,4-4 0-15,0 0 0 0,0 6 0 0,0-6 0 16,0 0 0-16,-3 9 0 0,3-9 0 0,0 10 0 16,0-4 0-16,0-6 0 0,0 3 0 0,0-3 0 15,0 0 0-15,3 9 0 0,-3-2 0 0,0-7 0 16,0 0 0-16,0 0 8 0,0 3-8 0,0-3 0 0,0 9 0 16,0-2 0-16,0 2 0 0,0-9 8 0,0 6-8 0,0-6 12 15,-3 3-12-15,3-3 0 0,0 0 9 0,0 0-9 16,-4 7 0-16,4-7 0 0,0 0 0 0,0 0 0 15,0 0 0-15,0 0 0 0,0 0 0 0,0 0 8 16,0 0-8-16,0 0 0 0,0 0 8 0,0 0-8 16,0 0 15-16,0 0-2 0,0 0 0 0,0 0 0 15,0 0 9-15,0 0 2 0,0 0 0 0,0 0 0 16,0 0-10-16,0 0-2 0,0 0 0 0,0 0 0 16,0 0-12-16,0 0 0 0,0 0 0 0,0 0 0 15,0 0 0-15,0 0 0 0,0 0 0 0,0 0 0 16,0 0 0-16,0 0 0 0,0 0 0 0,0 0 0 15,0 0 0-15,7 3 0 0,-7-3 0 0,0 0 0 16,11 6 0-16,-4-6 9 0,0 3-9 0,-7-3 8 0,0 0-8 16,11 0 0-16,-1 0 0 0,4 0 8 0,-7 0-8 15,4 0 0-15,3 0 9 0,0 0-9 0,0 0 0 0,4 0 0 16,-4 0 0-16,4 0 8 0,3 0-8 0,-4 0 8 16,5 0-8-16,-5 0 8 0,1 0-8 0,3 0 8 15,0 0-8-15,-3-3 8 0,3 3-8 0,0-6 0 16,0 6 0-16,0-3 8 0,1 3-8 0,2-7 8 15,-2 7-8-15,-1 0 8 0,0 0-8 0,4-3 0 16,-4-3 8-16,3 6-8 0,1 0 0 0,0 0 0 16,-1 0 0-16,5 0 8 0,-1 0-8 0,0 0 0 0,-3 0 0 15,3 0 0-15,-3 0 0 0,3 0 0 16,-3 0 0-16,3 0 0 0,-7 0 0 0,4-3 0 0,-1 3 0 16,1-6 0-16,0 6 0 0,0 0 0 0,-1 0 0 15,4-7 0-15,-3 4 8 0,3 3-8 0,-3 0 8 16,7 0-8-16,0-6 0 0,-1 6 0 0,1 0 0 0,3 0 0 15,-3-3 0-15,3 3 0 0,-3 0 0 0,3 3 0 16,-6-3 0-16,6 0 0 0,-3 6 0 0,-4-6 0 16,4 0 0-16,3 0 0 0,-3 3 0 0,3-3 0 15,-3 0 0-15,-1 0 0 0,5 0 0 0,-1 0 0 16,0 0 0-16,-3-3 0 0,3 3 0 0,-3 0 0 16,0 0 0-16,0-6 0 0,-1 6 0 0,-2 0 11 15,2 0-11-15,-3 0 0 0,4 0 0 0,-4 0 0 16,1 0 0-16,-1 0 0 0,0 0 0 0,0 0 0 15,-3 6 0-15,0-6 0 0,3 0 0 0,0 0 12 16,-3 3-12-16,3-3-11 0,-7 0 3 0,4-3 0 0,0 6 8 16,-4-6 0-16,0 3 0 0,4 0 0 0,-4 0 0 15,-4-6 0-15,5 6 0 0,-1 0 0 0,-4 0 0 16,5 0 0-16,-5 0 0 0,1 0 0 0,0 0 14 16,-1 0-2-16,1 0 0 0,3 0 0 0,-7 0-12 0,4 0 0 15,-1-3 0-15,5 3 0 0,-1 0 0 0,0-7-16 16,-3 7 3-16,3 0 1 0,-4 0 12 0,4 0 0 15,-6-3 0-15,2 3 0 0,1 0 0 0,3 0 0 16,-7-6 0-16,-3 6 0 0,3 0 0 0,0 0 15 16,-3 0-3-16,3 0-1 0,-4 0-11 0,1 0 0 15,-1-3 0-15,1-3 0 0,0 6 21 0,-4 0-1 16,0 0 0-16,3 0 0 0,-3 0-28 0,4 0-7 16,-1-4-1-16,-2 4 0 0,2-6 26 0,-3 6 5 0,4-6 1 15,-4 3 0-15,7 3-16 0,-3 0 0 0,-1-6 0 0,1 6 0 16,3 0 0-16,0 0 0 0,-4 0 0 0,-2-4 0 15,2 4 0-15,4 0 0 0,0-6 0 0,0 6 0 16,1 0-15-16,-5 0 1 0,-3 0 0 0,4 6 0 16,3-6 22-16,-7 0 5 0,-7 0 1 0,11 4 0 15,-4-4-24-15,0 0-5 0,-7 0-1 0,0 0 0 16,10 0 16-16,-3-4 0 0,-7 4 0 0,0 0 10 16,0 0 2-16,7 0 0 0,4-6 0 0,-8 6 0 15,-3 0-12-15,0 0 0 0,11 0 0 0,-11 0 0 16,7-3 0-16,-7 3 0 0,0 0 8 0,7 0-8 15,0-6 0-15,-7 6-9 0,0 0 9 0,0 0-13 16,0 0 13-16,0 0 0 0,0 0 0 0,0 0 10 16,0 0-10-16,0 0 0 0,0 0 0 0,0 0 0 0,0 0 8 15,0 0 2-15,11 0 1 0,-11 0 0 0,3-3-11 16,-3 3 0-16,0 0 0 0,0 0 0 0,11 0 0 0,-11 0 0 16,0 0 0-16,0 0 0 0,7-7 0 0,-7 7 0 15,0 0 0-15,0 0 0 0,0 0 0 0,7 0 0 16,0-3 0-16,-7 3 0 0,0 0 0 0,0 0 0 15,0 0 0-15,7-6 0 0,-7 6 0 0,0 0 0 16,0 0 0-16,11 0 0 0,-11 0 0 0,0 0 0 16,0 0 0-16,7 0 0 0,-7 0 8 0,0 0-8 15,0 0 0-15,7-3 8 0,-4-4 4 0,-3 7 0 16,0 0 0-16,4-6 0 0,-1 3 0 0,1-3 1 16,-1 3 0-16,-3-4 0 0,0 4-2 0,4-3-1 15,-4-3 0-15,4-1 0 0,-4 1-1 0,3 3 0 0,-3-4 0 16,0 1 0-16,4-4-9 0,-4-3 10 0,0 7-10 15,0 0 10-15,0-7-2 0,3-3-8 0,-6 0 12 0,3 1-4 16,0-1 1-16,0-3 0 0,0-6 0 0,0 9 0 16,0-6-9-16,-4 6 12 0,4-6-12 0,-3-3 12 15,3 9-12-15,-4-6 0 0,4 3 9 0,0-3-9 16,0-1 8-16,0 1-8 0,-4 3 10 0,4-3-10 16,4 0 0-16,-4-3 0 0,-4 3 0 0,4-3 0 15,0 3 0-15,-3-4 0 0,-1 1 0 0,4 0 0 16,-3-3 10-16,-1 9-10 0,1-3 10 0,-1 0-10 15,4 3 9-15,-3-4-9 0,-1 1 8 0,1 0-8 16,3-3 8-16,-4 3-8 0,4 3 0 0,-3-3 8 16,3 0-8-16,0 6 0 0,0-9 0 0,0 3 0 15,0 0 0-15,3 3 0 0,-3-3 0 0,0 6 0 0,0-6 0 16,0 6-11-16,0-6 11 0,0 6-8 0,0-6 8 16,-3 12 0-16,3-2 0 0,0-4 0 0,-4 3 0 0,4 4 8 15,-3-4-8-15,3 7 0 0,-4-7 0 0,4 6 0 16,0-2-10-16,-3-4 10 0,3 7 0 0,-4-1 0 15,0 1 0-15,4 0 0 0,-3-7 0 0,3 7 0 16,-4-7 0-16,4 6 0 0,-3 1 0 0,3 0 0 16,0-4 0-16,-4 1 0 0,4 2 0 0,-3-2 0 15,3-4 0-15,0 7 0 0,-4-1 0 0,1-6 0 16,3 7 0-16,0 0 0 0,0-1-12 0,0 1 12 16,0-1-12-16,0 4 12 0,0 3 0 0,0-3 0 15,-7-4 0-15,7 7 0 0,0 3 0 0,0-6 0 0,-4-3-10 16,4 9 10-16,0 0-8 0,0 0 8 0,0-7-8 15,0 7 8-15,0 0 0 0,-7-3-8 0,7 3 8 0,0 0 0 16,0 0 0-16,-3-6 0 0,-1 6 0 0,4 0 0 16,0 0 0-16,0 0 0 0,-3-3 0 0,3 3 0 15,0 0 0-15,0 0 0 0,-7 0 0 0,7 0-8 16,-11 0 8-16,4 3 0 0,0-3 0 0,0 0 0 16,-4 0 0-16,4 6 0 0,0-6 0 0,0 3-8 15,-4 4 8-15,1-1 0 0,-4-6 0 0,0 3 0 16,-4-3 0-16,4 9 0 0,-4-2 0 0,1-4 0 15,-1-3 0-15,0 6 0 0,1-3 0 0,-1 3 0 16,0-6 0-16,1 4 0 0,-1 2 0 0,0 0 0 16,-3-3 0-16,7-3 0 0,-3 0 0 0,-1 0 0 15,0 6 0-15,1-6 0 0,-1 4 0 0,-3-4 0 16,-4 0 0-16,0 0 0 0,1 0 0 0,-1 0 0 0,0 6 0 16,1-3 0-16,-12-3 0 0,5 0 0 0,-5 6 0 0,5-3 0 15,-5-3 0-15,5 7 0 0,-5-4 0 0,5 3 0 16,-1-6 0-16,0 0 0 0,-3 3 0 0,3 4 0 15,0-7 0-15,1 0 0 0,-5 0 0 0,1 6 0 16,0-3 0-16,3-3 0 0,0 0 0 0,0 0 0 16,1 6 0-16,-1-6 0 0,4 0 0 0,0 0 0 15,-1 0 0-15,1 0 0 0,3-6 0 0,-6 6 0 16,6 0 0-16,-7 0 8 0,0 0-8 0,1 0 0 16,6 0 0-16,-3 0 0 0,-4 0 0 0,4 0 0 15,-4 6 0-15,4-3 0 0,0-3 0 0,-4 0 0 0,7 7 0 16,-3-4 0-16,0-3 0 0,-1 6 0 0,1-6 0 15,4 3 0-15,-5-3 0 0,5 6 0 0,-1-2 0 0,-3 2 0 16,3-6 0-16,0 9 0 0,1-9 0 0,-1 10 0 16,0-10 0-16,1 6 0 0,-1-3 0 0,4 6 0 15,-4-9 0-15,0 10 0 0,8-10 0 0,-4 6 0 16,-1-6 0-16,5 10 0 0,-4-10 0 0,3 6 0 16,0-3 0-16,1-3 0 0,-1 0 0 0,0 0 0 15,1 6 0-15,-1-3 0 0,0-3 8 0,-3 0-8 16,0 0 0-16,0 0 0 0,-4 7 0 0,4-7-8 15,0 3 8-15,-4 3 0 0,4-6 0 0,0 3 0 16,-11 3 0-16,11-6 0 0,-4 10 0 0,1-10 0 16,2 9 0-16,-2-2 0 0,-1-4 0 0,4 3 0 15,0 3 0-15,0-6 0 0,-1 4 0 0,-2-7 0 16,6 9 0-16,-3-9 0 0,3 10 0 0,1-10 0 0,-5 6 0 16,5-3 0-16,-4-3 0 0,3 0 0 0,0 6 0 15,1-6 0-15,-1 0 0 0,7 3 0 0,-6-3 0 0,-1 0 0 16,-3 0 0-16,7 7 0 0,0-7 0 0,0 0 0 15,-4 3 0-15,0-3 0 0,4 0 0 0,0 0 0 16,-3 0 0-16,2 0 0 0,1 0 0 0,0 0 0 16,0 0 0-16,4-3 0 0,-5 3 0 0,5-7 0 15,-4 7 0-15,3 0 0 0,1 0 0 0,-1-3 0 16,0 3 0-16,4-6 0 0,-3 6 0 0,3 0 0 16,0 0 0-16,-7 0 8 0,6 0-8 0,1 0 0 15,0 0 0-15,0 0 0 0,0 0 0 0,4 0 0 0,-4 0 0 16,7 0 0-16,-7-3 0 0,3 3 0 0,4 0 0 0,0 0 8 15,0 0-8-15,0 0-8 0,0 0 8 0,0 0-12 16,-7-6-1-16,7 6-1 0,0 0 0 0,0 0 0 16,-4 0-7-16,4 0-2 0,0 0 0 0,0 0 0 31,0 0-65-31,0 0-14 0,0 0-2 0,0 0-1 16,0 0-130-16,11-7-25 0,0 4-6 0</inkml:trace>
  <inkml:trace contextRef="#ctx0" brushRef="#br0" timeOffset="1837.858">7049 14024 345 0,'0'0'31'0,"0"0"-31"16,0-3 0-16,0-3 0 0,3-3 156 0,-3 9 24 15,0 0 6-15,0 0 1 0,4 0-112 0,-4 0-23 16,0 0-4-16,0 0 0 0,0 0-1 0,0 0 0 16,0 0 0-16,0 0 0 0,0 0-6 0,0 0-1 15,0 0 0-15,0 0 0 0,-4-10 1 0,4 10 0 16,0 0 0-16,0 0 0 0,0 0-2 0,0 0-1 15,0 0 0-15,0 0 0 0,0 0-2 0,0 0 0 16,0 0 0-16,4 10 0 0,-1-1 1 0,1 0 0 16,-1 1 0-16,1-1 0 0,-4-3-10 0,3 4-3 0,1-1 0 0,-1 1 0 15,-3-4-10-15,4 6-2 0,3-5-1 0,-4 5 0 16,-3 1-3-16,4-1-8 0,-4-2 12 0,7 5-4 16,-4 4 1-16,5-3 0 0,-5 3 0 0,1 0 0 15,-1-1 4-15,4-2 1 0,-3 3 0 0,-1 0 0 16,1 6 0-16,3 0 0 0,-4-3 0 0,1 3 0 15,-1-6 1-15,1 6 0 0,-1-6 0 0,1 6 0 16,3-6-1-16,-3-1 0 0,-1 7 0 0,1-6 0 16,3 0 6-16,0-3 2 0,-7 3 0 0,0-1 0 15,7-2-7-15,-4 3-2 0,-3-3 0 0,4 2 0 16,-4-5-13-16,0 3 11 0,0 2-11 0,0 1 10 16,-4 0-10-16,4-3 0 0,0 9 0 0,4-13 0 15,-8 10 0-15,4-3 8 0,0-6 0 0,0 2 0 16,0 4 4-16,0-3 0 0,0-4 0 0,0-2 0 15,4 5 0-15,-4 1 1 0,0-6 0 0,-4-1 0 0,8 7 0 0,-4-4 0 16,-4-2 0-16,4-1 0 0,0 0-13 0,-3 7 0 16,3-7 0-16,-4 1 0 0,1 6 0 0,3-4 0 15,0 1 0-15,3-1 0 0,-3-2 0 0,0 5 9 16,0-5-1-16,0 9 0 0,4-4 0 0,-4-2-8 16,0-4 12-16,3 7-4 0,1-7-8 0,-4 7 0 15,0-4 0-15,0-5 0 0,0 2 0 0,0 1 0 16,-4-1 0-16,4 7 0 0,-3-13 8 0,-1 12-8 15,4-8 0-15,0 2 8 0,0-6-8 0,0 7 8 16,0-1-8-16,4-3 8 0,-4-6-8 0,0 10 0 0,0-7 9 16,3 9-9-16,-3-12 12 0,0 10-1 0,-3-1-1 15,3-6 0-15,0-3-10 0,3 10 10 0,-3-10-10 0,0 0 10 16,0 0-10-16,0 9 12 0,4-3-12 0,-4-6 12 16,-4 10-12-16,1-1 8 0,3-9-8 0,3 10 8 15,-3-10-8-15,-3 9 10 0,3-9-10 0,0 0 10 16,0 0-10-16,3 10 8 0,-3-4-8 0,0-6 8 15,4 9 0-15,-4-9-8 0,-4 10 12 0,4-4-4 16,0-6-8-16,0 9 10 0,0-9-10 0,0 3 10 16,-3 7-10-16,3-10 8 0,0 0-8 0,0 6 8 15,-4 3-8-15,4-9 8 0,0 0-8 0,0 7 8 16,0-7-8-16,0 9 0 0,-3-6 0 0,3-3 0 16,0 0 0-16,0 0 8 0,0 0-8 0,0 10 0 15,0-10 12-15,3 9-2 0,-3-9-1 0,0 0 0 0,0 0 0 16,0 0 0-16,0 6 0 0,0-6 0 0,-3 4-9 15,3-4 0-15,0 0 0 0,0 0 8 0,0 6-8 16,0-6 0-16,0 0 0 0,0 9 0 0,0-9 0 0,0 6 0 16,-4-2 0-16,4-4 0 0,4 9 0 0,-4-9 0 15,0 0 0-15,0 0 0 0,0 0 0 0,0 6 0 16,0-6 0-16,0 3 0 0,0-3 0 0,0 0 0 16,0 0 0-16,-4 10 8 0,4-10-8 0,-7 6 0 15,7-6 0-15,0 0 0 0,0 0 0 0,0 0 0 16,-3 0 0-16,3 0 0 0,0 0 0 0,0 0 0 15,0 0 0-15,0 0 0 0,0 0 0 0,0 0 0 16,0 0-14-16,0 0 5 16,0 0-70-16,0 0-13 0,0 0-4 0,0 0 0 15,0 0-133-15,0 0-27 0</inkml:trace>
  <inkml:trace contextRef="#ctx0" brushRef="#br0" timeOffset="6027.134">8163 14783 748 0,'0'0'67'16,"0"0"-54"-16,0 0-13 0,0 0 0 15,0 0 102-15,0 0 18 0,-3-9 3 0,3 9 1 16,0-3-71-16,0 3-13 0,0 0-4 0,0-10 0 0,0-2-2 0,0 12-1 16,0 0 0-16,0-3 0 0,0-7-5 0,0 10-2 15,0 0 0-15,0 0 0 0,0 0 4 0,0 0 1 16,0 0 0-16,0 0 0 0,-11 0-12 0,11 0-3 16,0 0 0-16,-7 3 0 0,4 4-5 0,-4 2-2 15,-1 0 0-15,-2 1 0 0,3 6 4 0,0-7 1 16,0 0 0-16,0 10 0 0,0-3 6 0,0-4 0 15,0-2 1-15,-1 5 0 0,1 1-8 0,4-3-1 16,-4-4-1-16,3 7 0 0,-3-7-11 0,7 1 0 16,-3-1 0-16,3 0 0 0,0-9 0 0,0 10 8 15,0-10-8-15,0 0 0 0,7 6 13 0,-7-6-2 16,7 9-1-16,-4-2 0 0,4-4 22 0,0-3 4 16,4 0 0-16,-4 0 1 0,0-3-3 0,0-4-1 15,4 7 0-15,-4-3 0 0,0-3-13 0,0 0-4 0,0 3 0 16,4-4 0-16,-4-2-6 0,0 6-2 0,0-7 0 0,0 1 0 15,0 0-8-15,0-4 0 0,0 4 0 0,-3-1 0 16,3 1 8-16,-4-1-8 0,-3-5 12 0,4 5-4 16,-1 1 0-16,-3 6 0 0,0-7 0 0,0 1 0 15,0 0 2-15,0 2 0 0,0 7 0 0,-3-9 0 16,-1 3-1-16,4 6 0 0,0 0 0 0,0 0 0 16,0 0-9-16,0 0 8 0,-3-3-8 0,3 3 8 15,-7 0-8-15,7 0-9 0,-8 3 9 0,5-3-13 16,-4 6 13-16,3-3-9 0,-3 3 9 0,4 4-8 15,-1-1 8-15,1 1 0 0,3-1-9 0,-4 0 9 16,1-2 0-16,3 8 0 0,0-5-9 0,0-1 9 16,0-6 0-16,0-3-10 0,0 0 10 0,3 10-8 15,1-1 8-15,-4-9-12 0,0 0 12 0,7 6-12 16,-7-6 12-16,0 0 0 0,0 0 0 0,7 10 0 0,-7-10 0 16,7 0 0-16,0 6 0 0,-7-6 0 0,0 0 0 15,7-6 0-15,0 6 8 0,-7 0-8 0,4-10 0 0,-1 10 9 16,-3-9-9-16,4 3 0 0,-4 3 8 0,0-7-8 15,0 4 0-15,0-4 0 0,-4 1 8 0,1 0-8 16,-1 2 0-16,1 4 0 0,-1-3 0 0,0 3 0 16,-3-3 0-16,7 6 0 0,-3-10 0 0,3 10 10 15,-7 0-10-15,3-3 8 0,4 3-8 0,-7 0 0 16,0-6 0-16,7 6 0 0,0 0-8 0,0 0 8 16,-7 0 0-16,7 0 0 0,0 0 0 0,-7 6 0 15,4-3 0-15,3-3 0 0,-8 0-9 0,1 10 9 0,7-10 0 16,-3 6 0-16,-4-3 0 0,3 3 0 0,4-3 0 15,0-3 0-15,-3 10 0 0,3-10 0 0,-4 6 0 0,4-6 0 16,0 0 0-16,0 9 0 0,0-9 0 0,0 0 0 16,0 0 0-16,0 0 0 0,0 0 0 0,0 0 0 15,0 0 0-15,0 0 0 0,0 0 0 0,0 0 0 16,0 0 0-16,0 0 0 0,0 0 9 0,7 0-9 16,-7 0 12-16,0 0-2 0,7 0-1 0,0-9 0 15,0 3 1-15,4 3 0 0,-7-4 0 0,3 4 0 16,0-3-10-16,3 3 10 0,-6-3-10 0,3-4 10 15,0 10-10-15,-4-9 0 0,-3 9 0 0,0 0 0 16,0 0 0-16,8 0 0 0,-8 0 0 0,0 0 0 16,0 0 0-16,0 0 0 0,0 0 0 0,0 0 0 15,0 0-9-15,0 0 9 0,0 0 0 0,0 0 0 0,-8 0 0 16,1 0 9-16,0 6 1 0,0-3 0 0,4-3-10 16,-8 6 0-16,4-2-10 0,0 2 10 0,0-3 0 15,3 3 0-15,-3-3 0 0,0 4 0 0,0-4 0 0,4 3 0 16,-4 3 0-16,7-9 0 0,-4 10 0 0,1-1-9 15,3-9 9-15,-4 10 0 0,4-4 0 0,0 3 0 16,0-9 12-16,-3 10-4 0,3-10-8 0,0 0-12 16,0 0 4-16,0 9 0 0,0-9 8 0,0 0 0 15,0 0 0-15,0 0 0 0,0 0 0 0,0 0 9 16,0 0-1-16,0 0-8 0,0 0 10 0,0 0-10 16,0 0 8-16,0 0-8 0,0 0 19 0,0 0-2 0,0 0 0 15,0 0 0-15,0 0-5 0,0 0-2 0,0 0 0 16,0 0 0-16,0 0-10 0,0 0 0 0,0 0 9 0,0 0-9 15,0 0 0-15,0 0 8 0,0 0-8 16,0 0 0-16,0 0 12 0,0 0-1 0,0 0-1 0,0 0 0 16,0 0 4-16,0 0 1 0,3-3 0 0,-3 3 0 15,0 0-7-15,7-6 0 0,-7 6-8 0,4-10 12 16,-1 10-4-16,1-9 0 0,-1 3-8 0,-3 6 12 16,0 0-12-16,7 0 0 0,0-3 0 0,-7 3 0 15,4-7 0-15,3 4 0 0,0-3 0 0,-7 6 0 16,0 0 0-16,7 0 0 0,4-3 0 0,-4 3 0 15,-7 0 0-15,7-7 0 0,0 7 0 0,3-3 0 16,1-3 0-16,0 6 8 0,-4 0-8 0,3-6 0 16,4 3 0-16,4 3 8 0,-7-7-8 0,3 7 0 15,0-9 0-15,-4 9 9 0,5-3-9 0,-1-3 8 0,0 6-8 16,3-10 0-16,1 10 9 0,0-3-9 0,-1-3 0 16,1 3 0-16,-4-4 0 0,4-2 0 0,3 3 11 15,-4 3-3-15,1-4 0 0,0-2 0 0,3-1-8 0,-3 10 12 16,3-9-12-16,-4 3 12 0,5 3-12 0,-5-4 0 15,4-2 0-15,1 6 0 0,-1-3 0 0,0 2 0 16,4-2 0-16,-1-3-11 0,-3 9 11 0,4-10 8 16,3 10-8-16,-3-9 11 0,0 3-11 0,-1 2 0 15,1-2 0-15,0 3-11 0,-4-3 11 0,0 3 0 16,0-4 0-16,0 4 0 0,-3-3 0 0,3-3 0 16,0 9 10-16,1-7-10 0,-1 4 8 0,0-3-8 15,0 6 0-15,4-3 0 0,-4-4 0 0,7 7 0 0,-3-3 0 16,-4-3 0-16,0 6 0 0,4 0 0 0,3-9 8 15,-3 9-8-15,0 0 0 0,-1-3 0 0,1-4 0 0,0 7 0 16,-1-6 0-16,-3 6 0 0,4-3 0 0,0-3 0 16,-4 6 0-16,4-4 0 0,-4-2 0 0,4 6 0 15,-4-3 0-15,0-3 0 0,4 6 0 0,-4-3 0 16,3 3 0-16,1-7 8 0,-4 7-8 0,4 0 9 16,3-3-9-16,0 3-17 0,-6-6 4 0,2 6 1 15,1 0 12-15,3 0 10 0,-3 0-2 0,-4 0 0 16,4-6-8-16,-1 6 0 0,5-3 0 0,-1 3 0 15,-3 0 0-15,-1 0 0 0,5 0 0 0,2 0 8 16,5 0-8-16,-5-7 0 0,-10 7 0 0,4 0 0 16,10 0 0-16,-6 0 0 0,-12 0 0 0,4 0 0 15,4 0 0-15,0 0 0 0,-4 7 0 0,0-7 0 0,-3 0 0 16,-1 0 0-16,12 0 8 0,-5 0-8 0,-9 0 0 16,9 0 0-16,8 0 0 0,-4 0 0 0,0 3 0 15,-3-3 0-15,3 6 0 0,1-6 0 0,9 0 0 16,-2 0-17-16,-15 9 4 0,7-9 1 0,4 7 12 0,-4-4 16 15,-3-3-3-15,-4 6-1 0,0-3-12 0,4 3 0 16,-1-2 0-16,-2 2 0 0,-8-3 21 0,7 3-1 16,4-6-1-16,-1 7 0 0,-3-4-30 0,4-3-5 15,3 0-2-15,8 6 0 0,2-6 18 0,-6 3 0 16,-4-3 0-16,4 0 0 0,3 6 0 0,-3-6 0 16,-7 3 0-16,0-3 0 0,3 7 11 0,-4-7 5 15,1 3 2-15,0 3 0 0,-4-3-18 0,0 4 0 0,4-4 0 16,-4 3 0-16,4 0-11 0,-1-3-5 0,-2 7-2 0,2-4 0 15,-3-3 18-15,1 3 0 0,-1-2 0 16,0 2 0-16,0-3 11 0,0 3 5 0,-3-6 2 0,3 7 0 16,-7-4-18-16,4-3 0 0,-1 0 0 0,1 6 0 15,-4-3 0-15,0-3 0 0,0 0 0 0,-3 0 0 16,3 6 0-16,0-2 0 0,-7-4 0 0,4 0 0 16,-1 0 0-16,-2 0-9 0,-1 6 1 0,-7-6 0 15,0 0 8-15,7 0 11 0,0 0-3 0,-7 0 0 16,0 0-8-16,0 0 0 0,0 0 0 0,7 3 0 15,-7-3 0-15,0 0 0 0,0 0 0 0,7 0 0 16,-7 0 0-16,0 0 0 0,0 0 11 0,0 0-11 16,0 0 15-16,0 0-3 0,0 0-1 0,0 0 0 15,0 0-11-15,0 0 10 0,0 0-10 0,0 0 10 16,0 0-2-16,0 0-8 0,0 0 12 0,0 0-4 16,0 0 0-16,0-3-8 0,0 3 12 0,3-6-4 0,1-4-8 15,-4 10 0-15,3-3 0 0,-3 3 8 0,0-6-8 0,0-4 0 16,0 10 0-16,0-6 8 0,0-3-8 0,0 5 0 15,-3-2 9-15,-1-3-9 0,4 6 21 0,-3-4 0 16,-1-2 0-16,1 3 0 0,-4-4-21 0,0 7 0 16,3-3-10-16,-3-4 10 0,0 1 0 0,-4 0 0 15,4-1 0-15,0 1 0 0,0 3 0 0,-3-4 0 16,-1 1 0-16,1-1 0 0,-1 7 0 0,0-9 0 16,1 2 0-16,-1 1 0 0,1 6 0 0,-1-4 0 15,0-2 0-15,1 6 0 0,-1-3 0 0,1-1 0 16,3 4 0-16,0-3 0 0,0 6 0 0,3-3 0 0,4 3 0 15,0 0 0-15,0 0-12 0,0 0 12 0,0 0-12 0,0 0 12 16,0 0-18-16,0 0 3 0,0 0 1 0,0 0 0 16,0 0 2-16,0 0 0 0,7 3 0 0,0 3 0 15,0 4 12-15,0-4-11 0,4-3 11 0,-1 6-10 16,1-2 10-16,3-4-12 0,-3 6 12 0,3-2-12 16,-4 2 12-16,1-3-10 0,3-3 10 0,-3 7-10 15,3-4 10-15,-4 3 0 0,1-5 0 0,-1 2 0 16,1-3 0-16,-4 3 0 0,0 4 0 0,0-4-8 15,0-3 8-15,-3 6 0 0,-4-9 0 0,3 7 0 16,1-4 0-16,-4-3 0 0,3 9 0 0,-3-9 0 16,0 0 0-16,4 7 0 0,-4 2 0 0,0-9 0 15,0 6 0-15,0-6 0 0,-4 3 0 0,4-3 0 16,0 0 0-16,0 10 0 0,-3-4 0 0,-4-3 8 0,3 7-8 16,1-4 0-16,-1-3 0 0,1 3 8 0,-4 4-8 15,0-1 0-15,3-3 8 0,-7-2-8 0,4 5 0 16,-3 0 9-16,3-2-9 0,-4 2 0 0,1 0 11 15,-4 1-11-15,3-4 10 0,-3 4-10 0,3-7 12 0,-3 3-4 16,0 3-8-16,0-2 12 0,3-4-12 0,-3 6 0 16,4-3 8-16,-1-2-8 0,0 2 0 0,4-3 0 15,-3 6 0-15,-1-9 0 0,4 7 0 0,0-4-10 16,0 3 2-16,0-6 0 0,3 9-4 0,1-9 0 16,-8 7 0-16,4-4 0 15,7-3-76-15,-3 6-15 0,-1-6-3 0,1 0-1 16,3 0-109-16,0 0-21 0</inkml:trace>
  <inkml:trace contextRef="#ctx0" brushRef="#br0" timeOffset="9708.541">12495 14040 864 0,'0'0'76'0,"0"0"-60"0,0 0-16 0,0 0 0 0,0 0 161 0,-7 3 30 0,7-3 5 0,-3 6 2 15,-4 4-147-15,3-4-30 0,1-3-5 0,-1 7-2 16,4-4-14-16,0 3 0 0,-3 1 0 0,3-1 0 15,0 1 0-15,0-1 8 0,0-3-8 0,-4 4 0 16,4-1 16-16,4 0-4 0,-4 1 0 0,0-1 0 16,0 7 44-16,3-3 8 0,1 2 1 0,-4 1 1 15,0-4-8-15,3 7-2 0,-3-3 0 0,4 3 0 16,-1 0-24-16,1 6-6 0,-4-7-1 0,3 1 0 16,4 6-4-16,-3 0-1 0,-4-6 0 0,0 6 0 15,3-3-4-15,1 0-2 0,0 0 0 0,-4 3 0 16,0-6-2-16,3 9 0 0,1-3 0 0,-1-6 0 15,-6 6 0-15,3 0 0 0,3-3 0 0,1 3 0 0,-4 1 4 16,0-1 1-16,0-3 0 0,0 3 0 0,3-7-3 16,-3 8-1-16,0-8 0 0,4 1 0 0,-1 0-4 0,-3-3-1 15,-3 2 0-15,3-2 0 0,0-3-8 0,0 2 0 16,0 4 0-16,0-3 8 0,0-4-8 0,-4 4 0 16,4 3 0-16,0-3 0 0,0 2 11 0,-3-2-3 15,3-3-8-15,0 5 12 0,0-2-12 0,0 3 0 16,0-3 0-16,-4-4 0 0,4 4 18 0,0 0-2 15,-3-4-1-15,-1 4 0 0,4 3 3 0,-3-4 1 0,3-2 0 16,-4 2 0-16,4 4-6 0,-4-3-1 0,4-4 0 16,-3 4 0-16,3 3-12 0,0-3 8 0,0-4-8 15,3 4 0-15,-3 0 0 0,0-4 8 0,-3 4-8 0,3-7 0 16,0 10 0-16,0-10 0 0,0 7 0 0,0-7 0 16,0 1 0-16,0 6 0 0,0-7 0 0,0 4 0 15,-4-7 0-15,4 3 8 0,4 1-8 0,-4-1 9 16,0 0 3-16,-4-2 1 0,8-4 0 0,-4 6 0 15,0-2-3-15,0-7-1 0,0 9 0 0,3-3 0 16,-3-6-9-16,0 3 0 0,0-3 9 0,4 10-9 16,-4-10 20-16,4 6-1 0,-4-6 0 0,0 0 0 15,0 0-19-15,0 0-16 0,0 0 4 0,0 0 0 16,0 0 12-16,0 0 10 0,0 0-2 0,0 0 0 16,0 0 11-16,0 0 1 0,0 0 1 0,0 0 0 15,0 0-5-15,0 0-2 0,0 0 0 0,0 0 0 16,0 0-5-16,0 0-1 0,0 0 0 0,0 0 0 0,0 0-8 15,0 0-11-15,0 0 3 0,0 0 0 0,0 0 8 16,0 0 16-16,0 0-4 0,0 0-1 0,0 0-11 0,0 0 0 16,0 0 0-16,0 0-11 0,0 0 11 0,0 0 0 15,0 0 0-15,0 0 0 0,0 0 0 0,0 0 0 16,0 0 0-16,0 0 0 0,0 0 0 0,0 0 0 16,0 0 0-16,0 0 0 0,0 0 0 0,0 0 0 15,0 0 0-15,0 0 0 0,0 0 0 0,7 3 0 16,-7-3 0-16,0 0 0 0,0 0 0 0,0 0 0 15,10 6 0-15,1-2 0 0,-11-4 0 0,7 0 0 16,3 6 0-16,-3-6 0 0,4 0 0 0,0 3 0 16,-4 3 0-16,0-6 0 0,3 10 0 0,1-10 0 15,-1 6 0-15,1-3 0 0,0-3 0 0,3 6 0 0,0-3 0 16,-4-3-8-16,5 7 8 0,-1-7 0 0,3 3 0 16,-3-3 0-16,4 6 8 0,-4-6-8 0,4 0 10 0,-4 3-10 15,4 4 23-15,-4-7-2 0,0 0 0 0,3 6 0 16,1-3-21-16,-4-3 0 0,4 0 0 0,-1 0 0 15,1 0-11-15,0 0 11 0,3 0-13 0,0 0 5 16,-3 6 8-16,3-6 0 0,4-6 0 0,-1 6 0 16,1 6 0-16,0-6 0 0,3 0 0 0,0 0 0 15,-3 3 0-15,3-3 0 0,-3 0 0 0,-1 0 0 16,1 0 0-16,-4 0 0 0,4 0 0 0,-4 0 0 16,4 0 8-16,-1 0 1 0,1 0 0 0,0 0 0 15,3 0-9-15,0 0 0 0,1 0 0 0,-1 0 0 16,-4 0 0-16,5 0 0 0,-1 0-12 0,-3 0 12 15,3 0 0-15,0 0 0 0,0 7 0 0,0-7 8 16,-3 3-8-16,0-3 0 0,0 0 0 0,-1 6 0 0,1-12 0 0,0 12 0 16,-1-6 0-16,1 3 0 0,3-3 0 0,-3 0 0 15,0 0 0-15,-1 6 0 0,5-6 0 0,-5 4 0 16,1-4 0-16,3 0 0 0,-3 0 0 0,3 0 0 16,0 6 0-16,-3-6 0 0,0 0 0 0,3 0 0 15,-3 0 0-15,-1 0 0 0,1 3 0 0,-4-3 10 16,4 6-1-16,0-6 0 0,3-6-9 0,-4 6-11 15,1 0 3-15,0 6 0 0,7-6 8 0,-4 0 0 16,-3 0 0-16,3 0 0 0,0 7 0 0,-3-4 0 16,3 3 0-16,0-3 0 0,-3-3 0 0,3 0 11 0,0 6-3 15,-3-6 0-15,0 0-8 0,-1 0-9 0,1 0 9 16,0 0-13-16,-1 0 13 0,-2 0 0 0,2 0 0 16,1 0 0-16,3 0 0 0,-3-6 0 0,-7 6 0 0,3 0 0 15,0 0 0-15,4 0 0 0,-4 0 0 0,3 6 0 16,-6-6 0-16,0 0 0 0,3 0 0 0,0 0 0 15,-3 3 0-15,3-3 13 0,-4 0-4 0,5 0-1 16,-5 7-8-16,1-7-11 0,0 0 3 0,-1 0 0 16,1 0 8-16,3 0 0 0,-3 0 0 0,-1 0 0 15,1 0 0-15,0 0 0 0,3 0 0 0,-7 0 0 16,3 0 0-16,1 0 0 0,0 0 0 0,-1 0 0 16,1 3 0-16,0-3 0 0,-4 0 0 0,3 6 0 15,-6-6 0-15,3 3 0 0,-3-3 0 0,6 0 0 16,-3 0 0-16,1 7 0 0,-1-7 0 0,0 0 0 15,0 0 0-15,0 0 0 0,-3 0 0 0,3 0 0 0,0 0 0 16,-4 6 0-16,5-6 0 0,-5 0 0 0,1 0 0 16,-1 0 0-16,4 0 0 0,-3 0 0 0,0 0 0 15,3 0 0-15,-4 0 0 0,4 0 8 0,-3 0-8 0,0 0 0 16,-1-6 0-16,4 6 0 0,0 0 0 0,-3 0 0 16,-1 0 0-16,5 0 0 0,-5 0 0 0,4 0 0 15,0-7 0-15,-3 7 8 0,0-3-8 0,-1 3 0 16,1 0 0-16,-1 0 0 0,-3 0 0 0,4 0 0 15,0 0 0-15,-4 0 0 0,3 0 0 0,-3 0 0 16,4 0 0-16,-4-6 0 0,-7 6 0 0,7 0 0 16,4 0 0-16,-4 0 8 0,0 0-8 0,-7 0 8 0,3 0-8 15,-3 0 8-15,11-3-8 0,-4 3 8 0,0-7-8 16,-7 7 8-16,0 0-8 0,7 0 0 0,3 0 0 16,-2 0 0-16,-1 0 0 0,-4 0 0 0,4 0 0 0,-7 0 0 15,11 0 0-15,-4 0 0 0,-7 0 0 0,7 0 0 16,-7 0 0-16,7 0 0 0,0 0 8 0,-7 0-8 15,0 0 0-15,0 0 0 0,0 0 0 0,7-3 0 16,-7 3 0-16,7 0 0 0,-7 0 8 0,0 0-8 16,0 0 0-16,7-6 0 0,-3 6 0 0,-4 0 0 15,0 0 0-15,0 0 0 0,0 0 0 0,7-3 0 16,-7 3 11-16,7-6-3 0,-7 6 0 0,7-3 0 16,-4-4 0-16,1-2 0 0,-1 3 0 0,-3 2 0 15,0-2 7-15,4-3 1 0,-4-1 0 0,0 1 0 16,3 0-16-16,-3-1 0 0,0 1 0 0,0-7 0 15,0 4 9-15,0-4-1 0,4 0 0 0,0-3 0 16,-1 7-8-16,-3-4 0 0,0-3 0 0,0 4 0 0,4-4 0 16,-4 3 0-16,0-3 0 0,0 0 0 0,3 1 0 0,-3-1 0 15,0-3 0-15,0 3 0 0,4 0 0 0,-4-6 10 16,0 3-10-16,0-3 10 0,0 0-1 0,3-3 0 16,-3 0 0-16,4-7 0 0,-4 10-9 0,0-3 0 15,0 0 0-15,0 3 0 0,0-4 0 0,-4 4 0 16,4-3 0-16,-3 3 8 0,3 6-8 0,3-6-9 15,-3-3 9-15,0 9-13 0,0-6 13 0,0 6 0 16,0-6 0-16,0 6 0 0,0-6 0 0,0 6 8 16,0-3 0-16,0 0-8 0,-3 0 0 0,3-3 0 15,0 0 0-15,0 6 0 0,0-6 0 0,0 7 0 16,0-1-12-16,0 0 12 0,0 3 0 0,0-3 0 0,0 1 11 16,-4 2-3-16,4-3-8 0,0 0 0 0,-3 4 0 0,3-4 0 15,0 0-9-15,0 3 9 0,0-3-10 0,0 7 10 16,0-10 0-16,0 9 0 0,0-5-8 0,-4-4 8 15,4 3 0-15,-3 6 0 0,3-2 0 0,-4-4 0 16,0 3 0-16,4-3-9 0,0 4 9 0,-3 5 0 16,3-9 0-16,-4 7 0 0,1-4 0 0,-1 7-8 15,4-1 8-15,-3-5 0 0,-1 5 0 0,1 1 8 16,3-1-8-16,-4 1-8 0,4-7 8 0,0 7-12 16,-3 0 12-16,3-1 16 0,0 4-4 0,-4-4-1 15,1 7-11-15,3-6 0 0,0 3 0 0,-4-4 0 16,4 1-9-16,-3-1 9 0,-1 4-12 0,1 3 12 15,3-3 0-15,0 3 0 0,-4-4 0 0,1-2 0 0,3 9-8 16,0 0 8-16,-4 0 0 0,4 0 0 0,0-9 0 16,-4 2 0-16,1 4 0 0,-1-3 0 0,4 6 0 0,0 0 0 15,-3-10 0-15,-1 7 0 0,1-3 0 0,3 3 0 16,-4-3 0-16,1 6-10 0,3 0 10 0,-4-10 0 16,1 10 0-16,-1-9 8 0,4 9-8 0,-7 0 0 15,4-6 0-15,-4 2 0 0,3 4 0 0,4 0 0 16,-4-6 0-16,-3 6 0 0,4-3 0 0,3 3 0 15,-7 0 0-15,3-6-8 0,-3 6 8 0,0-3 0 16,0-4 0-16,0 7 8 0,0 0-20 0,0 0-4 16,0-3-1-16,0-3 0 0,0 6 17 0,-4 0 0 15,4-3 8-15,4 3-8 0,3 0 0 0,-11-6-8 16,0 6-1-16,-3-7 0 0,0 4 9 0,4 3 0 0,-4 0 0 16,3 0 0-16,-7 0 0 0,1 0 0 0,3-6 0 15,-4 6-8-15,0 0-1 0,1 0 0 0,-1 0 0 0,-3 0 0 16,3 0 17-16,-3 0 3 0,0 0 1 0,0 0 0 15,0 0-12-15,-4 0 0 0,0 0 0 0,0 0 0 16,-3 0 0-16,4 0 0 0,-1-3-12 0,-7 3 12 16,4 0-13-16,-4 0 5 0,4 0 8 0,0 0-13 15,-4-7 13-15,4 7 15 0,-4 0-3 0,0 0-1 16,4 0-11-16,-4 0 0 0,-3 0 0 0,3 0-11 16,-3 0 11-16,3-3 0 0,-7 3 0 0,8 0 0 15,-1 0 0-15,-3-6 0 0,-1 6 0 0,1 0 0 16,0 0 0-16,3 0 8 0,-3 0-8 0,3 0 11 15,0-3-11-15,1 3-17 0,-1-6 4 0,0 6 1 16,0-4 12-16,1-2 13 0,-1 6-2 0,4-3-1 16,-8-3-10-16,5 0 0 0,-5 2 0 0,4 4 0 0,1-6 0 0,3 3 0 15,-4-3 0-15,4 3 0 0,-4-4 0 0,4 7-14 16,3-9 2-16,-7 6 0 0,4-3 12 0,0-4 16 16,-4 4-3-16,0 3-1 0,4-4-12 0,-4 4 0 15,0-3 0-15,1 3-10 0,-1-3 10 0,0 6 0 16,0 0 0-16,4 0 0 0,-4-4 0 0,1-2-13 15,-1 6 5-15,4 0 8 0,0-3 0 0,-4-3 0 16,4 6 0-16,-4-6 0 0,4 6 0 0,-4-4 0 16,4 4 9-16,-1-6-1 0,1 3-8 0,0-3 0 15,0 6 0-15,3-3 0 0,0 3 0 0,1-7 0 16,-1 7 0-16,0-3 0 0,1-3 0 0,-1 6 0 0,0 0 0 16,0 0 0-16,4 0 0 0,-3 6 8 0,2-6-8 15,-2 0 0-15,3 3 0 0,-1-3 0 0,5 0 0 0,-4 0-8 16,-1 0 8-16,1 0 0 0,0 0 0 0,0 0 0 15,0 0 0-15,3 0 0 0,1 0 0 0,-5 0 0 16,5 0 0-16,-1 0 0 0,0 0 0 0,1 7 0 16,3-7-8-16,0 3 0 0,-4-3 0 0,4 0 0 15,-4 0 8-15,4 0 11 0,-4 0-3 0,4 0 0 16,-3 6-8-16,3-6 12 0,-1 0-12 0,1 0 12 16,-3 0-12-16,3 0 0 0,-4 3 0 0,4-3 0 15,-4 0 0-15,4 0 0 0,0 0-12 0,-4 0 12 16,1 0 0-16,3 0 0 0,-4 0 0 0,4 0 0 15,-4 0 0-15,8 6 0 0,-4-12 0 0,3 6 0 16,0 0 0-16,1 0 0 0,-1 0 0 0,1-3 0 16,-5 3 0-16,8 0 0 0,0 0 0 0,-3 0 0 0,-1-6 0 15,4 6 0-15,0 0 0 0,0 0 0 0,0 0 0 16,0 0 0-16,0 0 0 0,7 0 12 0,-7 0-12 0,0 0 0 16,0 0 0-16,7 0 0 0,0 0 0 0,-7 0 0 15,0 0 0-15,7 0 0 0,0 0 0 0,-7 0 0 16,7 0 0-16,-8 0 0 0,8 0 0 0,0 0 0 15,0 0 0-15,0 0-11 0,-3 0 11 0,3 0 0 16,0 0 0-16,0 0 8 0,-7 6-8 0,7-6-10 16,0 0 10-16,0 0-13 0,0 0 13 0,-4 3 0 15,4-3 0-15,0 0 0 0,0 0-8 0,0 0 8 16,0 0 0-16,0 0-9 0,-3 6 9 0,3-6 0 16,0 0 0-16,-4 10 0 0,1-4 0 0,3-6 0 0,0 0 8 0,0 0-8 15,0 9 0-15,0-9 0 0,0 0 0 0,0 0 0 16,0 0 0-16,0 0 0 0,0 10 0 0,0-10-8 15,0 0 8-15,0 0 0 0,3 9 0 0,-3-6 0 16,4 7 0-16,-4-10 0 0,0 9 0 0,0 7 0 16,0-7 0-16,3 7 0 0,-3-7 0 0,0 7 8 15,0-3-8-15,0 2 0 0,0-2 0 0,4 3-8 16,-4-1 8-16,3-2 0 0,-3 2 0 0,0 4-8 16,4-9 8-16,-4 5 0 0,3-2 8 0,1-7-8 15,0 10 0-15,-4-7 0 0,3 1 0 0,-3-1-8 16,0 0 8-16,0 1 0 0,0-4 0 0,0 4 0 15,0-1-12-15,4-6 0 0,-4-3 0 0,0 0 0 16,0 0-97-16,3 9-20 0,1-2-4 16,-1-4-1-16,4 3-133 0,0-6-26 0</inkml:trace>
  <inkml:trace contextRef="#ctx0" brushRef="#br0" timeOffset="10604.32">14383 13924 1324 0,'0'0'59'0,"0"0"12"0,7-6-57 0,-4 6-14 15,-3 0 0-15,11-10 0 0,-4 10 91 0,0-3 15 16,0-3 3-16,0 6 1 0,-7 0-94 0,11 0-16 15,-11 0 0-15,0 0-13 0,0 0 13 0,7 0-9 16,0 0 9-16,-7 0-8 0,0 0 8 0,0 0 16 16,7 0-4-16,-7 0-1 0,7 6 21 0,-7-6 4 15,0 0 0-15,0 0 1 0,0 0 18 0,7 3 3 16,-7-3 1-16,0 0 0 0,4 10-8 0,-1-1-2 16,1-3 0-16,-1 4 0 0,-3-1-5 0,4-2 0 15,-4 2-1-15,3-6 0 0,-3 6-15 0,4 1-4 16,-4 6 0-16,3-7 0 0,1 7-6 0,-1-4-2 0,1 4 0 15,-1 3 0-15,1-1-6 0,-1-2-2 0,1 12 0 16,-4-9 0-16,3 16-8 0,-3-10 0 0,0 3 0 16,0 7 8-16,0-1-8 0,0-6 0 0,0 7 0 0,-3-1 0 15,3-2 0-15,-4 2 8 0,4 1-8 0,0 2 8 16,-3-2-8-16,3 2 0 0,0 4 9 0,-4-3-9 16,4 6 30-16,-3-7 2 0,3 7 0 0,-4-9 0 15,4 9-16-15,-3-7-4 0,-1-2 0 0,1 9 0 16,-1-7-3-16,1 7-1 0,-1-6 0 0,1 6 0 15,-1 0-8-15,1-1 8 0,3 1-8 0,-4-6 8 16,-3-4 4-16,7 4 1 0,-4-3 0 0,1-7 0 16,3 6-3-16,-4-5-1 0,4-4 0 0,0 0 0 15,0 0 3-15,0-3 0 0,0 3 0 0,4-6 0 16,-4-1 0-16,3 1 1 0,1 3 0 0,-1 0 0 0,1-6-13 16,0 3 0-16,-4-1 0 0,3-2 0 0,1 0 0 15,-1-4 0-15,1-2 0 0,3-1 0 0,-7 1 9 0,3-4-9 16,-3-6 8-16,0 0-8 0,0 0 8 0,4 9-8 15,-4-9 0-15,0 0 8 0,0 0-19 0,0 0-4 16,0 0-1-16,0 0 0 16,0 0-28-16,0 0-5 0,7 7-2 0,-7-7 0 15,0 0-31-15,0 0-6 0,0 0-2 0,0 0 0 16,7 3-118-16,-7-3-23 0</inkml:trace>
  <inkml:trace contextRef="#ctx0" brushRef="#br0" timeOffset="14963.289">15607 14949 864 0,'0'0'76'0,"0"0"-60"0,0 0-16 0,0 0 0 0,0 0 177 0,0 0 33 15,0 0 6-15,0 0 2 0,0 0-142 0,0-6-29 16,0-3-6-16,0 9-1 0,0 0-27 0,0 0-5 16,0-3-8-16,0 3 11 0,0 0-11 0,0 0 0 15,0 0 0-15,0 0 8 0,0 0 8 0,3-7 0 16,-3 7 1-16,0 0 0 0,-3-9 20 0,3 9 4 15,-7 0 1-15,3 0 0 0,-6 0-10 0,3 0-1 16,0 3-1-16,0 3 0 0,0 4-10 0,-4-4-3 0,4-3 0 16,0 7 0-16,0-1-17 0,0 0 8 0,0-2-8 15,0 2 0-15,3-3 0 0,1 4 0 16,-1-1 0-16,0 1 0 0,4-1 0 0,-3 0 0 16,-1 1 0-16,1-1 0 0,3 1 16 0,3-1-3 0,-3 0-1 0,4-2 0 15,-4 2-12-15,3 0 0 0,1 1 0 0,0-4 0 16,-1 4 0-16,-3-10 0 0,4 3 0 0,-4-3 0 15,7 6 10-15,0-6 2 0,-7 0 1 0,7 0 0 16,-7 0 7-16,10 0 2 0,-3-6 0 0,4 6 0 16,-4-10 13-16,-3 7 2 0,3-3 1 0,0 3 0 15,-4-7-22-15,1 4-5 0,3-3-1 0,-4 2 0 16,1-2 7-16,-4 0 2 0,3-1 0 0,-3 1 0 16,0-1 5-16,-3 1 0 0,3 3 1 0,-4-4 0 15,-3 1-12-15,4-1-2 0,-4 1-1 0,3 3 0 16,-3 3-10-16,0-4 0 0,0 4 0 0,0-3 0 15,0 3 0-15,0 3 0 0,0 0 0 0,-4 3 0 0,4-3 0 16,0 6 0-16,0-3 0 0,0 4 0 0,-4-4-8 0,4 9-1 16,-3-2 0-16,3-1 0 0,0 1 9 15,3-7 0-15,-3 6 0 0,4 4 0 0,3-4 0 16,-4 0 0-16,4 1 0 0,4-1 0 16,-4-6-26-16,3 7-3 0,1-4-1 0,-1 3 0 15,1-2 30-15,3-4 0 0,-7-3-8 0,3 6 8 0,8-3 0 0,-4-3 0 16,-7 0 0-16,7 0 0 0,3 0 23 0,1-3 7 15,0-3 2-15,-1 6 0 0,1-10-32 0,-4 10 8 16,3-9-8-16,-2 3 0 0,-5 3 0 0,1-4 0 16,3-2 0-16,-4 6 0 0,1-7 0 0,-1 4 0 0,-3-3 0 15,4 6 0-15,-4 3 0 0,0 0 0 0,-4-7 0 0,4 7 0 16,0-6 0-16,0 6 0 0,-7-3 0 0,0 3 0 16,0 0 0-16,-4 0 0 0,4 0 0 0,-3 3 0 15,3-3 0-15,-4 6 0 0,4 1 0 0,0-4 0 16,-4 3 0-16,8-3 0 0,-4 3 0 0,7-6 0 15,0 0 0-15,-4 4 0 0,4-4 0 0,0 0 0 16,0 9 0-16,0-9 0 0,-3 6 0 0,3-6 0 16,0 3 0-16,0-3 0 0,0 0 0 0,3 7 0 15,-3-7 0-15,0 0 0 0,0 0 0 0,0 0 0 16,0 0 0-16,4 9 0 0,-4-9 0 0,0 0 0 16,0 0-25-16,10 6-5 15,-10-6-1-15,8 3 0 0,-8-3 31 0,7 0 0 0,-7 0 0 0,7 0 0 16,-7 0 0-16,10 0 0 0,-10 0-9 0,0 0 9 15,0 0 0-15,0 0 0 0,0 0 0 0,0 0 0 0,0 0 0 16,0 0 0-16,0 0 0 0,0 0 0 0,0 0 0 0,0 0 0 16,0 0 0-16,0 0 0 0,0 0 0 0,0 0 0 15,0 0 0-15,0 0 0 0,0 0 0 0,0 0 0 16,0 0 0-16,0 0 0 0,0 0 0 0,0 0 0 16,0 0 0-16,0 0 0 0,0 0 0 0,0 0 0 15,0 0-8-15,0 0 8 0,0 0-8 0,0 0 8 16,0 0-8-16,0 0 8 0,0 0 0 0,0 0 0 15,0 0 0-15,-7 0 11 0,4 10-11 0,3-10 0 16,0 0 9-16,-4 6-9 0,4-6 0 0,0 0 0 16,0 0 0-16,0 0 0 0,0 3 0 0,0-3 8 15,0 0-8-15,0 0 0 0,0 0 0 0,0 0 0 16,0 0 0-16,0 0 0 0,0 0 12 0,0 0 7 0,0 0 1 16,0 0 1-16,0 0 3 0,0 0 0 0,0 0 0 0,0 0 0 15,0 0-10-15,0 0-2 0,0 0 0 0,0 0 0 16,0 0-3-16,0 0-1 0,0 0 0 0,0 0 0 15,0 0-8-15,7 0 0 0,0-3 0 0,-7 3 0 16,0 0 0-16,7-6 0 0,0 3 0 0,0-4 0 16,0 4 28-16,1-3 3 0,-1 0 1 0,0 3 0 15,0 3-20-15,0-7-4 0,3 4-8 0,-3-3 12 16,0 6-12-16,4-9 0 0,-4 5 0 0,4-2 0 16,3-3 9-16,-4 6-9 0,4-4 8 0,-3-2-8 15,0 3 0-15,3 3 8 0,0-7-8 0,3 4 0 16,-2-4 0-16,-1 7 0 0,3-3 8 0,1-3-8 15,0 2 0-15,-1-2 0 0,-3 6 0 0,4-3 0 0,0 2 0 16,-1-2 0-16,-3 3 0 0,8-3 0 0,-5 3 0 16,1-4 0-16,-1 7 0 0,1-9 0 0,0 3 0 15,-1 6 0-15,1-10 0 0,3 7 0 0,-3-3 0 0,-1-4 0 16,5 7 0-16,-1-3 0 0,0-3 0 0,0 2 0 16,4-2 0-16,-4 6 0 0,4-3 0 0,-4-4 0 15,4 7 0-15,-1-3 0 0,1-4 8 0,0 10-8 16,-1-6 8-16,-2 3-8 0,2-3 0 0,1 3 8 15,0-4-8-15,-4-2 0 0,3 6 0 0,1-4 0 16,-4-2 0-16,4 9 0 0,0-6 0 0,3 3 0 16,-3-4 0-16,3 7 0 0,0-3 0 0,0-3 0 15,1 6 0-15,2-3 0 0,1-3 0 0,-4 6 0 0,4-4 0 16,-4-2 0-16,4 3 0 0,-4-3 0 0,0 6 0 16,1-3 0-16,-5-4 0 0,5 7 0 0,-1-6 0 0,0 3 0 15,-3 3 0-15,3-6 0 0,0 6 0 0,0-4 0 16,1 4 0-16,-1-6 0 0,-4 3 8 0,5 3-8 15,-1-6 0-15,0 6 0 0,0 0 0 0,1 0 0 16,-1 0 0-16,-3-3 0 0,3 3 0 0,-4 0 0 16,1 0 0-16,0 0 0 0,-4 0 0 0,0 0 0 15,4 0 0-15,0 0 0 0,-1 0 0 0,1 0 0 16,0 0 0-16,-1 0 8 0,1 0-8 0,0 0 8 16,-4 0-8-16,4 0 0 0,3 0 0 0,-4 3-11 15,1-3 11-15,0 0 0 0,0 0 0 0,-1 0 0 16,-3 0 0-16,1 0 11 0,-1 6-3 0,0-6 0 15,0 3-8-15,-3-3 0 0,3 6 0 0,0-6 0 16,-3 0 0-16,3 4 0 0,0-4 0 0,4 0 0 0,-4 6 0 16,0-3 16-16,0-3-2 0,0 0-1 0,-3 6-13 15,3-6 0-15,0 0 0 0,-3 7-10 0,3-4 10 0,0-3 0 16,-3 6 10-16,0-3-10 0,-1-3 0 0,4 10 8 16,-3-10-8-16,0 6 0 0,-1-3 17 0,1-3 1 15,0 9 0-15,-1-9 0 0,1 7-18 0,3-4 0 16,-7-3 0-16,4 6 0 0,-1-6 0 0,1 6-14 15,0-3 1-15,3-3 0 0,-7 7 13 0,4-4 16 16,-4-3-3-16,3 6-1 0,-2-3-12 0,-1 4 0 16,0-4 8-16,0-3-8 0,-4 6 0 0,5-6-8 15,-5 3 8-15,1-3-13 0,3 6 13 0,-4 1 0 16,5-4 0-16,-5-3 0 0,4 9 0 0,0-9 0 0,0 10 0 16,1-10 0-16,-1 6 0 0,0-3 0 0,-4-3 0 0,4 6 0 15,1-3 0-15,-5-3 0 0,1 7 8 0,-1-7-8 16,1 3 8-16,-4 3-8 0,4-6 9 0,-4 6-9 15,0-3 10-15,0-3-10 0,0 10 10 0,-7-10-10 16,3 0 0-16,4 9 0 0,4-9 0 0,-4 7 0 16,-7-7 0-16,4 3 0 0,3 3 0 0,0-3 0 15,0 3 0-15,0 1 0 0,-7-7 0 0,10 3 0 16,-3-3 0-16,-7 0 8 0,0 0-8 0,0 0 0 16,7 6 0-16,-7-6 8 0,7 3-8 0,-7-3 0 15,0 0 11-15,0 0-11 0,0 0 12 0,0 0-12 16,0 0 12-16,4 0-12 0,7 6 12 0,-11-6-12 15,7 0 9-15,-7 0-9 0,0 0 0 0,0 0 9 0,3 4-9 16,-3-4 0-16,0 0 0 0,0 0 0 16,0 0 0-16,0 0 0 0,0 0 0 0,0 0 0 0,0 0 8 15,0 0-8-15,0 0 8 0,0 0-8 0,0 0 0 16,0 0 0-16,0 0 0 0,7-4 0 0,-7 4 11 16,4-6 0-16,-4 6 0 0,3-3 0 0,1-3 8 0,-4 6 1 15,0-10 1-15,0 1 0 0,3 3-21 0,-3-4 0 16,-3 1 0-16,3-1 0 0,-4 1 0 0,4 0 0 15,-3-1 0-15,-1-5 0 0,-3 5 0 0,4 1 0 16,-4-7 0-16,3 7 0 0,-3-4 0 0,0-3 0 16,-4 7 0-16,4-7 0 0,-3 7 0 0,3 0 0 15,0-1 0-15,0 1 0 0,0-1 0 0,-4 1 8 16,4-1-8-16,0 4 0 0,0-3 0 0,0-1 0 0,0 1 0 16,3 3 0-16,1 3 0 0,-4-4 0 0,3-2 0 0,0 6 0 15,1-4 0-15,3 7 0 0,0 0 0 0,-4-3 0 16,-3-3 0-16,7 6 0 0,0 0 0 0,0 0 0 15,0 0 0-15,0 0 0 0,0 0 0 0,0 0 0 16,0 0-15-16,0 0-7 0,0 0-2 0,0 0 0 16,0 0 12-16,11 6 3 0,0-3 0 0,-1 4 0 15,-3-4 9-15,4 3 0 0,-1-3-9 0,4 4 9 16,-3 2 0-16,0 0 0 0,-1 1-9 0,1-4 9 16,-1 3 0-16,1-5-8 0,0 5 8 0,-1-3 0 15,1 4 0-15,-1-1 0 0,-3 1 0 0,4-4 0 16,-4-3 0-16,0 6 0 0,4 1-8 0,-4 2 8 15,0-2 0-15,0-1 0 0,0 1 0 0,3-1 0 16,-6 0 0-16,3-2 0 0,-3 2 0 0,3-6 0 0,-4 7 0 16,1-4 0-16,-4-6 0 0,7 9 9 0,-4-6-9 15,1 4 0-15,-4-7-10 0,3 9 10 0,-3-9 0 16,4 9 0-16,-4-9 11 0,0 10-3 0,0-10-8 0,0 0-8 16,0 0 8-16,-4 6-12 0,-3-3 12 0,4 4 0 15,-4-4 0-15,0 3 0 0,-4-3 0 0,4 3 8 16,0-6-8-16,-4 7 11 0,1-4-11 0,-1 3 0 15,1-3 0-15,-1-3-11 0,-3 0 11 0,3 6 0 16,1-2 0-16,-4-4-8 0,3 0 8 0,4 0 0 16,-7 0 0-16,3 0 0 0,1 6 11 0,-1-6-3 15,1 3 0-15,-1-3 0 0,0 0-8 0,4 6 0 16,-3-6 0-16,-1 3 0 0,1-3 0 0,-1 0 0 16,4 0 0-16,-4 7 0 0,1-7 0 0,-1 0 0 0,1 0 0 15,-1 3 0-15,0 3 0 0,1-6 0 0,-1 0 0 16,4 6 0-16,0-3 0 0,0-3-9 0,0 0 9 15,3 0 0-15,4 0-24 0,0 0 3 0,-7 0 0 0,7 0 0 32,-3 0-33-32,3 0-6 0,0 0-2 0,0 0 0 15,-4-3-158-15,8-3-32 0,-1-3-7 0,8-1-1 0</inkml:trace>
  <inkml:trace contextRef="#ctx0" brushRef="#br0" timeOffset="18683.415">19812 14423 1090 0,'0'0'48'0,"0"0"11"0,0 0-47 0,-7 0-12 0,7 0 0 0,0 0 0 0,0 0 36 0,0 0 6 15,0 0 1-15,0 0 0 16,0 0-11-16,0 0-3 0,0 0 0 0,0 0 0 0,0 0 17 16,0 0 3-16,0 0 1 0,0 0 0 0,0 0 2 0,0 0 1 15,0 0 0-15,0 0 0 0,0 0 26 0,0 0 5 16,0 0 0-16,0 0 1 0,0 0-23 0,0 0-5 15,0 0-1-15,0 0 0 0,0 0-19 0,0 0-4 16,0 0-1-16,0 0 0 0,0 0-9 0,3 9-3 16,-3-9 0-16,0 9 0 0,8-5 0 0,-5 5 0 15,-3 0 0-15,4 4 0 0,-4-4-6 0,3 1-2 16,-3 2 0-16,4-2 0 0,-1 5-12 0,-3 4 0 16,4-3 8-16,-1 0-8 0,1 5 11 0,-1-2-1 15,1-3 0-15,-1 9 0 0,1-3-2 0,-4 9 0 16,3-2 0-16,1 5 0 0,-1-6 20 0,1 10 3 15,0-4 1-15,-1-5 0 0,1 5-32 0,-1 1 0 0,-3 2 0 16,4 4 0-16,-4-3 0 0,0 6 0 0,0-1 0 0,-4-5 0 16,4 6 0-16,-3 0 0 0,-1-6 0 0,1-4 0 15,-1 4 0-15,0-4 0 0,-3 1 0 0,4-7 0 16,-1 6 9-16,1-5-9 0,-1 5 8 0,-3-6-8 16,7 1 16-16,-3 2-1 0,3-3-1 0,-4 0 0 15,4 7-5-15,-3-7-1 0,-1-3 0 0,4 3 0 16,-3 1-8-16,3-4 0 0,0 0 0 0,0-6 0 15,0 6 0-15,-4-3 0 0,4-7 8 0,-3 4-8 16,3 0 8-16,0 3-8 0,-4-3 0 0,4-7 8 16,0 4-8-16,0 3 0 0,-4-10 0 0,4 7 0 15,0-7 11-15,0 1-3 0,0-1-8 0,0 0 12 0,0 1 10 16,0-1 2-16,0-2 0 0,0 2 0 0,0-9-16 0,0 0-8 16,0 0 10-16,4 3-10 0,-4 3 14 15,0 4-3-15,4-4-1 0,-4 3 0 0,0-5-10 0,0 5 10 16,0-3-10-16,0-3 10 0,0 4-2 0,0 2-8 15,0 0 12-15,0-2-4 0,0-7-8 0,3 3 0 16,-3 6 0-16,0-2 0 0,0-7 0 0,0 9 0 16,0-9 0-16,0 0 0 0,-3 3 0 0,3-3 0 15,0 0 0-15,0 0 0 0,0 0 0 0,0 0 12 16,0 0-4-16,0 0 0 0,0 0-8 0,0 0 0 16,0 0 0-16,0 0 8 0,0 0-8 0,0 0 0 15,0 0 0-15,0 0 0 0,0 0 8 0,0 0 0 16,0 0 0-16,0 0 0 0,0 0 10 0,0 0 2 0,0 0 0 0,0 0 0 15,0 0-20-15,0 0 0 0,0 0 0 0,0 0 0 16,0 0 9-16,0 0-1 0,0-3-8 16,0-3 12-16,0 6-12 0,0-3 0 0,0 3 0 0,0-7 0 15,7-2 8-15,-4 6-8 0,-3 3 0 0,4-7 0 16,-1-2 8-16,4 9-8 0,0-9 0 0,0 9 9 16,0-7-9-16,0 4 0 0,4-3 0 0,0 3 0 15,-4-3 0-15,3 6 0 0,1-4 0 0,3 4 0 16,0-6 0-16,-3 6 0 0,3-3 0 0,0 3 0 15,4-6 8-15,-4 6-8 0,3 0 0 0,1 0 8 16,3 0-8-16,0 0 0 0,4 0 0 0,-4 0 0 16,0 0 0-16,4 0 0 0,0 0 8 0,-1 0-8 15,5 0 0-15,-5 0 0 0,1 0 0 0,3 0 0 16,-3 0 0-16,0 0 0 0,-1 0 0 0,1 0 0 16,3 0 0-16,-3 0 0 0,3 6 8 0,0-6-8 0,1 3 0 15,-5-3 0-15,4 0 0 0,4 6 0 0,0-2 0 0,0-4 8 16,-1 0-8-16,5 0 0 0,-5 0 8 0,1 0-8 15,0 0 8-15,0 0-8 0,3 0 0 0,0 0 8 16,1 6-8-16,-1-6 0 0,0 3 0 0,0-3 0 16,1 0 0-16,-1 6 0 0,0-6 0 0,1 0 0 15,-5 0 0-15,5 3 0 0,-5-3 0 0,-2 7 0 16,-1-7 8-16,0 0-8 0,0 0 0 0,4 0 0 16,-7 0 0-16,6 0 0 0,1 0 0 0,3 0 0 15,-6 0 0-15,-1 0 0 0,4 0 0 0,-1 0 0 0,5 0 0 16,-5 0 0-16,-2 0 0 0,2 0 0 15,1 0 0-15,0 0 0 0,-7 0 0 0,-1 0 8 0,8 0-8 16,-4 0 8-16,0 0-8 0,1 0 0 0,-5 0 0 16,5 0 0-16,6 6 0 0,-7-6 0 0,-7 0 0 0,7 0 0 15,4 0 0-15,0 0 0 0,-4 0 0 0,-3 0 0 16,0 3 0-16,-1-3 0 0,1 0 0 0,0 0 0 16,-4 0 0-16,0 0 0 0,7 0 8 0,0 0-8 15,-10 0 0-15,7 0-9 0,-1 0 9 0,5 0-13 16,-1 0 13-16,-3 6 0 0,-8-6 0 0,4 3 0 15,11-3 0-15,-4 0 0 0,-6 7 0 0,-1-7 0 16,3 0 0-16,1 0 0 0,-7 3 0 0,3-3 0 16,-3 0 0-16,-1 0 10 0,8 0-2 0,-7 0 0 15,-1 0-8-15,1 0-11 0,3 0 3 0,-3 0 0 16,-1 0 8-16,4 6 0 0,-3-3 0 0,0-3 0 16,-1 0 0-16,1 0 0 0,-4 7 0 0,4-7 0 0,-1 0 0 15,-3 0 0-15,4 0 0 0,-4 0 0 0,0 0 0 16,4 0 0-16,0 0 0 0,-4 0 0 0,3 3 0 0,1-3 0 15,-4 0 0-15,0 6 0 0,0-6 0 0,0 0 0 16,1 3 0-16,-1 3 0 0,-4-6 0 0,1 0 11 16,3 7-3-16,-3-4 0 0,-1-3-8 0,4 0-11 15,-3 0 3-15,-1 0 0 0,1 0 8 0,3 0 0 16,-3 0 0-16,-1 0 0 0,4 0 0 0,0 0 0 16,-3 0 0-16,0 0 0 0,3 0 0 0,-4 0 14 15,1 0-3-15,-1 0-1 0,-2 0-10 0,2 0-11 16,1 0 3-16,-4 0 0 0,-7 0 8 0,7 6 0 15,3-6 0-15,-3 0 0 0,-7 0 0 0,8 0 0 0,2-6 0 16,1 6 0-16,-4 0 0 0,0 0 0 0,-7 0 0 16,10 0 0-16,1 0 0 0,-4 0 0 0,0 0 0 0,4 0-8 15,-4-3 8-15,0 3 0 0,-7 0 0 0,10 0 0 16,-3 0 0-16,4 0 0 0,-4 0 0 0,0 0 0 16,0 0 0-16,0 0 14 0,-7 0-3 0,7 0-1 15,4 0-10-15,-4 0 0 0,0 3 0 0,-7-3 0 16,7 0 0-16,0 0 0 0,4 0 0 0,-4 0 0 15,-7 0 0-15,7 6-11 0,0-3 3 0,0-3 0 16,-7 0 8-16,7 0 11 0,0 0-3 0,-7 0 0 16,11 0-8-16,-4 0 0 0,0 0 0 0,-4 0 8 15,-3 0-8-15,7 0 0 0,0-3 0 0,-7 3 8 16,7 0 8-16,-7 0 0 0,7 0 1 0,-7 0 0 16,7 0-25-16,-7 0-6 0,8 0-1 0,-8 0 0 0,0 0 25 15,0 0 5-15,0 0 1 0,0 0 0 0,0 0-16 16,0 0 0-16,0 0 0 0,0 0 0 0,0 0 0 15,7-6 0-15,-7 6 8 0,0 0-8 0,0 0 0 0,0 0 0 16,0 0 0-16,3-3 0 0,1-4 0 0,-1-2 0 16,-3 9 0-16,4-6 0 0,-4 6 0 0,3-3 0 15,-3-4 0-15,0 7 0 0,4-9 0 0,-4 9 0 16,0 0 0-16,0-3 0 0,0-7 0 0,0 1 0 16,0 3 0-16,0-4 0 0,0 1 8 0,0-1-8 15,-4 4 11-15,4-3-11 0,0-1 0 0,-3 1 0 16,3-7 0-16,0 7 0 0,-4-10 11 0,4 3-11 0,0 4 10 15,-3-4-10-15,3-3 10 0,0 4-10 0,3-4 10 16,-3 0-10-16,4-6 19 0,-1 6-3 0,-3-6 0 0,4 6 0 16,-1-3-16-16,1-3-16 0,-1 0 4 15,-3-3 0-15,4 3 12 0,-1-3 16 0,-3 2-3 0,4-2-1 16,-4 3-12-16,0-3 0 0,0 3 0 0,0 3 0 16,0-9 0-16,0 2 0 0,-4 1 0 0,4 3 0 15,0-3 0-15,0 0 0 0,0-7 0 0,0 1 0 16,0-1 0-16,0 4 0 0,0-10 0 0,4 6 0 15,-4-2 0-15,3 2 9 0,-3 1-9 0,4 6 8 16,0-1-8-16,-1 1 0 0,-3 3 0 0,4 0 0 16,-1 3 0-16,-3-3 0 0,4 6 0 0,-4-6 0 15,0 6 0-15,0 0 0 0,0 1-8 0,0-4 8 16,0 9 0-16,0-12 0 0,0 9 0 0,0-2 0 16,0-1 0-16,0 0 0 0,0 3 0 0,0-3 0 0,0 1 0 15,0 2 0-15,0 3 0 0,0-2 0 0,-4-1 0 16,4 3 0-16,0-2 0 0,0 5 0 0,0-5 0 15,0 5 0-15,-3-2 0 0,3 2 0 0,-4-5 0 0,4 5 0 16,0 4 0-16,-3-3 0 0,3 5 0 0,-4-5 0 16,0 3 0-16,4-4 0 0,-3 7-10 0,3-9 10 15,-4 9 0-15,4-4-9 0,-3 4 9 0,3-3 0 16,-4-4 0-16,4 10 0 0,0-3 0 0,-3-3 0 16,-1-3 0-16,4 9-8 0,-3-10 8 0,3 10 8 15,0 0-8-15,0-9 11 0,-4 3-11 0,4 6-16 16,0-4 4-16,0-2 1 0,-3-3 11 0,3 6 0 15,-4-4 0-15,4-2 0 0,0 0 0 0,0 9 0 0,-3-7 0 16,3 4-8-16,0-3 8 0,-4-4 0 0,4 7 0 16,-3-3 0-16,3-3 0 0,0 9 16 0,-4-7-3 15,4 7 0-15,0-3-13 0,-3-6-15 0,3 3 3 0,0 6 1 16,-4-4 11-16,4 4 0 0,-4-6 0 0,1 3 0 16,3-3 0-16,0 6 0 0,0 0 0 0,-4-3 0 15,1-4 0-15,3 7 0 0,-4-9 0 0,1 9 0 16,3 0-11-16,-4-9 11 0,1 9-13 0,3 0 5 15,-7-7 8-15,3 7 0 0,-3-3 0 0,0 3-8 16,4-6 8-16,-4 6 0 0,-1-3 0 0,1 3-8 16,0 3 8-16,-3-3 0 0,3 0 0 0,-4 0-8 15,4 0 8-15,-4 6 0 0,-3-6 0 0,0 0 0 16,0 0 0-16,0 0 0 0,-4 0 0 0,1 3 0 16,-1-3 0-16,0 0 0 0,-3 0 0 0,0 0-12 0,0 7 12 15,-4-7 0-15,4 0 10 0,-4 0-10 0,1 0 0 16,-4 3 0-16,3-3-11 0,-3 6 11 0,-8-6-8 15,5 6 8-15,-1-6 0 0,-3 0 0 0,-4 3 0 16,-4-3 0-16,1 7 12 0,0-4-4 0,-1-3-8 0,1 6 0 16,3-3 0-16,-3-3 0 0,-7 0 0 0,6 0-11 15,1 0 1-15,-4 0 0 0,-3 0 10 0,-1 0 11 16,4-3-3-16,4 3 0 0,3 0-8 0,-3 0 0 16,0 0 0-16,3 0 0 0,0 0 0 0,0-6-12 15,-10 6 2-15,3 0 1 0,-3 0 9 0,3-3 0 16,-4 3 0-16,1 0 0 0,-4 0 0 0,7 0 12 15,7 0-2-15,-3 0-1 0,-7-7-9 0,3 7-12 16,7 0 2-16,0 0 1 0,-3 0 9 0,-1-3 0 0,5 3 0 16,-1 0 0-16,0 0 0 0,0 0 12 0,0 0-2 15,1-6-1-15,2 6-9 0,-2 0 0 0,-5 0 0 0,4-6 0 16,-3 3 0-16,0 3-11 0,-1 0 11 16,1-7-8-16,-4 7 8 0,0 0 0 0,4 0 10 0,0 0-10 15,6 0 0-15,-2 0 0 0,2 0-8 0,5 0 8 16,-5 0 0-16,5 0 0 0,-1-3 0 0,-4-3 0 15,5 6 0-15,-1-3 0 0,7-4 0 0,-3 7 0 16,-4-9 0-16,4 6 0 0,0-3 0 0,3-1 0 16,0 4 0-16,1-3 0 0,-1 3 0 0,4-3 0 15,3 6 0-15,-3-4 0 0,0-2 11 0,-4-3-11 16,8 9 0-16,-5-3 0 0,1-4 0 0,4 7 0 16,-8 0 8-16,4-3-8 0,0-3 0 0,-1 6 0 15,1 0 0-15,4-6 0 0,-1 2 0 0,0 4 0 16,1-6 0-16,-1 6 0 0,4 0-10 0,0-3 10 0,0-3 0 15,-4 6 0-15,4 0 0 0,0 0 8 0,3-3-8 16,1 3 0-16,-1-7 0 0,4 7 0 0,-3 0 0 0,-1 0 0 16,4 0 0-16,0 0 0 0,-4 0 0 0,4 0 0 15,0-3 0-15,0 3 0 0,4 0 0 0,-5 0 0 16,1-6 0-16,0 6 0 0,0 0 0 0,4 0 0 16,-4 0 0-16,0 0 8 0,7 0-8 0,-4 0 0 15,-3 0 0-15,7 0 0 0,0 0 0 0,-3-3 0 16,-4 3 0-16,7 0 0 0,0 0 0 0,0 0 0 15,-4 0 0-15,4 0 0 0,-7 3 0 0,7-3 0 16,-7 0 0-16,7 0 0 0,0 0 0 0,-4 0 0 16,4 0 0-16,-7 0 0 0,7 0 0 0,-3 0 0 15,-4 0 0-15,7 0 0 0,-4 0 0 0,4 0 0 0,-7 0 0 16,0 6 0-16,7-6 0 0,0 0 0 0,0 0 0 0,0 0-11 16,-7 3 11-16,7-3 0 0,0 0 0 0,0 0 0 15,-4 0 0-15,4 0 0 0,0 0 0 0,0 0 0 16,0 0 0-16,0 0 0 0,0 0 0 0,0 0 0 15,0 0 0-15,0 0 0 0,0 0 0 0,0 0 0 16,0 0 0-16,0 0 0 0,0 0 0 0,0 0 0 16,0 0 0-16,0 0 0 0,0 0 0 0,0 0 0 15,0 0 0-15,0 0 0 0,0 0 0 0,0 0-8 16,0 0 8-16,0 10 0 0,0-10 8 0,0 0-8 16,0 0 0-16,0 6 0 0,0-6 0 0,4 9 0 15,0 1 0-15,-4-10 0 0,-4 6 0 0,8 4 0 16,-4-7 0-16,0 6 0 0,3 1 0 0,-3-10 0 15,0 6 0-15,0 3 0 0,4 1 0 0,-4-1-8 0,0 0 8 16,3 1 0-16,-3-1 0 0,4-2 0 0,-1 2 0 0,-3 0 9 16,0 1-9-16,4-1 10 0,-4-9-10 0,3 10 0 15,-3-1 0-15,4 0 0 0,-1 4 0 0,-3-13 0 16,0 9 0-16,0-9 0 0,4 10-8 0,-4-10 8 16,3 9-10-16,-3-9 10 0,0 0 0 0,4 3 0 15,-4-3 0-15,3 10 0 0,-3-10 0 0,0 0 0 16,0 0-8-16,0 0 8 15,0 0-75-15,0 0-12 0,0 0-2 0,0 0-1 16,0 0-94-16,0 0-20 0,0 0-3 0</inkml:trace>
  <inkml:trace contextRef="#ctx0" brushRef="#br0" timeOffset="19696.382">21840 14498 1152 0,'11'-3'102'0,"-4"-4"-82"0,-7 7-20 0,0 0 0 16,0 0 140-16,0-3 24 0,4-3 5 0,-4 6 1 15,-4-9-136-15,8 2-34 0,3 4 0 0,-7 3 0 16,0 0 10-16,0-6-10 0,7 3 8 0,-4-3-8 15,4 2 22-15,-7 4-1 0,0-6 0 0,0 6 0 16,11 0 28-16,-11 0 6 0,0 0 1 0,0 0 0 16,0 0 3-16,0 0 1 0,0 0 0 0,0 0 0 0,0 0-12 0,0 0-1 15,0 0-1-15,0 0 0 0,0 0 2 0,0 0 0 16,0 0 0-16,7 6 0 0,-7-6-16 0,0 0-2 16,4 4-1-16,3 5 0 0,3 0-16 0,-6 4-3 15,-4-1-1-15,3-2 0 0,8 6-9 0,-4 2 8 16,-7-2-8-16,3 3 8 0,1 9 0 0,3-3 0 15,0 3 0-15,0 7 0 0,-10 3 0 0,10 2 0 16,3 1 0-16,-3 3 0 0,-7-3-8 0,4-4 0 16,-1 10 0-16,1-6-11 0,-1 3 11 0,1-3 11 15,-4 3-3-15,0 6 0 0,7-3 20 0,-7 3 3 16,-4-9 1-16,1 3 0 0,3-3-23 0,0-4-9 0,0 1 8 16,-4-4-8-16,-3 1 12 0,7-1-2 0,0 1-1 15,0-4 0-15,-7 4-9 0,4-1 12 0,6 1-12 16,-3 2 12-16,4-2-12 0,-4-7 0 0,0 10 0 15,0-7 0-15,3-3 0 0,-3 0 0 0,-3-3 8 0,3 1-8 16,0-4 0-16,0-4 0 0,-7 7 0 0,3-9 0 16,1-3 8-16,3 2 0 0,-4 4 0 0,4-9 0 15,-7-1 4-15,4 0 0 0,-1-2 0 0,4 2 0 16,-7-9-4-16,7 0 0 0,0 0 0 0,0 0 0 16,0 0 4-16,0 0 0 0,0 0 0 0,0 0 0 15,0 0-12-15,0 0 0 0,0 0 0 0,0 0 0 16,0 0 0-16,0 0 0 0,0 0 0 0,0 0 0 15,0 0-26-15,3-3-7 16,1-10-2-16,-4 4 0 0,-7 0-141 0,3-1-28 16,8 1-5-16</inkml:trace>
  <inkml:trace contextRef="#ctx0" brushRef="#br0" timeOffset="24695.663">23961 14388 410 0,'0'0'18'0,"3"-6"4"0,4 3-22 0,-3-4 0 0,3-2 0 0,-4 0 0 16,1-1 76-16,-1 1 10 0,4 3 2 0,-3 2 1 15,0-5 7-15,-1 0 2 0,1-1 0 0,-4-2 0 0,0 2-16 0,0 7-3 16,0-6-1-16,0-1 0 15,-4 1-14-15,4 3-4 0,-3-4 0 0,-1 1 0 16,4 3 0-16,-4 2-1 0,1-2 0 0,3-3 0 0,0 9 11 16,0-10 2-16,3 7 1 0,-3-3 0 0,0 6-32 15,4-10-6-15,-4 10-2 0,7 0 0 0,-7 0-2 0,7-6-1 16,-7 6 0-16,11 0 0 0,-11 0-10 0,7 0-3 16,-7 0 0-16,0 0 0 0,7 0 28 0,-7 0 6 15,0 0 1-15,0 0 0 0,7 6-26 0,-7-6-5 16,0 10-1-16,0-1 0 0,-4 1 15 0,4-1 2 15,-3 1 1-15,-1-4 0 0,-3 6-19 0,4 4-4 16,-1-7-1-16,-3 1 0 0,4-1-2 0,3 1 0 16,-7 5 0-16,3 1 0 0,-3-3 16 0,3-4 2 15,-3 7 1-15,0-1 0 0,0-2-19 0,0 3-4 0,0 2-8 16,0-2 12-16,0 3-12 0,-4-7 0 0,1 10 0 16,3-9 0-16,-4 6 0 0,1 3 0 0,-4-4 0 15,3 1 9-15,-7 0-9 0,4 0 10 0,-3 0-10 16,-1 6 10-16,0 0 4 0,1 0 1 0,-5-3 0 0,5 3 0 15,-4 3-15-15,0-3 0 0,-4 0 8 0,4-3-8 16,-1 3 29-16,1-6 3 0,-3 6 1 0,-1 0 0 16,4-6-19-16,-4 0-4 0,4 6-1 0,0-6 0 15,-7 0-9-15,3 6 0 0,0-6 0 0,0 9 0 16,4-9 0-16,-3 6 0 0,-1 0 0 0,-3-3 0 16,3 9 0-16,0-9 0 0,-3 3 0 0,0 3 8 15,0-6-8-15,-1 0 0 0,1-3 0 0,0 6 8 16,-7-6 7-16,3 0 1 0,7 3 0 0,1-3 0 15,-12-1-7-15,4 1-1 0,8-3 0 0,3 3 0 0,-1-4-8 16,1-2 8-16,0 6-8 0,3-4 8 0,8 1-8 16,-4-3 0-16,-7 2 0 0,3-2 0 0,7 9 0 0,-3-10 0 15,0 4 0-15,0 3 0 0,-7-3 8 16,3-4-8-16,4 7 0 0,0-3 8 0,-7-1-8 16,0-2-17-16,7 3 4 0,-1-7 1 0,-6 7 35 0,0-4 7 15,4 4 2-15,-1-7 0 0,4 10-32 0,0-3 0 16,-4-7 0-16,4 7 0 0,3-4 0 0,-3 4 0 15,-3-7 0-15,-1 1 0 0,7-1 0 0,-3 7 0 16,7-7 0-16,-7 1 0 0,0-7 0 0,7 6 0 16,3-2 0-16,-3 2 0 0,-3 0 0 0,-1-2 14 15,11-7-4-15,-3 9-1 0,-1-6-9 0,-3 7 0 0,-4-4-10 16,4 3 10-16,4 1 0 0,-8-1 0 16,1 1 0-16,-4-1 0 0,3-3 0 0,4 4 0 0,-4-1 0 15,-3 0 10-15,4 1-10 0,-1-1 0 0,4-2 0 0,0 2 0 16,-4-9 0-16,4 9 0 0,7-9 10 15,0 0-10-15,-7 0 14 0,4 10-4 0,-4-10-1 0,7 0 0 16,0 0-9-16,0 0 0 0,0 0 0 0,0 0 0 16,0 0 0-16,0 0 0 0,-4 9 0 0,4-9 0 15,0 0 0-15,0 0 0 0,0 0 0 0,-3 6 0 16,-4-2 0-16,7-4-16 0,0 0 4 0,-4 6 1 16,-3-3 11-16,3 3-8 0,4 4 8 0,-3-1-8 15,-1-9 8-15,1 9 0 0,3-9 0 0,0 0 0 16,3 7 0-16,-6-4 0 0,-4 3 0 0,0-3 0 15,7-3-20-15,0 0-3 0,-4 10 0 0,-3-4 0 16,7-6-85-16,-7-6-18 16,0 3-3-16,0-4-1227 0</inkml:trace>
  <inkml:trace contextRef="#ctx0" brushRef="#br0" timeOffset="25862.788">21999 14407 1422 0,'-10'0'63'0,"3"0"13"0,-4 0-61 0,4 0-15 16,7 0 0-16,-7 0 0 0,-4 0 41 0,4 0 6 16,7 0 1-16,0 0 0 0,0 0 4 0,0 0 0 15,0 0 1-15,0 0 0 0,0 0 11 0,0 0 1 16,0 0 1-16,7-6 0 0,4 3-2 0,-11 3 0 15,0 0 0-15,0 0 0 0,0 0 1 0,7 0 0 16,-7 0 0-16,0 0 0 0,0 0-1 0,14 9 0 16,0-3 0-16,0 4 0 0,-7-7-41 0,4 6-9 15,0 1-2-15,3-1 0 0,-4 7-3 0,1-7-1 16,-1 0 0-16,4 7 0 0,4-6 8 0,0 8 0 16,-8-8 1-16,8 5 0 0,3-2 8 0,0 9 2 0,-7-10 0 15,4 7 0-15,0 3-16 0,3-3-3 0,0 0-8 0,0 0 12 16,-3 6 2-16,-1-6 0 0,12 9 0 15,-8-9 0-15,0 6-5 0,-3 3-1 0,3-3 0 0,4 0 0 16,-4-3 22-16,0 3 4 0,-3-6 1 0,6 6 0 16,1 0-22-16,0-6-4 0,-4 6-1 0,0-3 0 15,4 3-8-15,-1-6 0 0,-3 6 0 0,1 3-11 16,-1-9 11-16,0 6 0 0,4 0 10 0,-4-3-10 16,-4 3 11-16,1-6-11 0,7 6 12 0,-4 0-12 15,0-6 12-15,-3 6-4 0,3-3 0 0,-3-6-8 16,3 12 16-16,-7-9-4 0,4-4-1 0,-4 4 0 15,0 0-11-15,0-3 0 0,3 3 0 0,-2-1 0 16,-1-2 0-16,0 3 0 0,0-3 0 0,4-4 0 16,-4 4 14-16,0-1 4 0,0-2 1 0,4-4 0 15,-4 1-8-15,0 6-2 0,0-7 0 0,0 0 0 0,0 1 1 16,-3-1 0-16,3 1 0 0,0-1 0 0,-4 4-10 16,1-1 10-16,3-3-10 0,-3 1 10 0,-4 6-10 0,3-7 0 15,1 7 9-15,0-7-9 0,3 4 0 0,-4-4 0 16,1 7 0-16,3-7 0 0,-3 0 0 0,3 1 0 15,-4 6 8-15,1-7-8 0,3 0 8 0,-3 1-8 16,-1-1 8-16,4 1-8 0,-3-1 8 0,-1 4-8 16,1-4 8-16,0 0-8 0,-4 1 8 0,3-1-8 15,1 1 8-15,-4-1-8 0,0 0 0 0,3 1 0 16,-2-1 0-16,-1 1 0 0,3 5 11 0,-3-5-3 16,0-1 0-16,4 1 0 0,-1-1-8 0,1 0 0 0,0 7 0 15,-1-7 0-15,1 1 0 0,-1-1 0 0,1-2 0 16,3 2 0-16,-3 0 0 0,-1-2 0 0,1 2 0 0,3-6 8 15,-4 7-8-15,1-4 8 0,0 3-8 0,-1-6 8 16,1 4 0-16,-1-1-8 0,1-3 12 0,0 6-4 16,-1-9 6-16,-3 10 1 0,0-4 0 0,4-3 0 15,-4 4-15-15,-4-4 0 0,4 3 0 0,1 3 0 16,-1-9 0-16,0 10 0 0,-7-10 0 0,7 0 0 16,-7 0 0-16,7 9 0 0,-7-9 0 0,3 6 0 15,-3-6 0-15,7 4 0 0,0 2 0 0,-7-6 0 16,0 0 0-16,7 3 0 0,-3 3 0 0,-4-6 0 15,0 0-23-15,0 0-7 16,4 10-2-16,-1-4 0 0,-3-6 32 0,7 3 0 0,-3 6 0 0,-4-9 0 0,7 7-12 16,-7-7 3-16,3 3 1 0,-3-3 0 0,0 0-7 15,0 0-1-15,0 0 0 0,0 0 0 16,0 0-121-16,0 0-25 0,0 0-5 0,0 0-1193 16</inkml:trace>
  <inkml:trace contextRef="#ctx0" brushRef="#br0" timeOffset="27079.638">21752 14407 1234 0,'14'0'55'0,"-14"0"11"0,0 0-53 0,0 0-13 0,11-6 0 0,0 3 0 16,-1-4 56-16,-3 7 9 0,-7 0 2 0,11-9 0 15,3 9-35-15,-4-3-6 0,-10 3-2 0,0 0 0 16,11-7 4-16,-11 7 0 0,0 0 0 0,0 0 0 16,0 0 24-16,0 0 4 0,0 0 2 0,0 0 0 15,-3 0 14-15,3 0 2 0,0 0 1 0,0 0 0 16,0 0-19-16,0 0-3 0,0 0-1 0,0 0 0 16,0 0-26-16,0 0-6 0,-4 7 0 0,8-4-1 15,-1 6 5-15,-3 1 2 0,-7 2 0 0,0-2 0 16,0-1-1-16,3 4 0 0,-3-4 0 0,-3 7 0 15,-4-7-3-15,3 7-1 0,8-4 0 0,-5 4 0 16,-2 3-4-16,-1-4-1 0,-6 4 0 0,6 0 0 16,-3 0-16-16,3 0 8 0,-6 6-8 0,-1-6 0 15,4 6 19-15,0-6-3 0,-7-1-1 0,3 7 0 16,0 1 5-16,1-8 2 0,-1 1 0 0,1 0 0 0,-5-3 8 16,5 9 2-16,-1-6 0 0,0-1 0 0,-3 1-32 15,4 0 0-15,-5-3 0 0,1 9 0 0,0-3 12 16,-4-7-3-16,1 10-1 0,-1-3 0 0,0 3-8 0,-3-6 0 15,3 0 0-15,-3 6 8 0,0-6 4 0,0 6 0 16,0-6 0-16,3 6 0 0,0-6 1 0,4 6 1 16,-4-6 0-16,4 6 0 0,0-6 4 0,0-1 1 15,-4 1 0-15,4 0 0 0,3 0-6 0,-3 3-1 16,0-3 0-16,-4-7 0 0,1 4-12 0,2 3 9 16,1 0-9-16,0-4 8 0,0 4-8 0,-4 0 0 0,1-4 9 15,2 4-9-15,1 0 9 0,-4-3-9 0,4 3 12 16,0-1-12-16,-4-2 12 0,4 3-4 0,0 0 0 15,-4 0-8-15,4-4 15 0,0 10-4 0,-4-12-1 0,1 3 0 16,-1 2-10-16,0-8 8 0,4 9-8 0,0-10 8 16,-4 7-8-16,4-7 10 0,0 7-10 0,0-7 10 15,0 7-10-15,-1-4 10 0,5-2-10 0,-1 5 10 16,1-5-10-16,-1-1 0 0,0 7 0 0,4-3 0 16,-3-4 0-16,6-3 0 0,-3 4 0 0,0-1 0 15,3 0 0-15,-7 1 0 0,8-1 0 0,-1 1 0 16,-3-4 0-16,7 3 8 0,-3 1-8 0,-1-1 0 15,0-3 8-15,4 4-8 0,-3-1 0 0,-1-6 8 16,4 4-8-16,-3 2 0 0,6-3 0 0,-3-3 0 16,3 7 0-16,-3-4 0 0,0-3 0 0,0-3 0 15,4 10 0-15,-1-4 0 0,-3 3 0 0,4-2 0 16,-1-4 0-16,-3 6 0 0,4 1-9 0,-8-1 9 0,0 0 0 16,4 4 0-16,0-10 0 0,0 6 0 0,0 1 0 15,0-4 0-15,0-3 0 0,3 4 0 0,-3-4 0 0,4 3 0 16,3-6 0-16,0 0 0 0,0 0 0 0,0 0 0 15,-7-6-13-15,7 6 4 16,0 0-65-16,0-3-13 0,-4-7-2 0,8 1-1 16,-1-7-102-16,4-3-20 0,4 0-4 0</inkml:trace>
  <inkml:trace contextRef="#ctx0" brushRef="#br0" timeOffset="28357.986">20034 14300 345 0,'0'0'31'0,"0"0"-31"0,0 0 0 0,0 0 0 0,0 0 141 0,-3-3 23 16,-1-9 4-16,-3 2 0 0,7 1-97 0,-3-1-20 15,-1 1-4-15,4 6-1 0,0-10-14 0,0 10-2 16,-3-6-1-16,3 9 0 0,0 0 36 0,0-6 7 15,-4-4 2-15,4 10 0 0,0-3 2 0,0 3 0 16,0-6 0-16,0 6 0 0,-3-10 6 0,3 10 2 16,0 0 0-16,0 0 0 0,-4-3-3 0,4 3 0 15,0 0 0-15,0 0 0 0,0 0-19 0,0 0-4 16,0 0-1-16,-7-6 0 0,7 6-28 0,-7 0-5 16,7 0-2-16,-7 0 0 0,0 6-8 0,0-3-2 15,0-3 0-15,3 7 0 0,-3-4 4 0,0 6 1 16,7-9 0-16,-7 6 0 0,0-2-1 0,3-4-1 15,4 0 0-15,0 0 0 0,0 0 5 0,-7 6 0 16,7-6 1-16,0 0 0 0,0 0-1 0,0 0 0 0,0 0 0 0,0 0 0 16,-7 0-9-16,7 0-3 0,0 0 0 0,0 0 0 15,-7 3-8-15,7-3 0 0,0 0 0 0,0 0 8 16,0 0 8-16,-3 6 2 0,3-6 0 0,0 0 0 16,0 0-8-16,0 0-2 0,-4 0 0 0,4 0 0 15,0 0-8-15,-7 3 12 0,4 10-12 0,-1-10 12 16,4-3-12-16,0 0 0 0,0 9 0 0,0-9 0 15,0 10 13-15,0-10-2 0,0 9-1 0,4-2 0 16,-4 2 1-16,3 0 0 0,1 1 0 0,3-1 0 16,-4 1-11-16,4-1 12 0,-3 0-12 0,6 7 12 15,-3-7-12-15,0 1 12 0,1 6-12 0,2-1 12 16,1-2-1-16,-1 2 0 0,1-2 0 0,3 3 0 16,0-1-2-16,0-2 0 0,0 3 0 0,0 2 0 15,4 1 3-15,0-3 0 0,-4 3 0 0,3-1 0 0,-2 1 0 16,-1-3 0-16,3 3 0 0,1 0 0 0,0 6-12 0,3-6 12 15,-4-1-12-15,5 7 12 0,-1 1-4 0,-4-8-8 16,1 7 12-16,3-3-4 0,0 0 1 0,-3 0 0 16,0-6 0-16,-1 3 0 0,1 0-1 0,0-1 0 15,-1-2 0-15,1 3 0 0,-1 0 0 0,1 3 0 16,3-4 0-16,-3 1 0 0,3 0-8 0,-3 6 0 16,-1-6 0-16,5 9 0 0,-5-9 8 0,4 6-8 15,0 0 12-15,-3-3-4 0,7 3-8 0,-4 3 0 16,-3-6-10-16,3 0 10 0,0 3 0 0,-3-6 13 15,-1 0-1-15,1 0 0 0,0 3-12 0,-4-3 9 16,0-7-9-16,3 4 8 0,-3 3-8 0,-3-4 0 0,3-2 0 16,0 3 8-16,0 2-8 0,1-2 0 0,-1 0 0 15,0-4 0-15,0 7 0 0,0-3 8 0,0 3-8 0,4-1 0 16,-4-2 0-16,0 3 8 0,4 0-8 0,-4 0 0 16,3-4 9-16,-3 1-9 0,4-4 10 0,0 4-10 15,-1 0 0-15,1-4 8 0,0-2-8 0,-1 5 0 16,-3-5 0-16,4 6 8 0,-4-4-8 0,4-3 0 15,-4 1 8-15,0 6-8 0,0-7 0 0,-3 0 0 16,-1 7 8-16,1-7-8 0,-1 1 0 0,1-1 0 16,-4 1 8-16,4-1-8 0,-1 7 0 0,1-7 0 15,-1 1 0-15,5-1 8 0,-8 0-8 0,3 1 0 16,4-1 0-16,-3 1 0 0,-1-4 0 0,1 3 0 16,3 1 8-16,0-1-8 0,-3-3 0 0,-4-2 0 15,3 5 0-15,-2-3 8 0,6 4-8 0,-7-1 0 16,-7-9 0-16,7 6 0 0,3-3 8 0,-3 7-4 0,0-4-4 15,-3-3 0-15,7 4 0 0,-1-4 0 0,1 3 0 16,-4-3 0-16,-7-3 0 0,7 6 0 0,10 4 0 0,-6-10 0 16,-11 0 0-16,4 9 0 0,3-3 0 0,3-2 0 15,-10-4 0-15,0 0 0 0,0 0 0 0,4 6 0 16,6-3 0-16,-3 3 0 0,-7-6 0 0,0 0 0 16,7 10 0-16,0-1 0 0,-3-3 0 0,-4-6 0 15,0 0 0-15,11 3 0 0,-1 4 0 0,-3-4 0 16,-7-3 0-16,0 0 0 0,7 9 0 0,-7-9 0 15,0 0 0-15,4 7 0 0,-4-7 0 0,0 0 0 0,0 0 0 16,0 0 0-16,0 0 0 0,0 0 0 0,0 0 0 16,0 0 0-1,0 0-46-15,0 0-9 0,7-7-1 0,3 4-1 16,1-6-119-16,0-7-24 0,-4 7-5 0</inkml:trace>
  <inkml:trace contextRef="#ctx0" brushRef="#br0" timeOffset="77129.205">7299 13425 669 0,'0'0'29'0,"0"0"7"0,0 0-28 0,0 0-8 16,0 0 0-16,0 0 0 0,0 0 66 0,0 0 12 16,0 0 2-16,0 0 1 0,4 7-29 0,-4-7-7 15,0 0-1-15,3 3 0 0,-3-3-19 0,0 9-4 16,4 1-1-16,-4-1 0 0,0-9-6 0,3 6-2 15,-3 4 0-15,4-4 0 0,-4 3-12 0,3-5 0 16,-6 5 0-16,6 7 0 0,1-7 0 0,-4 0 0 0,0 7 0 16,0-3-10-16,0 2 40 0,-4 1 8 0,4-3 2 0,0 2 0 15,-3-2-29-15,-1 2-11 0,4 4 8 0,0-3-8 16,0-3 0-16,-3 2 0 0,3-5 0 0,3 5 0 16,-3-12 18-16,0 7-2 0,0-4 0 0,0-6 0 15,0 0 0-15,0 0 0 0,0 0 0 0,0 0 0 16,0 0 13-16,0 0 3 0,0 0 0 0,0 0 0 15,0 0-10-15,-3-6-2 0,3 3 0 0,0-7 0 16,-4-5-20-16,4 5 8 0,0-5-8 0,4 2 0 16,-4-6 10-16,0 3-2 0,0 1-8 0,0 2 12 15,3-2 4-15,1-4 0 0,-1 3 0 0,1 4 0 16,-1-4-8-16,1-3-8 0,-1 3 11 0,1 4-11 16,-4-7 0-16,7 3 0 0,0 1 0 0,0 2 0 15,-4-3 0-15,5 1 0 0,2 2 10 0,-6-2-10 16,3 2 0-16,0-3 0 0,0 7-9 0,-4-1 9 0,4 4-8 15,0-3 8-15,-3 6 0 0,-4 3 0 0,0 0-8 0,7-7 8 16,-7 7 0-16,11 0 0 0,-4 7-9 0,0-4 9 16,0-3 0-16,3 9-9 0,-6-3 9 0,6-2 0 15,-2 5 0-15,-1-3-8 0,0 4 8 0,-4-1-8 16,4 1 8-16,0 5-8 0,0-5 19 0,-3-1 4 16,-1 0 1-16,4 10 0 0,-3-9-8 0,7 5 0 15,-8 1-8-15,1-3 12 0,-1 5-4 0,1-8-8 16,-1 5 11-16,1 1-11 0,-1-3 0 0,-3 2 0 15,7-5 0-15,-7-1 0 0,0 7 0 0,4-7 0 16,-4 1 0-16,3-1 0 0,-6 0 0 0,3 1 0 16,0-1-15-16,0 1 5 15,-4-1-18-15,1 1-3 0,-1 2-1 0,1-3 0 16,-4 1-20-16,3-7-4 0,4-3 0 0,0 0-1 16,-3 9-30-16,3-9-5 0,0 0-2 0,0 0 0 0</inkml:trace>
  <inkml:trace contextRef="#ctx0" brushRef="#br0" timeOffset="77799.007">7648 13541 460 0,'0'0'20'0,"0"0"5"0,0 0-25 0,0 0 0 16,0 0 0-16,0 0 0 0,0 0 81 0,0 0 11 15,0 0 3-15,7-9 0 0,0 9-77 0,-7 0-18 16,0 0 0-16,7-6 0 0,-3 6 8 0,-4 0 1 16,0 0 0-16,7-3 0 0,-7 3 56 0,11-7 11 15,-4 7 3-15,-7 0 0 0,0 0 14 0,7-3 3 16,0 3 1-16,-7 0 0 0,0 0-49 0,7-6-11 15,0 6-1-15,3 0-1 0,1-3-26 0,0-3-9 16,-1 6 0-16,-3-4 9 0,4-2-9 0,-4 6 0 16,3-9 0-16,1 9 8 0,-4-10-8 0,4 4 0 15,-1 6 0-15,-3-9 0 0,-3 6 0 0,3-4 10 0,3-2-10 16,-2-1 10-16,-1 4 4 0,-4 3 1 0,4-3 0 0,-3 3 0 16,-1-4 4-16,1 4 1 0,-1-6 0 0,1 3 0 15,-4 6-2-15,0-10 0 0,-4 1 0 0,4 2 0 16,-3-2-4-16,-1 9-1 0,1-9 0 0,-1 5 0 15,-6-2-13-15,3 3 0 0,3-3 0 0,-3-4 0 16,0 4 0-16,0 3 0 0,-4 3 0 0,8 0 0 16,-8 0-10-16,4 3 10 0,0 3-8 0,4-6 8 15,-5 10 0-15,5-1-10 0,-4 1 10 0,-4-1 0 16,8 7-10-16,-1-7 10 0,-6 10-8 0,-1-3 8 16,4-4 0-16,-4 4 0 0,4 3 0 0,0-4 0 15,0 1 0-15,0-3 0 0,4 5 0 0,-1-2-8 16,-3-7 8-16,7 7 0 0,0-3 0 0,0-4 0 0,4 0 0 15,-4 7 0-15,3-6 10 0,1 5-10 0,-1-5 10 0,4-1-10 16,-3 7 10-16,3-4-10 0,0-2 8 16,0-1-8-16,-4 1 0 0,8 2 0 0,-4 1 8 0,0-7-8 15,4-3 0-15,3 6 9 0,-7-2-9 0,4-4 0 16,-1 3 0-16,4-6 0 0,-3 0 0 0,-1 0 0 16,4-6 0-16,-3 6 0 0,0-3-14 0,-1-4 5 15,1 4 1-15,-1-3 0 16,1-3-44-16,3-1-8 0,-3 1-1 0,-1-1-1 15,1 4-105-15,-4-3-21 0,11-10-4 0,-11 9 0 0</inkml:trace>
  <inkml:trace contextRef="#ctx0" brushRef="#br0" timeOffset="78186.175">8255 13319 1209 0,'0'0'53'0,"0"0"12"0,-7 0-52 0,3 6-13 0,-3-6 0 0,7 0 0 15,0 0 44-15,-3 3 5 0,-4 3 2 0,3-2 0 0,-3 2-19 16,4-3-4-16,-4 3-1 0,3-3 0 0,1 4-19 0,-4 2-8 15,3 1 0-15,0-4 8 0,-3 3-8 0,0 1 0 16,4-1 0-16,-4 7 8 0,0-4 12 0,3 4 3 16,-3-7 0-16,0 10 0 0,-4-3-2 0,4 3 0 15,-3-1 0-15,3 1 0 0,0 0 12 0,-4-3 3 16,4-1 0-16,4-2 0 0,-4-4-23 0,-1 7-4 16,5-7-1-16,-1 1 0 0,1-1-8 0,-1-2 8 15,4-7-8-15,0 0 8 16,0 0-36-16,0 0-7 0,0 0-1 0,0 0-1 15,0 0-47-15,0 0-8 0,-7-7-3 0,4-2 0 16,-1 6-112-16,4-10-22 0</inkml:trace>
  <inkml:trace contextRef="#ctx0" brushRef="#br0" timeOffset="78510.935">8040 13334 968 0,'0'0'43'0,"0"0"9"0,0 0-42 0,0 0-10 0,0 0 0 0,0 0 0 15,0 0 87-15,0 0 15 0,0 0 3 0,0 0 1 16,0 0-27-16,0 0-6 0,0 0-1 0,0 0 0 16,0 0-47-16,0 0-9 0,0 0-3 0,0 4 0 15,3 5-13-15,1-3 8 0,-4-3-8 0,7 10 0 16,-4-10 26-16,5 7-1 0,-5-1 0 0,4 0 0 16,0 1 17-16,0-4 3 0,0 3 1 0,0 1 0 15,0-1-22-15,0 1-5 0,4-1-1 0,0 0 0 16,-1 4-7-16,1 0-2 0,-4-7 0 0,3 6 0 15,1-2-9-15,3-1 8 0,-3 7-8 0,-1-7 8 0,1 7-8 16,-4-7 8-16,0 1-8 0,4 5 8 0,-1-5-8 0,1 2 0 16,-4-2 0-16,0-4 8 0,-4 10-22 0,4-7-5 15,0-6-1-15,-7-3 0 16,0 0-19-16,0 0-4 0,8 0-1 16,2 7 0-16,-6-7-49 0,-4 0-11 0,0 0-1 0,7-7-372 15,0-2-75-15</inkml:trace>
  <inkml:trace contextRef="#ctx0" brushRef="#br0" timeOffset="78939.858">8527 13059 345 0,'0'0'31'0,"0"0"-31"0,0-7 0 0,0 7 0 15,0 0 198-15,0 0 34 0,0-3 6 0,0 3 2 16,-4-9-189-16,4 9-38 0,0 0-13 0,0 0 9 16,0 0-9-16,0 0 0 0,0 0 0 0,0 0-11 15,0 0 11-15,0 0 0 0,0 0 0 0,0 9-8 16,0-6 8-16,4 7 11 0,-4 5-3 0,0-5 0 15,0 5 35-15,0-2 6 0,0 3 2 0,3 2 0 16,1 1 8-16,-4 6 1 0,3 0 1 0,4-6 0 16,-7 6-13-16,4-3-2 0,-1 3-1 0,1-6 0 0,-1 0-26 15,1 6-6-15,-1 0-1 0,1-6 0 0,0 9-12 0,-4-9 0 16,3 6 0-16,1-6 0 0,-4 0 0 0,3 3 0 16,-3-3 0-16,0-7 0 0,0 4 0 0,0 3 0 15,-3-4 0-15,3-2 0 0,-4-7 0 0,1 3 0 16,3-9 0-16,0 0 0 0,-4 10 0 0,4-10-16 15,0 0 3-15,0 0 1 16,0 0-170-16,-7-10-34 0,3 4-6 0,-3-3-2 0</inkml:trace>
  <inkml:trace contextRef="#ctx0" brushRef="#br0" timeOffset="79245.819">8414 13294 403 0,'0'0'36'0,"0"0"-36"0,0 0 0 0,0 0 0 15,0 0 238-15,0 0 41 0,-7 0 8 0,7 0 1 16,0 0-193-16,0 0-39 0,0 0-8 0,0 0-2 16,0 0-21-16,0 0-4 0,0 0-1 0,0 0 0 15,0 0 10-15,10 6 2 0,8-6 0 0,-4 3 0 16,-3 3-7-16,3-6-1 0,0 0 0 0,0 0 0 15,4 0 35-15,-4 0 6 0,3 0 2 0,1 0 0 16,-4 0-19-16,4-6-3 0,-4 3-1 0,3 3 0 16,1-6-36-16,0 6-8 0,-1-3 0 0,1-4 0 0,3 4 0 15,4-3-12-15,-4 3 12 0,0-3-10 16,4-4-40-16,0 7-8 16,-1-3-2-16,5-4-572 0,-5 4-116 0</inkml:trace>
  <inkml:trace contextRef="#ctx0" brushRef="#br0" timeOffset="80560.339">14728 13247 914 0,'0'0'40'0,"0"0"9"0,0 0-39 0,0 0-10 15,0 0 0-15,0 0 0 0,-3 0 49 0,3 0 8 16,0 0 2-16,0 0 0 0,0 0-43 0,0 0-16 16,0 0 11-16,0 0-11 0,0 0 0 0,0 0 8 15,0 0-8-15,0 0 0 0,0 0 0 0,0 0 11 16,0 0-11-16,0 0 10 0,7-7 29 0,-7 7 5 16,0 0 2-16,0 0 0 0,0 0-14 0,0 0-4 15,0 0 0-15,-4 13 0 0,1-4 12 0,-1 1 1 16,4-1 1-16,-3 4 0 0,-1-7-22 0,1 10-5 0,3-4-1 0,0 4 0 15,-4-7-5-15,4 10-1 0,0-9 0 16,0 8 0-16,4-8 1 0,-4 5 0 0,0-5 0 0,0 6 0 16,0-4 8-16,3-3 2 0,-6 4 0 0,3-4 0 15,0 1-3-15,0-7 0 0,0 6 0 0,0-9 0 16,-4 10-4-16,-3-4-2 0,7-6 0 0,0 0 0 16,0 0 13-16,0 0 2 0,0 0 1 0,0 0 0 15,0 0 11-15,0 0 3 0,0 0 0 0,0 0 0 16,0 0-8-16,4-6 0 0,-8-4-1 0,4 1 0 15,4 0-18-15,-1-4-3 0,4-3-1 0,-3 7 0 16,-4-7-9-16,3-3 0 0,8 4 9 0,-4-7-9 16,0 3 0-16,4-3-18 0,-8 3 3 0,4 0 1 15,0 1 22-15,0-1 4 0,0 3 0 0,1 0 1 16,2 7-13-16,-3-4-15 0,0-2 3 0,4 5 1 0,-1 4 19 16,1-3 3-16,0-1 1 0,-4 7 0 0,3-3-12 0,-3 6 0 15,4 0 0-15,-1 0 0 0,-3 0-15 0,1 0-5 16,2 6 0-16,-3-3-1 0,0 13 21 0,0-7-11 15,4 1 11-15,-4 5-8 0,0-2 8 0,0 3-10 16,-3 3 10-16,3-4-10 0,-4-2 10 0,1 12 0 16,-1-6 0-16,1-4 0 0,-4 4 0 0,3 6 0 15,-3-6 0-15,4 0 8 0,-4 0-8 0,0-4 0 16,3 1 0-16,-3-3 0 0,0-4 0 0,4 7 0 16,-4-7 0-16,3 0 0 0,-3 1-12 0,0 6 2 15,4-7 1-15,-4-6 0 16,0 6-18-16,3-2-3 0,-3-7-1 0,0 0 0 15,0 9-32-15,0-9-6 0,0 0-2 0,0 0 0 16,0 0-121-16,0 0-24 0,0 0-4 0,0 0-2 0</inkml:trace>
  <inkml:trace contextRef="#ctx0" brushRef="#br0" timeOffset="81190.396">15169 13391 1576 0,'0'0'35'0,"0"0"7"0,0 0 2 0,0 0 0 0,0 0-36 0,0 0-8 16,0 0 0-16,0 0 0 0,0 0 8 0,0 0-8 15,0 0 12-15,0 0-4 0,0 0-8 0,0 0 0 16,0 0 0-16,0 0 8 0,0 0-8 0,8 0 0 16,6 0 0-16,-4 0 0 0,1 0 0 0,-4 0 0 15,7-3 0-15,-3 3 0 0,3-6 24 0,-4 6 2 16,1-10 1-16,-1 10 0 0,-3 0 4 0,4-3 1 16,0-3 0-16,-4 6 0 0,0-7-13 0,-7 7-3 15,7-3 0-15,-7 3 0 0,7-6-2 0,-7 6-1 16,3-3 0-16,1-3 0 0,-1-4-2 0,-3 1-1 0,4-1 0 0,-4 4 0 15,0-3 6-15,-4 6 2 0,4-7 0 0,-3 1 0 16,-4-7-18-16,3 7-19 0,-6 2 4 0,3-2 1 16,3 6 6-16,1-3 8 0,-8-4-13 0,0 7 5 15,1 3 8-15,-1 0 0 0,1 0 0 0,3 0-8 16,-4 3 8-16,0 3 0 0,1-2 0 0,-1 2 0 16,4-3 0-16,-3 6 0 0,3 7 0 0,-4-6 0 15,4-1-8-15,0 0 8 0,0 7-8 0,0 3 8 16,3-4 0-16,-3-2 0 0,0 3 0 0,0 3 0 15,4-4 0-15,-1-2 0 0,1 2 0 0,-1-5 8 16,4 6 12-16,-4-4 4 0,8 4 0 0,-4-7 0 16,0 1-10-16,0 5-2 0,0-5 0 0,4-1 0 15,-1 0-4-15,-3 1 0 0,7-1-8 0,-3 1 12 16,3-1-12-16,-4 0 8 0,4-2-8 0,-3-1 0 0,3-3 0 16,0 3 0-16,4-2 0 0,-4-4-10 0,0 9-12 15,3-9-2-15,1 0-1 0,3 0 0 16,-7 0-8-16,4 0-2 0,3 0 0 15,0 0 0-15,3-3-5 0,-2 3 0 0,2-6-1 0,-3 6 0 16,0 0-51-16,0-4-9 0,1-2-3 0,-5 3-558 16</inkml:trace>
  <inkml:trace contextRef="#ctx0" brushRef="#br0" timeOffset="81632.951">15702 13256 1335 0,'0'0'29'0,"0"0"7"0,0 0 0 0,0 0 2 0,0 0-30 0,0 0-8 0,0 0 0 0,0 0 0 16,0 0 0-16,0 0 0 0,0 0 0 0,0 0 0 16,0 0 0-16,0 0 0 0,0 0 0 0,0 0 0 15,0 0 0-15,-3 10-13 0,-1-1 3 0,1 0 1 16,-4 1 77-16,3-4 15 0,0-3 3 0,-3 10 1 0,0-4-9 16,0 0-2-16,4 4 0 0,-4-7 0 0,0 4-44 15,0 5-10-15,0-5-2 0,3-1 0 0,-3 4-12 0,3-7-8 16,1 3 8-16,-4 7-8 0,3-6 0 0,1 2 0 15,-1-6 0-15,1 4 0 0,3-1 0 0,-4 7 0 16,4-7 0-16,-3 1 0 0,-1-7-9 0,4 3-7 16,0-6 0-16,0 0-1 15,-3 9-23-15,3-9-4 0,0 0 0 0,0 0-1 16,0 0-6-16,0 0-1 0,0 0 0 0,0 0 0 16,0 0-128-16,-7-9-25 0,0 3-6 0,3 3-273 0</inkml:trace>
  <inkml:trace contextRef="#ctx0" brushRef="#br0" timeOffset="81934.515">15512 13247 345 0,'0'0'15'0,"0"0"4"0,0 0-19 0,0 0 0 0,0 0 0 0,0 0 0 16,0 0 284-16,0 0 54 0,0 0 10 0,0 0 3 15,0 0-269-15,0 0-54 0,0 0-10 0,0 0-2 16,0 0 14-16,0 9 3 0,0 7 1 0,0-4 0 15,3-2-34-15,1-1 0 0,-1 7-15 0,-3-7 5 16,4 7 22-16,3-7 4 0,-4 7 0 0,4-3 1 16,0 2 15-16,1-2 2 0,-1-4 1 0,0 7 0 15,0-7-6-15,3 7-1 0,-3-7 0 0,7 7 0 16,-3-3-12-16,0-4-4 0,3 0 0 0,-4 1 0 16,4 5-12-16,1-5 8 0,-1 6-8 0,0-7 0 0,-4-6 0 15,4 6 0-15,1 4 0 0,-5-10-10 16,1 7-28-16,-4-1-6 15,3-3 0-15,-3-3-1 0,-7-3-42 0,7 7-8 0,-7-7-1 16,0 0-413-16,0 0-83 0</inkml:trace>
  <inkml:trace contextRef="#ctx0" brushRef="#br0" timeOffset="82379.858">16055 12999 403 0,'0'0'36'0,"0"0"-36"0,0 0 0 0,0 0 0 16,0 0 214-16,0 0 36 0,0 0 7 0,0 0 2 15,0 0-217-15,0 0-42 0,0 0-11 0,0 0-1 32,0 0-16-32,0 0-3 0,0 0-1 0,0 0 0 0,7 0 32 0,-7 0 0 0,4 9 0 0,-1-2 0 15,1 2 31-15,-1 0 12 0,-3 1 2 0,0-1 1 16,4 1 22-16,-4 5 5 0,0 1 1 0,0-3 0 16,0 2-18-16,0 10-4 0,0-3-1 0,0 3 0 15,0 0-34-15,0-3-6 0,3 4-2 0,-3 2 0 16,4-6-9-16,-4 0 8 0,0 3-8 0,0 0 8 0,0-3-8 15,0 0 0-15,0-3 0 0,0-1 0 0,3-2 0 0,-3 3 0 16,0-7 0-16,0 4 0 0,-3 0 0 16,3-4 0-16,0-2 0 0,0-1 8 0,0-9-8 0,0 6 0 15,0-6 0-15,0 0 0 16,0 0-34-16,0 0-2 0,0 0-1 0,0 0 0 16,0 0-53-16,0 0-10 0,0-9-3 0,3 0-553 15</inkml:trace>
  <inkml:trace contextRef="#ctx0" brushRef="#br0" timeOffset="82737.805">15889 13272 115 0,'0'0'10'0,"0"0"-10"0,0 0 0 0,0 0 0 16,0 0 240-16,0 0 47 0,0 0 9 0,0 0 1 16,0 0-205-16,0 0-40 0,0 0-9 0,7-6-2 15,-7 6-17-15,7 0-3 0,-7 0-1 0,7-4 0 16,-7 4 34-16,11-6 6 0,-4 6 2 0,4 0 0 16,-4 0-6-16,3-3-2 0,1 3 0 0,3-6 0 15,-4 6 2-15,1 0 0 0,3 0 0 0,0 0 0 16,0 0-12-16,4 0-3 0,0 6 0 0,-1-3 0 0,-3-3-10 15,4 0-3-15,0 6 0 0,3-6 0 0,0 4-16 16,-3-4-4-16,-1 0-8 0,1 0 12 0,0 0-12 0,-4 0 0 16,0 6 0-16,0-6 0 15,-4-6-44-15,5 6-9 0,-5 0-2 0,4 0 0 16,-3 0-161-16,-1 0-33 0,15-10-7 0,-7 7 0 16</inkml:trace>
  <inkml:trace contextRef="#ctx0" brushRef="#br0" timeOffset="89687.648">5588 13623 172 0,'0'0'16'0,"0"0"-16"16,0 0 0-16,0 0 0 0,0 0 60 0,0 0 8 16,0 0 3-16,0 0 0 0,-4 0-71 0,4 0 0 15,0 0-12-15,0 0 0 0,-10 0 3 0,10 0 0 16,0 0 0-16,0 0 0 0,-4-3 41 0,4 3 9 15,0 0 2-15,0 0 0 0,0 0 32 0,0 0 6 16,-3-6 2-16,3 6 0 0,0 0-25 0,0 0-5 16,-7-4-1-16,3-2 0 0,4 6-17 0,-3-3-4 15,-4-3-1-15,0 6 0 0,0-10-14 0,0 10-2 0,7-6-1 0,-8 3 0 16,1-3 1-16,0 6 0 0,4-3 0 0,-1-4 0 16,-3-2-5-16,4 9-1 0,-4-3 0 0,3-4 0 15,1 7 10-15,3-6 2 0,-7 3 0 0,7 3 0 16,0 0-3-16,0 0 0 0,-11 0 0 0,4 0 0 15,0 0-9-15,0 3-8 0,7-3 12 0,-7 6-12 16,0-6 10-16,0 0-10 0,0 10 8 0,7-10-8 16,0 0 0-16,-11 9 0 0,4-2 0 0,0-4 0 15,3 6 0-15,1-3 0 0,-4-3 0 0,0 10 0 16,3 0-9-16,1-4 9 0,-4 0 0 0,7 7 0 16,-7 3 0-16,7 0 0 0,-4-4 0 0,4 4 0 15,-4 0-8-15,4 0 8 0,4-10 0 0,0 7 0 16,-4-7 0-16,7 7 0 0,-7-7 0 0,7 7 0 0,-4-7-12 15,4 1 12-15,-3-1-12 0,3 1 12 0,0-1-10 16,0 1 10-16,-4-1-8 0,1-3 8 0,-4-6 0 0,11 3-10 16,-4 4 10-16,-7-7 0 0,0 0-8 0,0 0 8 15,10 0 0-15,-3-7 0 0,0 7 0 0,4 0 12 16,-8-9 0-16,12 9 0 0,-12-9 0 0,8 9-1 16,-4-10 0-16,3 4 0 0,4-4 5 0,1 7 0 15,-8-6 1-15,3-1 0 0,1-5-6 0,-1 5-2 16,1 1 0-16,-1 0 0 0,-2-1-9 0,-5-5 0 15,4 5 0-15,-3-6 0 0,-1 7 20 0,1-4 8 16,-1-2 1-16,-3 5 1 0,0-5 2 0,0 2 1 16,0-3 0-16,0 1 0 0,0-4-5 0,-3 6 0 15,-1-2-1-15,4-1 0 0,-3-3-12 0,3 0-3 16,-4 4 0-16,4-4 0 0,-3 6-1 0,-1-2-1 0,4-1 0 16,0-3 0-16,0 7-10 0,-3-4 10 0,3 0-10 15,0 7 10-15,0-4-1 0,-4 4 0 0,4-7 0 0,-4 7 0 16,4-1 3-16,-7-5 0 0,4 5 0 0,3 1 0 15,-7 3-1-15,3-4 0 0,1 1 0 0,3 0 0 16,0-1-11-16,0 1 0 0,-4 2 9 0,1-2-9 16,-1 6 0-16,4-3 8 0,0 6-8 0,-3-4 0 15,-1-2 0-15,4 6 0 0,0 0 0 0,0 0 0 16,-7-3 0-16,7 3 0 0,0 0 10 0,0 0-10 16,0 0 0-16,0 0 0 0,0 0-11 0,0 0 11 15,0 9-16-15,0 1 4 0,0-1 0 0,0 1 1 16,7-1 11-16,-7 7 16 0,0-4-4 0,0 4-1 15,0 3-22-15,0-4-4 0,4-2-1 0,-4 3 0 16,0 3 16-16,0-1 0 0,7-2 0 0,0 3 0 0,0 0 0 16,0-1 0-16,-4 4 0 0,4-3-9 0,4-6 9 15,-4 12 0-15,-3-9 0 0,3 2 0 0,-4-2 0 0,4-3 0 16,0 2 0-16,0-2 0 0,0 2 0 0,-3 1-10 16,0-6 10-16,-1-1-13 0,1 0-7 0,-1 1 0 15,1-1-1-15,-1 1 0 16,1-1-15-16,-1 0-4 0,-3 1 0 0,4-1 0 15,-1 7-44-15,-3-7-8 0,0 7-3 0,0-7 0 16,0 1-126-16,-3 5-26 0</inkml:trace>
  <inkml:trace contextRef="#ctx0" brushRef="#br0" timeOffset="90573.652">5990 13551 748 0,'0'0'33'0,"0"0"7"0,-3 0-32 0,3 0-8 15,0 0 0-15,0 0 0 0,0-10 136 0,0 10 24 16,-7 0 6-16,7 0 1 0,0 0-151 0,0 0-29 15,0-6-7-15,0 6 0 16,-4-3-5-16,4 3-1 0,0 0 0 0,0 0 0 0,-3-6 18 0,-1 6 8 16,4 0-8-16,0 0 8 0,-7-3 0 0,0 3 11 15,3-7-1-15,4 7 0 0,-7 0 25 0,7 0 5 16,-7 0 0-16,7 0 1 0,-7 7 7 0,4-7 2 16,-4 0 0-16,3 3 0 0,-3-3-19 0,0 6-4 0,3-3-1 0,-3 3 0 15,4 4-26-15,-4-1 0 0,3-2 0 0,1 2 0 16,-1-6 0-16,-3 13 0 0,0-7 0 0,0 1 0 15,4-1 0-15,-1 0 0 0,-3 1 0 0,3-4 0 16,4 3 0-16,-3 1 0 0,-1-1 0 0,1 1 0 16,3-1-9-16,-4 1 9 0,4-4 0 0,0 3 0 15,0 1 0-15,4-1 0 0,-4-3 0 0,3 4 0 16,-3-1 0-16,7 1 0 0,-3-1 0 0,3 0 0 16,-3-2 0-16,3 2 0 0,0-6 0 0,3-3 0 15,-3 6 0-15,0-6 0 0,-7 0 0 0,11 0 0 16,0 0 8-16,-1 0-8 0,-3 0 0 0,4-6 0 15,-1 3 10-15,1-3-10 0,-4 3 10 0,0-4-10 16,0-2 9-16,4 0-9 0,-4-1 8 0,0 1-8 16,0-7 8-16,0 7-8 0,-4-1 0 0,4 1 8 15,-3-1-8-15,3 1 0 0,-7-7 0 0,4 7 0 0,-1-1 0 0,-3 1 0 16,-3 0 0-16,3-1 8 0,0 4-8 0,0-3 12 16,0-1-12-16,-4 1 12 0,-3 2 1 0,3-2 1 15,1 6 0-15,-4-3 0 0,3 3-14 0,4 3 0 16,-3-7 8-16,-1 4-8 0,1-3 0 0,-1 6 0 15,4 0 0-15,0 0 0 0,0 0 0 0,0 0-10 16,0 0 10-16,0 0-8 0,0 0 8 0,0 0 0 16,0 0-9-16,0 0 9 0,4 9 0 0,-1-2 0 15,1 2 0-15,-1 0 0 0,-3 1 0 0,4-1 0 16,3 7-9-16,0-7 9 0,-7 4 0 0,7-4 0 16,-3 7 0-16,3 0 0 0,-4-4 0 0,4 4 0 0,-3-7 0 15,3 7 0-15,0-7 0 0,0 4 0 0,0-4 0 16,-4 4 0-16,5-4-12 0,-1 1 0 0,-4-1 1 0,1-6 0 31,-1 3-37-31,1 4-8 0,-4-10-2 0,3 9 0 16,-3-9-43-16,4 10-9 0,-4-10-2 0,0 0 0 0</inkml:trace>
  <inkml:trace contextRef="#ctx0" brushRef="#br0" timeOffset="90953.313">6184 13294 921 0,'0'0'82'0,"0"0"-66"15,0 0-16-15,0 0 0 0,0 0 96 0,0 0 15 16,0 0 3-16,0 0 1 0,0 0-99 0,4 6-16 16,-1 3-9-16,1 1 1 0,-1-1 8 0,1 1 0 15,3-1 0-15,-7 0 0 0,7-2 16 0,-4 2 4 16,5 1 2-16,-5 5 0 0,1-5 32 0,-1-1 6 16,1 0 2-16,-1 10 0 0,4-9-34 0,-3 5-8 15,3 4 0-15,0-3-1 0,0-4-2 0,-4 7 0 0,5-3 0 0,-1 3 0 16,-4-4-1-16,4 1 0 0,-3-3 0 0,3-4 0 15,-4 0-28-15,1 7-7 0,-4-7-1 0,3 1 0 32,1-1-46-32,-4-9-10 0,0 0-1 0,0 0-611 0</inkml:trace>
  <inkml:trace contextRef="#ctx0" brushRef="#br0" timeOffset="91219.195">6089 13526 1836 0,'0'0'81'0,"0"0"17"0,0 0-78 0,0 0-20 16,0 0 0-16,0 0 0 0,3-3 35 0,5-4 3 16,-8 7 1-16,7-3 0 0,0-3-39 0,3 6-15 15,1-9 1-15,3 9 0 16,-3-4-11-16,-1-2-3 0,4 6 0 0,-3-3 0 15,-4 3-20-15,3-6-4 0,1 6 0 0,0 0-1 16,-1-7 1-16,1 7 1 0,-1 0 0 0,-3 0 0 0,4 0 23 0,0 0 5 16,-4-3 1-16,3 3 0 15,1 0-138-15,-4 0-28 0</inkml:trace>
  <inkml:trace contextRef="#ctx0" brushRef="#br0" timeOffset="91838.105">6548 13435 633 0,'0'0'56'0,"0"0"-44"0,0 0-12 0,0 0 0 15,-7 6 109-15,3-3 20 0,-3 7 4 0,7-10 1 16,-7 6-122-16,0-3-24 0,7-3-4 0,0 0-2 15,-7 6-7 1,7-6-2-16,-4 3 0 0,4-3 0 0,0 0 27 0,-7 7-8 0,7-7 8 0,-3 9 0 16,3-9 0-16,0 0-8 0,-4 10 8 0,-3-4 0 0,4 3 32 15,-1-6 11-15,0 7 2 0,1-4 1 0,-1 3-17 0,1 1-3 16,3-1-1-16,0 7 0 16,-4-7-15-16,4 1-10 0,4 9 12 0,-4-10-12 0,0 0 8 15,3 1-8-15,-3-4 0 0,4 3 0 0,-1-2 0 0,-3-7-11 16,0 0 2-16,8 3 0 0,-5 6 9 0,-3-9-8 15,0 0 8-15,7 0-8 0,-7 0 8 0,11-3 0 16,-4-3 0-16,0 3 0 0,-7 3 8 0,3-7 4 16,8 7 1-16,-4-6 0 0,0 3-13 0,0-3 0 15,0 6 0-15,0-3 0 0,-3-4 0 0,3 4 0 16,0-6 0-16,0 3 0 0,-4 2 0 0,-3 4 0 16,4-6 0-16,-4 6 0 0,3-9 16 0,1 2 4 0,-8-2 1 15,4 0 0-15,-3 6 18 0,-1-4 3 0,1-2 1 16,-1 6 0-16,-3-4-7 0,0-2-2 0,4 3 0 15,3 3 0-15,-7-4-13 0,3 4-2 0,1-3-1 16,3 6 0-16,0 0 5 0,0 0 1 0,0 0 0 16,0 0 0-16,0 0-24 0,0 0 9 0,0 0-9 0,0 0 0 15,0 0 0-15,0 0 0 0,0 0 0 0,0 0 0 16,0 0 0-16,0 0 0 0,3 9 0 0,1-2 10 16,-4 2-10-16,0 0 0 0,7 1 9 0,-4-1-9 15,4 1 8-15,-3-1-8 0,3-3 10 0,0 4-10 16,4-1 12-16,-4 1-4 0,0 5-8 0,0-5 12 15,0-1-12-15,3 7 0 0,1-7 8 0,0 4-8 16,-4-4 0-16,0 1 0 0,3 2-9 0,1-3 9 16,-4 1-35-16,3-7-1 15,1 6 0-15,0-2-469 0,-4-4-95 0</inkml:trace>
  <inkml:trace contextRef="#ctx0" brushRef="#br0" timeOffset="92749.182">12813 13231 939 0,'0'0'41'0,"0"0"10"0</inkml:trace>
  <inkml:trace contextRef="#ctx0" brushRef="#br0" timeOffset="93484.687">12823 13203 288 0,'0'0'25'0,"0"0"-25"0,4-10 0 0,-4 10 0 16,0 0 110-16,4-6 17 0,3-3 3 0,-4 9 1 15,-3 0-70-15,0 0-13 0,4-10-4 0,-4 10 0 16,0 0-35-16,0 0-9 0,0 0 0 0,0 0 0 15,0 0 0-15,0 0 0 0,0 0 0 0,0 0 0 16,0 0 20-16,0 0 11 0,0 0 2 0,0 0 1 16,0-9 41-16,0 9 8 0,-7-3 1 0,3-4 1 15,4 7-10-15,-3-3-3 0,-1-3 0 0,0 3 0 16,1-3-41-16,3 6-9 0,0 0-2 0,0 0 0 16,-7 0-9-16,7 0-3 0,0 0 0 0,-7 0 0 15,0 0-8-15,3 0 0 0,-3 6 0 0,0-3 0 0,0-3 0 16,4 9 0-16,-8-9 0 0,4 10 0 0,-4-4 0 15,4 7 0-15,-7-7 0 0,4 3 0 0,-1 1 0 16,-3-1 0-16,3 1-12 0,1-1 12 0,3 7 0 0,-4-7 0 16,4 1 0-16,0 5 0 0,0-2 0 0,3-4 0 15,1 7 0-15,3-7 0 0,-4 7 0 0,4-7 0 16,0 7 0-16,0-3 0 0,0-4 0 0,0 0 0 16,4 7 0-16,-4-7 0 0,3 1 0 0,1-1 0 15,-1-2 0-15,5-4 0 0,-5 6-9 0,4-3 9 16,0-3 0-16,4 4 0 0,-1-7 0 0,-3 6 0 15,0-3 0-15,4-3 0 0,0-3 0 0,-4-3 0 0,3 6 0 16,1-7 0-16,-1 4 0 0,1-3 0 0,-4-3 0 16,0 6 0-16,4-4 0 0,-4-2 0 0,0-1 0 0,-4 1 0 15,4 3 32-15,0-4 0 0,0 1 0 16,-3 0 0-16,0-1-32 0,-1-6 0 0,1 7 0 0,-1-4-10 16,1-2 21-16,-4 5 4 0,3-5 1 0,-3 5 0 15,0-2-4-15,0-4 0 0,0 7 0 0,0-1 0 16,-3 4-12-16,3 6 8 0,0-9-8 0,-4 5 0 15,1-2 11-15,3 6-11 0,0 0 12 0,0 0-12 16,-4-9 18-16,4 9-3 0,0 0-1 0,0 0 0 16,0 0 3-16,0 0 1 0,0 0 0 0,0 0 0 15,0 0-27-15,0 0-6 0,0 0-1 0,4 9 0 16,-1 1 16-16,1-1 0 0,-1-3-10 0,1 4 10 16,-1-1 0-16,1 1 0 0,-4-1-9 0,3 0 9 15,1 1-12-15,-1-1 0 0,-3 4 1 0,4-1 0 0,-4-2 11 16,3-1 16-16,1-3-4 0,-1 4-1 0,1-1-11 15,0 1 0-15,-1-1 0 0,1 0 0 0,-1-2 0 0,4 2 0 16,-3-6 0-16,3 3 8 0,0 4-8 0,-7-10 0 16,0 0 0-16,7 6 0 15,0-3-39-15,-7-3-3 0,0 0-1 0,0 0 0 16,0 0-129-16,0 0-27 0</inkml:trace>
  <inkml:trace contextRef="#ctx0" brushRef="#br0" timeOffset="94535.682">12852 12714 172 0,'0'0'16'0,"0"0"-16"16,0 0 0-16,0 0 0 0,0 0 79 0,0 0 13 15,0 0 2-15,0 0 1 0,0 0-75 0,0 0-20 16,0 0 8-16,0 0-8 0,0 0 12 0,0 0 0 16,0 0 0-16,-4 6 0 0,1-6 23 0,3 0 4 15,-4 9 1-15,4-9 0 0,-7 10 13 0,7-10 3 16,-3 6 1-16,3-6 0 0,-4 3 7 0,4-3 2 15,0 0 0-15,-4 10 0 0,4-10-2 0,0 0-1 16,0 6 0-16,0-6 0 0,0 9-31 0,4 1-7 16,-8-1-1-16,4 0 0 0,0-2-12 0,0 2-4 15,0-6 0-15,0 7 0 0,0-1-8 0,0-3 0 16,0-6 0-16,-3 10 0 0,3-1 0 0,0 1 0 0,0-1 0 16,0 7 0-16,0-7 16 0,0 0 2 0,0 1 0 0,-4-1 0 15,4 1-8-15,-3 5-2 0,3-5 0 0,0-1 0 16,0 1 5-16,3-1 1 0,1 0 0 0,-1 4 0 15,1-4-14-15,0 1 11 0,3-1-11 0,-4 1 10 16,4-7-10-16,-3 6 0 0,-1-3 9 0,1 4-9 16,3-1 0-16,-4-9 8 0,-3 0-8 0,0 0 0 15,4 10 0-15,-1-4 8 0,-3-6-8 0,4 3 0 16,-1 6 0-16,-3-2 0 0,0 2 0 0,4-3 0 16,-4 4 0-16,0-1 0 0,-4 1 0 0,4-1-8 15,0 0-5-15,0-2-1 0,-3 2 0 0,-1-6 0 16,1 7-110-16,3-10-21 0,0 0-5 15,0 0-1-15</inkml:trace>
  <inkml:trace contextRef="#ctx0" brushRef="#br0" timeOffset="95772.077">13194 13237 57 0,'0'0'0'0,"0"0"0"0,0 0 0 0,0 0 0 16,0 0 159-16,0 0 26 0,0-6 6 0,0 6 1 16,-4-3-126-16,4 3-25 0,0 0-5 0,-3-10 0 15,3 4 3-15,-4-3 1 0,4 9 0 0,0 0 0 16,0 0 12-16,0-3 2 0,-3-4 1 0,3 7 0 0,0 0-11 15,0 0-3-15,0 0 0 0,0 0 0 0,0 0-29 16,0 0-12-16,-7 0 8 0,0 0-8 0,3 0 10 16,4 0-10-16,0 0 12 0,-7 7-12 0,-3-4 25 0,-1-3-1 15,4 0-1-15,3 0 0 0,-6 6 9 0,6-3 3 16,-3 3 0-16,4-2 0 0,-4-4-7 0,0 6 0 16,-1-3-1-16,1 3 0 0,4 4-2 0,-1-4 0 15,1 3 0-15,-4 1 0 0,3-7-25 0,4 6 0 16,-3 1 0-16,-1-4 0 0,1 3 0 0,3 7 0 15,0-7 0-15,-4 1 0 0,1-1-14 0,-1 7-5 16,4-7-1-16,0-9 0 0,0 10 20 0,0-1 0 16,0-9 0-16,0 10 0 0,0-10 0 0,0 0 0 15,4 9 0-15,-4-9 0 0,7 3 0 0,-7-3 0 16,0 0 0-16,10 6 0 0,1 4 0 0,-1-10 0 0,-10 0 0 16,7 0 0-16,4 0-8 0,0 0 8 0,-1 0-12 15,1-3 12-15,-11 3 0 0,7-7-8 0,3 7 8 16,1-6 0-16,-4 3 0 0,0 3 0 0,0-6 0 0,0 3 0 15,0-4 0-15,-3 4 0 0,3-3-8 0,0 3 8 16,0-3 0-16,-3-4 0 0,-1 1 0 0,-3 2 0 16,4-2 8-16,-1 6 0 0,-3-7-8 0,0 4 12 15,0-3-12-15,-3-1-8 0,3 1 8 0,0 0-13 16,-4-1 13-16,4 4 0 0,-3 3 0 0,3 3 0 16,-4-6 0-16,4 6 0 0,0 0 9 0,0 0-9 15,0 0 0-15,-4-10 0 0,4 10 0 0,0 0 0 16,0 0 8-16,0 0-8 0,0 0 0 0,0 0 0 15,0 0 0-15,0 0 0 0,0 0 0 0,4 10 0 16,3-4 0-16,-3 3 0 0,3 4 0 0,-4-7 0 16,1 10 8-16,-1-4-8 0,1-2 0 0,-1-1 0 0,1 7 9 15,-1-7-9-15,1 7 8 0,-1-4-8 0,4-2-9 0,-3-4-7 16,0 3-2-16,-1 1 0 0,-3-1 6 0,4 1 2 16,-4-10 0-16,3 6 0 15,-3-3-57-15,0-3-11 0,4 9-2 0,-4-9-569 0</inkml:trace>
  <inkml:trace contextRef="#ctx0" brushRef="#br0" timeOffset="96127.211">13462 12955 518 0,'0'0'46'0,"0"0"-37"0,0 0-9 0,0 0 0 15,0 0 250-15,0 0 48 0,0 0 10 0,0 0 1 16,0 0-244-16,0 0-49 0,0 0-16 0,0 0 10 16,0 0-10-16,0 13 0 0,7-4 0 0,-7 0-11 15,0 4 11-15,0-4 0 0,0 7 0 0,4 0 0 16,-8-4 0-16,4 4 0 0,4 3 0 0,-4 6 0 15,0-6 8-15,0 9 0 0,0-3 0 0,3 0 0 16,-3-3 21-16,4 3 5 0,-4-6 1 0,3 6 0 16,-3-6-24-16,4 0-11 0,-4-4 10 0,3 4-10 0,-3-9 0 15,4-1 0-15,-4 0 0 0,0-9 0 0,0 10-12 16,0-10-9-16,0 0-2 0,0 0 0 16,0 0-45-16,0 0-8 0,0 0-3 15</inkml:trace>
  <inkml:trace contextRef="#ctx0" brushRef="#br0" timeOffset="96386.446">13310 13131 1465 0,'0'0'64'0,"0"0"15"0,0 0-63 0,0 0-16 0,0 0 0 0,0 0 0 16,0 0 46-16,0 0 6 0,0 0 2 0,0 0 0 15,11 0-54-15,-1 0-15 0,-2 0-1 0,6 0 0 16,-4 0 5-16,4 0 1 0,-3 0 0 0,3 0 0 16,0 0 10-16,0 6 0 0,0-6 0 0,0 3-8 15,1-3 8-15,-5 6 0 0,4-6 0 0,-3 3 0 32,-1-3-45-32,1 7-7 0,3-7-2 0,-3 3 0 0,-1-3-53 15,-3 6-10-15,7-6-3 0,-6 0-366 0</inkml:trace>
  <inkml:trace contextRef="#ctx0" brushRef="#br0" timeOffset="97005.889">13712 13203 633 0,'0'0'56'0,"0"0"-44"0,0 0-12 0,0 0 0 0,0 0 164 0,0 0 32 16,0 0 5-16,0 0 2 0,0 0-127 0,-3-10-26 15,-1 10-5-15,4 0-1 0,0 0-17 0,0 0-4 16,-3-6-1-16,3 6 0 0,0 0-22 0,0 0 0 15,0 0 0-15,0 0 0 0,-7 0 0 0,3 0 0 16,1 6 0-16,-1 1 0 0,4-7 0 0,-7 3 0 16,0 6 0-16,0-3-12 0,4 4 21 0,-1-7 4 15,-3 6 1-15,0-2 0 0,3 2-1 0,1 1 0 16,3-10 0-16,-4 6 0 0,1 3 0 0,3-9 0 0,3 10 0 16,-3-1 0-16,-3 0 5 0,3 1 1 15,3-1 0-15,-3 1 0 0,0-1-28 0,0 0-6 0,4-2-1 16,-1 2 0-16,1 1 16 0,-4-1 0 0,0-9-10 15,0 0 10-15,0 0 0 0,7 9-11 0,-7 1 11 16,0-10-8-16,0 0 8 0,0 0 0 0,0 0 0 0,0 0 0 16,0 0 11-16,0 0 4 0,11 0 1 0,-1 0 0 15,1 0-4-15,-4 0 0 0,3-3 0 0,1-4 0 16,-4 4-12-16,0-3 9 0,-3 3-9 0,3-3 8 16,0 6-8-16,-4-10 0 0,4 7 0 0,-7-3 8 15,4-4-8-15,-4 10 0 0,3-6 9 0,-3 3-9 16,4-7 17-16,-4 4-1 0,0-3 0 0,-4 6 0 15,4-4 10-15,0-2 2 0,0 0 0 0,0-1 0 16,0 1-13-16,0 3-3 0,-3-4 0 0,3 1 0 16,-4-1-12-16,4 4 0 0,0-3 8 0,0 9-8 15,0 0 0-15,0 0 0 0,0 0 0 0,0 0 0 0,0 0 0 16,0 0 0-16,0 0 8 0,0 0-8 0,0 0 0 16,0 0 0-16,7 6 0 0,-3-3-10 0,3 6 10 15,-4 4 0-15,5-4 0 0,-1 1 0 0,0 2 0 16,-4-2 0-16,4 5 0 0,0-5 0 0,0 5 0 0,0-2 0 15,0 3 0-15,0 3 0 0,1-4 0 0,-1-2 0 16,-4 2 0-16,1 1 8 0,3-3-8 0,0 2 0 16,0 4 0-16,-4-3 8 0,4-4-8 0,-3-2 0 15,-1 5-8-15,1-5 8 16,0-1-28-16,-1 1 0 0,1-1 0 0,-1-3 0 16,4 4-104-16,-7-10-22 0,0 0-4 0,7 6-1 0</inkml:trace>
  <inkml:trace contextRef="#ctx0" brushRef="#br0" timeOffset="99540.794">20309 13774 345 0,'0'0'31'0,"0"0"-31"0,0 0 0 0,0 0 0 16,0 0 169-16,0 0 28 0,0 0 6 0,0 0 1 15,0 0-142-15,4-7-28 0,-1 4-6 0,-3 3 0 16,0 0-28-16,4-9 0 0,-4 2 0 0,4-2 0 16,-8 6 18-16,4 3-2 0,4-6 0 0,-4 6 0 15,0-10 39-15,0 10 7 0,0 0 2 0,0 0 0 0,-4-9-7 16,0 3-1-16,1 2 0 0,3 4 0 0,0-6-16 0,0 6-3 15,-4-9-1-15,1 6 0 0,3 3-20 0,-4-7-4 16,-3 4 0-16,7 3-1 0,-3-6-11 0,-1-4 0 16,4 10 9-16,-10 0-9 0,3 0 8 0,7 0-8 15,0 0 10-15,-7 0-10 0,0 0 0 0,-4 0 8 16,4 0-8-16,0 7 0 0,3-4 0 0,-6-3 0 16,3 9 0-16,-4-2 0 0,4 2 0 0,-4-6 0 15,-3 13 0-15,0-7 0 0,4 1 0 0,-1 5-8 16,4-5 8-16,0-1 0 0,3 1 0 0,1-1 0 15,-1 7 0-15,4-7 0 0,-7 0 0 0,7 7 0 16,0-7-8-16,0 1 8 0,0-1 0 0,4 1-8 0,-4-1 8 16,3 1 0-16,1-1-9 0,-1 0 9 0,-3 1 0 15,4-1-9-15,-1-3 0 0,1 4 0 0,-4-10 0 0,7 9 0 16,0 1 9-16,4-1 0 0,-11-9 0 0,7 6 0 16,-7-6 0-16,3 3-12 0,-3-3 12 0,7 10-12 15,-7-10 12-15,0 0 0 0,0 0 0 0,0 0 0 16,7 6 0-16,-7-6 8 0,0 0-8 0,7 3 11 15,0 4-11-15,1-7 0 0,-5 0 9 0,-3 0-9 16,0 0 29-16,7 0 2 0,0 0 0 0,0-10 0 16,0 4 5-16,0 3 2 0,0-7 0 0,0 1 0 15,1 0-25-15,-5-7-5 0,4 6 0 0,-3-5-8 16,3 5 13-16,0-8-4 0,-4 8-1 0,1-6 0 16,-1-2 2-16,1-1 0 0,-1 3 0 0,-3-3 0 15,4-6 5-15,-4 6 1 0,3-3 0 0,1-3 0 16,-4 7-4-16,3-8 0 0,1 11 0 0,-4-7 0 0,4 3-3 15,-1-3-1-15,1 3 0 0,3 0 0 16,0 4 3-16,0 2 0 0,-4-2 0 0,4 5 0 0,-3-6 1 0,3 7 1 16,0 0 0-16,-3 6 0 0,3-7-13 0,-4 4 0 15,1-4 0-15,-1 4 0 0,1 3 0 0,3-3 0 16,-7-4 0-16,3 7 0 0,-3-3 0 0,4-3-8 16,-4 9 8-16,3-4 0 0,-3-2 0 0,0-3 0 15,0-1 11-15,0 4-11 0,0 3 16 0,0-7-3 16,0 4-1-16,0-3 0 0,0-1 8 0,0 10 2 15,0 0 0-15,0 0 0 0,0-9-34 0,0 9-8 16,0 0 0-16,0 0-1 0,0 0 21 0,0 0-11 0,0 0 11 0,0 0-8 16,0 0 8-16,0 0-10 0,0 0 10 15,0 0-10-15,0 0 10 0,0 0-8 0,7 9 8 0,-3 1-8 16,-1-1-1-16,-3 1 0 0,0-1 0 0,0 7 0 16,0-1 0-16,0-2 0 0,-3 6 0 0,-1 3 0 15,1 0 9-15,-1 3-10 0,1-6 10 0,-4 6-10 16,0 0 1-16,3-3 0 0,1 3 0 0,-1 0 0 15,-3 3 9-15,4 7 0 0,-1-7 0 0,4 0-8 16,-4-3 8-16,1 3 0 0,-4 1-9 0,3 2 9 16,1-3-14-16,-1 0 2 0,-3-3 0 0,4 4 0 15,-1-11-30-15,4-2-6 16,0 3 0-16,0-3-1 0,0-4 36 0,0-6 13 0,0 4-9 0,0-1 9 16,0 1-48-16,0-1-5 15,0-9-1-15,0 0 0 0,0 0-13 0,0 0-2 0,7 0-1 16,-7 0 0-16,7 6-97 0,4-12-19 0,3 3-4 15,-14 3-1-15</inkml:trace>
  <inkml:trace contextRef="#ctx0" brushRef="#br0" timeOffset="100286.617">20613 13808 799 0,'0'0'35'0,"0"0"8"0,0 0-35 0,0 0-8 0,0 0 0 0,0 0 0 16,0 0 19-16,0 0 1 0,0 0 1 0,0 0 0 31,0-9-45-31,0 9-10 0,0 0-2 0,0 0 0 0,0-7 74 0,0-2 14 0,0 9 4 0,-4-3 0 16,4 3 38-16,0 0 8 0,0 0 2 0,-3-6 0 15,-1-4-29-15,4 10-6 0,0 0-1 0,0 0 0 16,0 0-44-16,0 0-10 0,0 0-2 0,0 0 0 0,-7 0-12 0,4 3 0 15,-4 4 0-15,0-7 0 0,-1 6 0 16,1-3 0-16,4 6-9 0,-4-2 9 0,0-4 0 0,3 6 0 16,-3-3 0-16,4 4 0 0,-1-1 0 0,1 1 0 15,-4-4 0-15,3 3 0 0,1 1 0 0,-1-1 0 16,4 1 0-16,-4 5 0 0,4-2 0 0,0-4 0 16,0 7 0-16,4-7 0 0,-4 1 0 0,4 5 0 15,-1-5 0-15,1-1 0 16,-4-9-28-16,7 10 0 0,-4-4 0 0,-3-6 0 0,0 0 16 15,7 3 3-15,0-3 1 0,-7 0 0 0,11 0 8 0,-11 0 9 16,7-3-1-16,0-3-8 0,0 6 24 0,0-10-1 16,0 4-1-16,0 6 0 0,0-10-12 0,0 7-2 0,0-6-8 15,4 3 12-15,-4-4-12 0,0 1-10 0,-3-1 2 0,3 1 0 16,0 0 8-16,-4-1 0 0,1-5 0 0,3 5 0 16,-7-6 0-16,0 7 0 0,0 0 0 0,0-1 0 15,0 1 0-15,0-7 0 0,-4 13 0 0,1-6 0 16,3 2 11-16,-4-2 7 0,1 9 2 0,3 0 0 15,0 0-20-15,0 0 0 0,0 0 0 0,0 0 0 16,0 0 0-16,0 0 0 0,-4 6 0 0,1-3 0 16,3-3 0-16,3 10 0 0,1-1 0 0,-1 7 0 15,1-7 0-15,-1 7-9 0,1-4 9 0,3 4-8 16,0-6 8-16,-4 5 0 0,-3-2 0 0,7 2 0 16,1-5-13-16,-1-1-1 0,-4 7 0 0,-3-4 0 15,7-2-19-15,-7-1-4 16,4 4-1-16,-4-10 0 0,0 6-146 0,0-9-30 0</inkml:trace>
  <inkml:trace contextRef="#ctx0" brushRef="#br0" timeOffset="100620.011">20920 13523 1094 0,'0'0'97'0,"0"0"-77"0,0 0-20 0,0 0 0 15,0 0 134-15,0 0 23 0,0 0 5 0,0 0 1 32,0 3-163-32,0 6-19 0,0-3-10 0,0 4-3 15,-4-1 4-15,4 1 0 0,0 5 0 0,0-5 0 0,0-1 28 0,0 7-9 0,-3-4 9 0,-1 4 0 16,4 3 0-16,-3 0 11 0,3 0-1 0,0 6 0 15,-4-7 14-15,4 1 2 0,4 6 1 0,-4-6 0 16,0-3-18-16,0 3-9 0,0-1 10 0,0 1-10 16,3-3 0-16,1 3 0 0,-4-4 0 0,3 1-10 15,1-3-36 1,-4-4-7-16,3 0-2 0,-3 1 0 0,0-10-45 0,0 0-10 16,0 6-2-16,0-6-395 0</inkml:trace>
  <inkml:trace contextRef="#ctx0" brushRef="#br0" timeOffset="100874.384">20761 13701 864 0,'0'0'76'0,"0"0"-60"15,0 0-16-15,0 0 0 0,0 0 193 0,0 0 36 16,4 4 7-16,3-4 2 0,-7 0-210 0,7 0-43 15,7 0-8-15,0 6-1 0,-4-6 24 0,5 0 0 16,-1 0 0-16,0 0 0 0,0 0 0 0,0 6 0 16,4-3 0-16,-4 7 0 0,0-10-10 0,-4 9 10 15,1-3-12-15,0-3 12 0,-1 4-11 0,4-4 11 0,-7 3-10 0,0-6 10 32,-7 0-53-32,11 3-5 0,-4 4-1 0,0-1-589 0</inkml:trace>
  <inkml:trace contextRef="#ctx0" brushRef="#br0" timeOffset="101475.775">21223 13767 1324 0,'0'0'59'0,"0"0"12"0,0 0-57 0,0 0-14 0,0 0 0 0,0 0 0 15,0 0 121-15,-3-3 22 0,-1-3 4 0,4 6 1 16,0 0-209-16,0 0-42 0,0 0-8 15,-7 0-1-15,0 0 28 0,0 0 7 16,7 0 1-16,-7 0 0 0,0 0 52 0,-4 6 12 0,1-6 1 0,3 10 1 16,0-10 75-16,-1 9 15 0,-2 0 4 0,3-2 0 0,0 2 16 0,0 0 3 15,0 1 1-15,0-4 0 0,0 7-70 0,3-4-14 16,0 0-2-16,1 1-1 0,3-4-17 0,-4 10 0 16,4-7 0-16,0 1 0 0,0 2 0 0,0-6 0 15,0 4 0-15,4-1 0 0,-4 1 0 0,0-1 0 16,3 0 0-16,1 1-9 0,0-4 9 0,-4-6 0 15,3 10 0-15,1-1 0 0,3-3 0 0,-7-6 0 16,0 0 0-16,3 3 0 0,-3-3 0 0,7 10 0 16,4-4 0-16,-11-6-8 0,0 0 8 0,7 0 0 15,3-6-9-15,1 6 9 0,-4-3 0 0,0-4 0 16,0 7 0-16,4-9 0 0,-4 0 0 0,3-1 0 16,-3 4-9-16,4-4 9 0,-4 7 0 0,0-6 0 0,-3-7 0 15,-1 7 0-15,4-1 0 0,-3 1 0 0,-1 0 0 16,1-1 9-16,3-5 8 0,-4 5 2 0,-3 1 0 0,4-1 0 15,3 1-1-15,-3 3 0 0,-1-4 0 0,-3 10 0 16,0 0 1-16,0-9 0 0,4 3 0 0,-4 6 0 16,0 0-19-16,0 0 0 0,0 0-8 0,0 0 8 15,0 0 0-15,0 0 0 0,0 0 0 0,-4 6 10 16,8 3-10-16,-4 1-17 0,0-1 4 0,0 0 1 16,3 7 12-16,1-6 8 0,-1 5 0 0,1-2-8 15,3 2 11-15,0-5-11 0,3-1 10 0,-6 7-10 16,3-7 9-16,4 1-9 0,-4-1 8 0,0 1-8 15,0-1 0-15,0 0 0 0,3 1 0 0,-3-1 0 16,1 7 0-16,-1-7 0 0,-4-2 0 0,4 2 0 16,-3 0-32-16,-1-6-11 15,4 7-2-15,-3-4-1 0,-4-6-131 0,0 0-27 0,0 0-4 16,0 0-2-16</inkml:trace>
  <inkml:trace contextRef="#ctx0" brushRef="#br0" timeOffset="102637.453">22317 13792 0 0,'0'0'0'0,"0"0"0"0,-7 0 0 0,7 0 0 16,0 0 210-16,0 0-42 0,-4-3 33 0,4 3 7 15,0 0-137-15,0 0-28 0,0 0-6 0,0 0-1 16,-3-6-20-16,3 6-5 0,0 0-1 0,0 0 0 15,-7-3-2-15,3-3-8 0,4 6 12 0,0 0-4 16,0 0 38-16,0 0 7 0,0 0 2 0,0 0 0 16,0 0 25-16,0 0 4 0,0 0 2 0,0 0 0 15,14 0-26-15,-14 0-4 0,0 0-2 0,0 0 0 16,0 0-10-16,0 0-3 0,0 0 0 0,-3 9 0 0,-4-3-41 0,3-3 0 16,11 7 0-16,-7-1 0 0,-10 1 0 0,6 5 0 15,4-5 0-15,0 5 0 0,0-2 0 0,-4 3 0 16,-3-7 0-16,7 7 0 0,4-4 11 0,-4 4 3 15,-7 3 1-15,3-4 0 0,11-2 10 0,-7-4 3 16,-10 7 0-16,-1-7 0 0,8 1-4 0,-1-4 0 16,4-6 0-16,-7 3 0 0,-3 3-4 0,10-6 0 15,0 0-1-15,0 0 0 0,0 0-5 0,0 0-1 16,0 0 0-16,0 0 0 0,0 0 14 0,0 0 2 16,0 0 1-16,0 0 0 0,10-6-16 0,-6 3-3 0,-4-3-1 15,3-4 0-15,1 1 3 0,-1 0 1 0,-3-1 0 16,0-6 0-16,-3 7-14 0,3-3 0 0,10-4 0 15,-3 0 0-15,-7 4 0 0,4-4 8 0,-1-3-8 16,8 3 0-16,-4-2 0 0,-3-1-15 0,-1 3 3 0,8 4 1 16,-1-4 11-16,-3 0-8 0,-3 7 8 0,6-4-8 15,5 4 8-15,-5-1 0 0,-6 4 0 0,-1-3-8 16,-3 9 8-16,7-6 0 0,0 2-9 0,-7 4 9 16,0 0 0-16,7 4 0 0,4 2 0 0,0-6 0 15,-8 9-10-15,8 1 10 0,-1-1 0 0,4 0-9 16,-3 1 1-16,-1 6 0 0,-2-7 0 0,2 10 0 15,1-4 8-15,-1 4 0 0,-6-3 10 0,3 3-10 16,0-7 0-16,0 4 8 0,0 3-8 0,-3-10 0 16,-4 7 0-16,3 0 0 0,4-4 8 0,-7-3-8 15,-3 1-28-15,3-1-9 0,3 4-2 16,-3-13 0-16,0 0-17 0,0 0-4 0,0 0-1 16,4 3 0-16,3 6-102 0,-7-9-20 0,0 0-4 15,0 0-1-15</inkml:trace>
  <inkml:trace contextRef="#ctx0" brushRef="#br0" timeOffset="103220.838">22684 13915 403 0,'-14'0'36'0,"14"0"-36"0,0 0 0 0,0 0 0 16,0 0 134-16,0 0 20 0,0 0 4 0,10 0 1 16,1 0-92-16,-11 0-19 0,0 0-3 0,0 0-1 15,10-7-12-15,-3 7-4 0,-7 0 0 0,0 0 0 16,11-3 7-16,-1-3 1 0,1 6 0 0,-11 0 0 15,0 0 16-15,7-9 3 0,4 9 1 0,-1-10 0 16,-10 10-20-16,11 0-3 0,-1-6-1 0,5-4 0 16,2 10-1-16,-3-3-1 0,-7-3 0 0,7 3 0 15,4-3-17-15,-4-4-3 0,-14 10-1 0,4-3 0 16,3-3-9-16,3-4 0 0,-3 4 0 0,-3-3 8 16,-4 9 6-16,0 0 1 0,7-3 0 0,-3-4 0 0,-8-2-7 15,1 0 0-15,3-1-8 0,0 1 12 0,0-1-12 16,-4 4 0-16,-3-3 0 0,7 9 0 0,0 0-8 0,-7-10 8 15,-7 10 0-15,0-3 0 0,3 3-11 0,-3 0 11 16,0 0-10-16,3 3 10 0,1-3 0 0,3 10 0 16,0-4-8-16,-8-3 8 0,1 3 0 0,0-3 0 15,11 7 0-15,-1-1 0 0,-6 4-8 0,-1-1 8 16,7-2 0-16,1 5-9 0,3 1 9 0,-4-3-8 16,-3 5 8-16,7-2-8 0,4-6 8 0,-1 8 0 0,-6-8 0 15,3 5 0-15,3 1 0 0,4-3 0 0,-7-4 0 16,0 7 0-16,4-7 0 0,3 1 0 0,4-1 0 15,-4 0 0-15,-4-2 0 0,4 2-12 0,4-6 12 0,-1 3-12 32,1 4-24-32,0-10-6 0,3 0-1 0,0 6 0 15,0-3-125-15,0-3-24 0,-3 0-6 0,3 0-1 0</inkml:trace>
  <inkml:trace contextRef="#ctx0" brushRef="#br0" timeOffset="103593.278">23266 13748 1324 0,'0'0'118'0,"0"0"-94"15,0 0-24-15,0 0 0 0,0 0 160 0,0 0 28 16,0 0 6-16,0 0 1 16,0 0-244-16,0 0-49 0,0 0-10 0,0 0-1 15,0 0 25-15,-4 10 4 0,1-4 2 0,-1 4 0 0,-3-1 66 0,4 0 12 16,-5 1 0-16,-2-1 0 0,3-3 67 0,0 10 6 16,0-3 2-16,-4-4 0 0,1 7 1 0,-1-7 1 15,4 7 0-15,0-4 0 0,-4 4-36 0,4-7-7 16,0 7-2-16,-3-3 0 0,3 2-32 0,-1-5 0 15,1-1 0-15,-3 1 0 16,6-1-22-16,-3 7-11 0,-3-7-3 0,3 0 0 16,0-5-3-16,0 2-1 0,-1 3 0 0,-2-9 0 15,-1 7-36-15,11-7-7 0,0 0-1 0,0 0-1 0</inkml:trace>
  <inkml:trace contextRef="#ctx0" brushRef="#br0" timeOffset="103890.815">23135 13705 1792 0,'0'0'80'0,"0"0"16"0,0 0-77 0,0 0-19 16,0 0 0-16,0 0 0 16,-3 12-31-16,-1-3-9 0,4-9-3 0,0 10 0 15,0-1 3-15,0 4 0 0,4-7 0 0,-1 10 0 0,1-7 32 0,-1 4 8 16,4-4 0-16,-3 7 0 0,3-7 29 0,-4 7 8 15,1-4 2-15,3-2 0 0,0 6 4 0,0-7 1 16,0 10 0-16,-3-10 0 0,3 7-29 0,0-7-6 16,0 1-1-16,-4 5 0 0,4-5-8 0,0-1 0 15,4 1 0-15,-4-1 0 0,0 7 0 0,0-7-9 16,0-6 9-16,0 3-13 16,0 4-41-16,0-1-8 0,-7-9-2 0,8 7 0 15,-1-4-183-15,-7-3-37 0</inkml:trace>
  <inkml:trace contextRef="#ctx0" brushRef="#br0" timeOffset="104342.806">23562 13532 1119 0,'0'0'49'0,"0"0"11"0,0 0-48 0,0 0-12 16,0 0 0-16,0 0 0 0,0 9 0 0,4 1 11 15,-1-1-11-15,-3 7 10 0,4-7-25 0,-1 1-5 16,-3-1 0-16,4 7-1 0,-1-4 35 0,1-2 7 16,-4 5 2-16,3 4 0 0,-3 0 59 0,0 6 12 15,0-6 2-15,0 0 1 0,-3-3-26 0,3 2-6 16,0 1-1-16,0 3 0 0,0-3-28 0,0 0-5 16,0 0-2-16,0-1 0 0,0 1-21 0,0-3-8 15,0 3 0-15,3-1 0 0,-3-2 0 0,4 0 0 16,-4-4 0-16,0 4 0 0,3-7 0 0,-3 1 0 15,0-1 0-15,0 1 0 16,-3-4-32-16,3-6 0 0,-4 9 0 0,4-9 0 16,0 0-33-16,0 0-7 0,-7 0 0 0,7 0-1 15,-7 0-100-15,0-6-20 0</inkml:trace>
  <inkml:trace contextRef="#ctx0" brushRef="#br0" timeOffset="104619.792">23368 13836 1267 0,'0'0'56'16,"0"0"12"-16,0 0-55 0,0 6-13 0,4-12 0 0,3 6 0 16,-4 0 93-16,8 0 16 0,-4 0 3 0,0 0 1 15,3 0-113-15,5-3-12 0,-5-3-8 0,4 6-2 16,-3-6 22-16,3 2 15 0,0 4-3 0,-3 0 0 0,3 0 26 0,-4 0 5 15,1 0 1-15,3 0 0 0,-3 0-27 0,3 4-5 16,-4 2 0-16,4-6-1 0,-3 0-11 0,0 6 0 16,3-6 0-16,0 3 0 0,0-3 0 0,0 0-16 15,0 6 4-15,4-2 1 16,-4-4-33-16,3-4-8 0,1 4 0 0,0-6-694 0</inkml:trace>
  <inkml:trace contextRef="#ctx0" brushRef="#br0" timeOffset="161889.852">3739 11240 57 0,'0'0'0'0,"0"0"0"0,0 0 0 0,0 0 0 16,4-3 0-16,-4 3 0 0,0 0 276 0,0 0 49 15,4-7 11-15,-4 7 1 0,0 0-268 0,0 0-53 16,0 0-16-16,0 0 0 0,0 0 0 0,0 0 0 16,0 0 0-16,0 0 0 0,0 0 0 0,0 0 0 15,0 0 0-15,0 0 0 0,0 0 0 0,0 0 0 16,0 0 0-16,0 0 0 0,0 0 20 0,0 0 4 0,0 0 0 0,0 0 1 15,-4 7 31-15,4 2 7 0,0 0 1 0,0 1 0 16,4-1-12-16,-4 1-3 0,-4 8 0 0,4-8 0 16,0 6-22-16,0 2-5 0,0-2-1 0,0-3 0 15,0 2-9-15,4 4-3 0,-4 0 0 0,0-3 0 16,0 2-9-16,0 8 0 0,0-8 9 0,3 11-9 16,-3-4 8-16,4 3-8 0,3 0 8 0,-7 7-8 15,0-7 8-15,3 6-8 0,-3-5 10 0,7 5-10 16,-7 0 16-16,0-5-2 0,0 5-1 0,4 1 0 15,-1 9 3-15,4-7 0 0,-7-2 0 0,0 12 0 16,0-6-4-16,4-4 0 0,3 7 0 0,-7-6 0 16,0 2 5-16,0-2 1 0,0 0 0 0,0-4 0 15,0 4 6-15,3-4 2 0,-3 10 0 0,0-6 0 16,0 6-14-16,0 0-2 0,0 0-1 0,0-7 0 0,4 7-1 16,-4 0 0-16,0-6 0 0,0 2 0 0,0-2-8 15,0 6 0-15,3 0 0 0,1 0 0 0,-4 3 0 0,4-3 0 16,3 3 0-16,-4 3 0 0,4-3 0 0,-7-3 0 15,7 0 0-15,0 3 0 0,4-3 0 0,-4 0 0 16,-4-7 0-16,5 13 0 0,-1-3 0 0,-4 4 8 16,4-4-8-16,-7-3 0 0,7-1 0 0,0 1 0 15,-7 0 0-15,0-6 0 0,4 6 0 0,-4-7 0 16,7 7 0-16,-7 0 0 0,-7 0 0 0,7-6 0 16,0 6 8-16,7-7-8 0,-14 4 0 0,14-3 10 0,-7-1-10 15,3 4 10-15,1-3-10 0,-4-1 0 0,3 4 9 16,1-3-9-16,7-1 0 0,-11 4 0 0,0-3 0 15,0 6 0-15,10 0 0 0,-10-7 0 0,0 7 0 16,0-6 8-16,-7 2-8 0,7-2 0 0,0 0 0 0,0 6 0 16,-3-10 0-16,3 4 0 0,-8 2 8 0,8-2-8 15,-3 0 16-15,-1-4-2 0,4 1 0 0,0-1 0 16,7-6-1-16,-7 7 0 0,-3-7 0 0,3 0 0 16,3 4-5-16,5-4 0 0,-8-6-8 0,-8 9 12 15,8-9-12-15,0 10 9 0,8-10-9 0,-8 9 8 16,-11-3-8-16,11 0 0 0,3 1 0 0,-6 5 0 15,-1-6 0-15,1 7 0 0,-1-10 0 0,1 3 0 16,3 0 0-16,-7 4 0 0,3-4 8 0,-3 0-8 16,7-3 0-16,-3 0 0 0,-1-3 9 0,4 3-9 15,-7-6 0-15,7 6 9 0,-3-6-9 0,3 6 0 0,-7-6 8 16,3 0-8-16,4 6 0 0,0-6 0 0,0-1 0 16,-4 1 8-16,8 0-8 0,-4 3 0 0,0-3 12 0,0 0-4 15,0-4 0-15,0 4-8 0,4-6 18 16,-4 2-3-16,-4 4-1 0,0 0 0 0,8-3-5 0,-4 3-1 15,-4-4 0-15,1 4 0 0,-1 0-8 0,4-4 0 16,-3-2 0-16,3 12 0 0,-11-6 0 0,11-3 8 16,0 2-8-16,-7 1 0 0,4-9 0 0,3 5 0 15,0-5 8-15,0 9-8 0,0-4 0 0,0-2 0 16,0 9 0-16,3-10 0 0,-3-2 8 0,7-1-8 16,-7 7 0-16,-7-1 8 0,7-5-8 0,0 2 0 15,0-2 0-15,0 2 0 0,-3 1 0 0,-1-4 8 16,8 1-8-16,-4-1 0 0,-4 7 0 0,4-1 0 0,0-5 0 15,0 2 0-15,0-5 0 0,0 2 0 0,0 1 8 16,0 5-8-16,0-5 0 0,0-7 0 0,0-3 9 0,0 9-9 16,0 1 0-16,0-10 8 0,0 0-8 0,0 6 0 15,0 3 0-15,0-9 9 0,0 0-9 0,0 10 0 16,0-10 13-16,0 9-4 0,0-9-1 0,4 9 0 16,-4-9-8-16,0 0 10 0,0 0-10 0,3 7 10 15,-3-7-10-15,0 0 12 0,7 9-12 0,-7 1 12 16,11-10-12-16,-11 0 0 0,0 0 9 0,0 0-9 15,3 9 0-15,-3-9 8 0,0 0-8 0,0 0 0 16,4 6 0-16,-4-6 8 0,11 3-8 0,-11-3 0 16,0 0 0-16,7 7 8 0,3-7-8 0,-3 3 0 15,-7-3 8-15,11 0-8 0,-1 0 8 0,1 0-8 16,0 0 11-16,-1 6-3 0,4-6 0 0,-3 3 0 16,-1-3-8-16,5 0 0 0,-5 0 9 0,4 0-9 0,0 0 0 15,0 0 0-15,1 0 0 0,2 0 0 0,1 0 8 16,-1 0-8-16,1 0 10 0,0 0-10 0,6-3 0 0,-9-3 0 15,6 6 0-15,3 0 0 0,-6-3 0 0,7 3 0 16,-1-7 0-16,5 7 0 0,-1 0 0 0,4-3 0 16,-4-3 0-16,4 6 0 0,-1 0 0 0,1 0 0 15,3-3 0-15,1 3 0 0,-1-6 0 0,0 6-13 16,-3-10 1-16,3 10 0 0,1-6 12 0,6 3 15 16,-7-4-3-16,7 7-1 0,-6-3-11 0,6-3 0 15,4 3 0-15,0-3 0 0,0 6 0 0,-4-10-16 16,4 10 4-16,0-9 1 0,-4 9 19 0,4-10 3 15,-4 4 1-15,4 6 0 0,3-9-12 0,1 6 8 0,-1-4-8 16,1 7 8-16,-1-3-8 0,0-3 0 0,-3 3 0 16,4-3 0-16,-1 2 0 0,4-2 0 0,0 0 0 0,0 3 0 15,0-4 0-15,3 4 0 0,1-3 9 0,-4 6-9 16,-1-3 0-16,1-3 0 0,0 6 0 0,4-10 8 16,3 1-8-16,3 9 0 0,-3-6 0 0,4 2 0 15,-4-2 0-15,0 6 0 0,3-12 0 0,-3 5 0 16,4 4 0-16,-4-3 0 0,3-4 0 0,-3 10 8 15,4-9-8-15,-4 3 0 0,-1 3 0 0,1-4 0 16,0 4 0-16,0-3 0 0,0 3 0 0,4-3 0 16,3 2 0-16,-4-2 14 0,-3 6-2 0,0 0 0 15,4-9-12-15,-4 9-10 0,7-10 2 0,0 4 0 16,-4 6 8-16,4-9 0 0,0 9 0 0,-3-3 0 16,-1-4 0-16,1 7 11 0,3-9-3 0,0 9 0 0,0-10-8 15,0 10 0-15,0-9 0 0,0 9 0 0,-3-6 0 16,-1 3-11-16,1-4 11 0,3 7-12 0,3-3 12 15,-6-3 0-15,-1 6 0 0,1-3 0 0,-1 3 8 0,-3-6-8 16,7 6 10-16,-3 0-10 0,3-4 0 0,0-2 0 16,-4 6 0-16,1 0-10 0,-1 0 10 0,1-9 0 15,-8 9 0-15,8 0 0 0,6 0 0 0,-3 0 0 16,-3 0 0-16,-4 0 0 0,-4 0 0 0,4 0 0 16,0 0 9-16,0 0-9 0,-11 0 0 0,11 0 0 15,7 0-10-15,1 0 10 0,-12 9 0 0,4-3 0 16,0-2 9-16,3-4-1 0,8 0-8 0,-8 6 0 15,-6-6 0-15,3 3 0 0,10-6 0 0,-6 3-8 0,-4 3 8 16,0-3-12-16,0 6 12 0,3-6 8 0,1 0-8 16,-1 3 11-16,4-3-11 0,-3 0 0 0,-4 0 0 0,0 7 0 15,3-7 0-15,-3 3 0 0,4 3 0 0,-4-6 0 16,7 0 8-16,-4 6-8 0,1-3 12 0,-1-3-4 16,-6 10-8-16,6-10 0 0,1 9 0 0,-1-2 0 15,1-4 0-15,-1 6 0 0,4-9 0 0,-3 6 0 16,-4 4 0-16,0-10 0 0,3 0 0 0,1 0 0 15,3 9 0-15,0-9 0 0,0 6 0 0,-4-2 0 16,4-4 0-16,-3 6 0 0,-1-6 0 0,1 3 0 16,-1-3 0-16,1 6 0 0,-1-3 0 0,1 4 0 15,-4 2 0-15,3-9 0 0,-3 6 0 0,7-3 0 16,-7-3 0-16,4 10 0 0,3-10 0 0,-4 9 0 16,1-2 0-16,-1-4 0 0,1 3 0 0,-4-3 0 0,3-3 0 15,-3 6 0-15,4-2 0 0,-4 2 0 0,0-6 8 0,0 9-8 16,-4-9 0-16,1 6 8 0,-1-2-8 0,4 2 0 15,7-6 9-15,-4 3-9 0,1-3 0 0,-1 6 9 16,1-3-9-16,-4-3 0 0,0 0 9 0,0 0-9 16,0 0 0-16,3 7 9 0,-3-7-9 0,4 0 0 0,-4 0 0 15,-4 3 0-15,4-3 0 0,-3 0 0 0,-4 6 0 16,3-12 0-16,0 6 12 0,4 0-2 16,0 0-1-16,0 6 0 0,-7-6-9 0,4 0 12 15,-4 6-12-15,0-6 12 0,3 4-12 0,0-4 0 16,-3 0 0-16,4 0 0 0,3 0 0 0,-4 0 0 15,1 0 0-15,-4 6 0 0,3-6 0 0,-3 3 0 0,3-3 0 16,4 0 0-16,-3-3 0 0,3 3 0 0,-4 0 8 16,4 3-8-16,-7-3 0 0,4 0 0 0,-4 0 0 0,3 6 0 15,0-6 0-15,1 0 0 0,3 0 9 0,-4 3-9 16,1-3 8-16,-1 7-8 0,1-7 8 0,-4 0-8 16,3 3 19-16,0-3-1 0,1 6 0 0,3-3 0 15,-4-3-27-15,4 0-6 0,-7 0-1 0,0 6 0 16,-4-6 16-16,4 4 0 0,-3 2 0 0,3-6 0 15,-4 0 0-15,4 0 0 0,3 9 0 0,1-9 0 16,-1 6 0-16,-3-2 0 0,0 2 0 0,0-3 0 16,0-3 0-16,3 6 0 0,-3-6 0 0,4 3 0 15,3-3 0-15,0 7 0 0,-7-7 0 0,3 3 0 16,-3 3 0-16,0-6 0 0,0 0 0 0,3 0 0 16,-3 0 0-16,7 6 0 0,-3-2 0 0,-1-4 0 15,1 0 0-15,-5 0 0 0,1 0 0 0,4 0 0 16,-4 0 0-16,3 0 0 0,1 6 0 0,3-6 0 0,-4 0 0 15,0 0 0-15,1-6 0 0,-4 6 0 0,0 6 8 0,0-6-8 16,3 0 0-16,4-6 0 0,-3 6 0 0,2 0 0 16,-6 0 8-16,0 0-8 0,7 0 10 0,-7-4-2 15,-3 4 0-15,-1 0 0 0,7 0-8 0,1 0-11 16,-4 0 3-16,0 0 0 0,0 0 8 0,3 4 0 16,1-4 0-16,-5 0 0 0,-2 0 0 0,-4 0 0 15,7 0 0-15,-4 6 0 0,-3-6 0 0,3 3 0 16,4-3 0-16,0 0 0 0,4 0 0 0,-8 0 0 15,0 0 0-15,1 6 0 0,-4-6 0 0,3 0 0 16,0 0 0-16,1 0 0 0,-1 0 0 0,4 0 0 0,-7 0 0 16,3 0 0-16,-3 0 0 0,-4 0 0 0,-3 0 0 0,4 0 0 15,-5 0 0-15,5 0 0 0,3 0 0 0,-4 0 0 16,7 0 0-16,-3 0 0 0,-3 0 0 16,-1 0 0-16,0 0 0 0,1 0 0 0,-8 0 0 0,4 0 0 15,-4 0 0-15,0 0 0 0,-3 0 0 0,3 0 0 16,-3 0 0-16,0 0 0 0,3 0 0 0,-3 3 0 15,-1-3 0-15,1 0 0 0,3 0 0 0,-6 0 0 16,-1 0 0-16,0 0 0 0,-3 0 0 0,0 0 0 16,-1 0 0-16,1 0 0 0,-4 0 0 0,0-3 8 15,0 3-8-15,1-6 0 0,-1 6 0 0,0 0 0 16,-3 0 0-16,3 0 0 0,-4-3 0 0,5 3 0 16,2 0 0-16,1-6 0 0,-4 6 0 0,0 0 0 15,0 0 0-15,4 0 0 0,-7 0 0 0,3 0 0 0,-3 0 0 16,-1 0 0-16,1 0 0 0,-4 0 0 0,4 0 0 15,-4 0 0-15,3 0 0 0,-3 0 0 0,1 0 0 0,-1 0 0 16,0 0 0-16,0 0 0 0,0 0 0 0,0 0 0 16,0 0 0-16,0 0 0 0,0 0 0 0,1 0 0 15,2 0 0-15,-3 0 0 0,0 6 0 0,4-3 0 16,-4-3 0-16,0 0 0 0,0 6 0 0,1-3 0 16,2-3 0-16,-3 0 0 0,0 0 0 0,0 7 0 15,8-7 0-15,-5 0-8 0,-3 3 8 0,1-3 0 16,-1 6 0-16,0-3 0 0,0-3 0 0,0 0 0 15,0 0 0-15,-3 0 0 0,3 6 0 0,0-2 0 16,-4-4 0-16,1 0 0 0,-4 6 0 0,4-6 0 0,-4 0 0 16,3 0 0-16,-6 0 8 0,6 0 0 0,-3 0 0 15,1 0 0-15,-8 0-8 0,7 0 0 0,0 0 0 0,-7 0 0 16,7 0 0-16,-7 0 0 0,0 0 0 0,7 0 8 16,0 0-8-16,-7 0 0 0,7-10 0 0,-7 10 0 15,3-6 0-15,4 6 9 0,-3-3-1 0,0-6-8 16,-1 2 0-16,1 4 0 0,-1-3 0 0,-3 3 0 15,4-3 0-15,-1-4 0 0,1 1 0 0,-4 2 0 16,3-2 8-16,1 0-8 0,-1-1 0 0,1 1 0 16,-1-1 0-16,1 1 0 0,-1-7 0 0,4 7 0 15,-7-4 8-15,4-2-8 0,-1-1 12 0,1 3-12 16,0-2 12-16,-4-4-4 0,3-6 0 0,-3 6-8 16,0-6 12-16,0 6-12 0,4-6 12 0,-4 6-12 15,3-9 10-15,-3 3-10 0,0-3 8 0,0 9-8 16,0-6 8-16,0 0-8 0,0 3 8 0,0-3-8 15,0-4 8-15,-3 4-8 0,3-3 0 0,0-6 8 0,0 9-8 16,0-4 0-16,0-5-10 0,-4-1 10 0,4-2 0 0,0 2 13 16,-3 4-1-16,3-4 0 0,-4 1 7 0,0-1 1 15,4 1 0-15,-3-4 0 0,-1 4-29 0,4-4-6 16,-7 4-1-16,7-4 0 0,-3-3 16 0,-1 4 0 16,1-7 0-16,-1 0 0 0,1 6 15 0,-4-6-1 15,3 7 0-15,-3-7 0 0,4 9-22 0,-1-9-5 16,-3 7-1-16,0-7 0 0,0 0 14 0,0 0 0 15,3 0 0-15,-3-3 0 0,0 3 0 0,4-3 0 0,-4 3 0 16,3 0 0-16,-3 0 0 0,3-3 0 0,-3 4 0 16,4-8 0-16,-4 4 0 0,3 0 0 0,-3-3 0 15,0 3 0-15,0-3 8 0,0 3 4 0,0 3 0 16,0-3 1-16,0-3-13 0,0 6-18 0,0-3 4 0,0-6 1 16,0 9 13-16,0-10 0 0,0 7 0 15,0-3 0-15,-1 3 0 0,5 3 0 0,-4-3 0 0,3 3 0 16,1-6 0-16,-4 3 0 0,3-3 0 0,1 3 0 15,-4 0 0-15,3-3 0 0,1 3 0 0,3-4 0 16,-4 7 0-16,1-3 0 0,-4 4 0 0,7-4 0 16,-4 3 13-16,0 0-1 0,1-3 0 0,-1-3 0 15,-6 6-12-15,6 0-16 0,4-3 3 0,-7 3 1 16,7 6 12-16,-3-6 0 0,-4 0 0 0,7 0 0 16,0 7 0-16,0-7 0 0,-7 0 0 0,7 6 0 15,0-2 0-15,0-1 16 0,-4 0-3 0,1-3-1 16,-1 7-20-16,4 2-5 0,0-3-1 0,0 1 0 0,-4-4 14 15,1 3 0-15,3-6 0 0,0 7-9 0,0-4 9 0,0 3 0 16,0-5 0-16,0 8 0 0,3-3 0 0,-3 1 0 16,0-4 0-16,-3 3 0 0,10 4 0 15,-3 6 0-15,-8-7 0 0,4 1 0 0,0 2 0 16,4-2 0-16,-4-1 0 0,3 7 0 0,-6-6 0 0,-1 5-8 16,4-2 8-16,0 3 0 0,0 0-8 0,-4 3 8 15,1-4-8-15,3 4 8 0,-4-3-9 0,4 9 9 16,-3-6-10-16,3 6 10 0,0 0-11 0,-4-6 11 15,4 7-12-15,-3 2 12 0,3-3-11 0,0 0 11 16,-4 0-10-16,4 4 10 0,-3-4-9 0,-1 3 9 16,4 7-8-16,-3-4 8 0,-1-2 0 0,1 5-10 15,-1-5 10-15,-3 11 0 0,4-5-8 0,-1 0 8 0,-3 2 0 16,3-2 0-16,4 0-8 0,-3 2 8 0,-1 4 0 0,1-6 0 16,-4 2-8-16,3 4 8 0,-3-3 0 0,0 6 0 15,0-9-10-15,0 9 10 0,0-10-8 0,0 10 8 16,-4-6 0-16,4 6-8 0,0 0 8 0,-3-3 0 15,-1-3 0-15,1 6 0 0,-1 0 0 0,0 0 0 16,1 0 0-16,-1 0 0 0,-3 0 0 0,0 0 0 16,3 0 0-16,-3 0 0 0,-3 0 0 0,3 0 0 15,-4 0-9-15,0 0 0 0,-3 0 0 0,0 0 0 16,0 0 9-16,-4 0 0 0,0 0 0 0,1 0 0 16,-5 0 0-16,1 0 9 0,0 6 0 0,3-6 0 15,-6 3-9-15,2-3 0 0,1 0 0 0,0 0 0 16,0 0 0-16,-8 0 0 0,5 6-12 0,-8-6 12 15,4 0-12-15,-8 0 12 0,1 0-10 0,0 0 10 0,-1 0 0 16,1 0 0-16,0 0 0 0,-4-6 10 0,0 6-10 16,3 0 0-16,-2-3 0 0,-1 3 0 0,-4-6 0 15,1 6 0-15,-4-4 0 0,-3 4-11 0,-1-6 11 0,4 3 0 16,-3-3 8-16,3 3-8 0,-4-4 0 0,-3 7 0 16,1-3 0-16,-9-3 0 0,1 0 0 0,4 6 0 15,-1-3 0-15,1 3-8 0,-8-7 8 0,1 4 0 16,-4-3 0-16,3 6 0 0,1-3 0 0,-4-4 0 15,-1 7 0-15,5-3 0 0,6-3 0 0,-10 6 0 16,-7-3 0-16,0-3 0 0,3 6 0 0,4-7 0 16,0 4 0-16,-3 3 0 0,-4-6 0 0,-1 6 0 15,5-3 0-15,3-3 0 0,-4 6 0 0,4-4 0 0,-4-2 0 16,1 6 0-16,-1-3 0 0,-3 3 0 0,3-6 0 16,1 6 0-16,-1-3 0 0,-3-4 0 0,0 7 0 0,0 0 0 15,0-3 0-15,0-3 0 0,-1 6 0 16,1-6 0-16,-3 6 0 0,2-4 0 0,1 4 0 0,0-6 0 15,0 6 0-15,3-3 0 0,1-3 0 0,-4 6 0 16,3-3 0-16,0-4 0 0,1 4 0 0,3-3 0 16,0 6 0-16,0-3 0 0,-4-3 0 0,4 6 0 15,-7-10 0-15,7 10 0 0,0-6 0 0,-1 3 0 16,5-4 0-16,-4 7 0 0,0-3 0 0,0 3 0 16,3-6 0-16,-3 6 0 0,3 0 0 0,1-3 0 15,-1 3 0-15,1 0 0 0,-4-6 0 0,3 6 0 16,1 0 0-16,-1 0 0 0,4 0 0 0,0-3 0 0,-7-4 0 15,3 7 0-15,1 0 0 0,-1 0 0 0,1 0 0 16,-1 0 0-16,8 0 0 0,-1-3 0 0,-3 3 0 16,-3 0 0-16,-1 0 0 0,4 0 0 0,3 0 0 15,1 0 0-15,-1-6 0 0,1 6 0 0,-4 0 0 16,3 0 0-16,-6 0 0 0,3 6 0 0,0-6 0 16,0 3 0-16,7-3 0 0,-4 0 0 0,-3 7 0 0,4-7 0 15,-8 0 0-15,4 3 0 0,0-3 0 0,4 0 0 16,-1 6 0-16,4-6 0 0,-3 0 0 0,-1 3 0 15,-3-3 0-15,4 6 0 0,3-6 0 0,-4 3 0 16,4-3 0-16,0 0 0 0,0 0 0 0,0 0 0 16,-3 0 0-16,-1 0 0 0,1 0 0 0,-1 0 0 15,1 0 0-15,3 0 0 0,3 0 0 0,-3 7 0 16,0-7 0-16,1 3 0 0,-5-3 0 0,4 0 0 0,0 0 0 16,0 6 8-16,0-6-8 0,0 0 0 0,0 0 0 0,0 3 0 15,-3-3 0-15,3 0 0 0,-4 7 0 0,4-7 0 16,-3 0 0-16,6 0 0 0,1 0 0 0,-1 0 0 15,-3 6 0-15,0-6 0 0,1 3 0 0,-1-3 0 16,-4 0 0-16,4 6 0 0,4-6 0 0,-4 3 0 16,3-3 0-16,-6 0 0 0,-1 7 0 0,1-7 0 15,-1 3 0-15,4-3 0 0,-3 0 0 0,6 6 0 16,1-3 0-16,-4-3 0 0,0 0 0 0,0 0 0 16,-4 0 0-16,1 0 0 0,3 0 0 0,-4 0 0 15,8 0 0-15,0 0 0 0,-4 0 0 0,-4 0 0 16,1 0 0-16,-1 0 0 0,1 0 0 0,-4 0 0 15,0 0 0-15,7 0 0 0,3 0 0 0,-6 0 8 16,-11 0-8-16,7 6 0 0,3-6 0 0,4 0 0 0,0 0 0 16,-3 4 0-16,-1-4 0 0,4 0 0 0,4 0 0 15,-8 0 0-15,-6 0 0 0,3 0 0 0,3 0 0 0,4 0 0 16,0 0 0-16,-3 0 0 0,3 0 0 0,-4 0 0 16,-3 0 0-16,0-4 0 0,4 4 0 0,-1 0 0 15,4-6 0-15,-3 6 0 0,3 0 0 0,-4 0 0 16,1 0 0-16,-4-3 8 0,3 3-8 0,1 0 0 15,-1-6 0-15,1 6 8 0,-1 0-8 0,1 0 8 16,-1 0-8-16,1 0 8 0,-8 0-8 0,8 6 0 16,-1-6 0-16,4 0 8 0,-3 3-8 0,3-3 0 15,-4 0 0-15,1 0 0 0,-4 0 0 0,3 6 0 16,1-6 0-16,-1 0 0 0,4 0 0 0,0 4 0 0,0-4 0 16,0 0 0-16,0 0 0 0,-3 0 0 0,-1 0 0 15,4 0 0-15,-3 0 0 0,3 0 0 0,0 6 0 0,3-6 0 16,1 0 0-16,-1 0 0 0,-2 0 0 0,2 0 0 15,-3 0 0-15,7 6 0 0,0-3 0 0,-3-3 0 16,3 0 0-16,0 0 0 0,-3 0 0 0,-1 0 0 16,-3 0 0-16,4 0 0 0,3 0 0 0,3 0 0 15,-3 0 0-15,4 7 0 0,3-7 0 0,-3 3 0 16,-1-3 0-16,1 6 0 0,-7-6 0 0,6 0 8 16,1 0-8-16,3 3 0 0,-3-3 0 0,3 0 0 15,0 0 0-15,4 6 0 0,-4-6 0 0,-4 0 0 16,1 4 0-16,3-4 0 0,0 0 0 0,0 0 0 15,-3 6 0-15,7-3 0 0,-1-3 0 0,1 6 0 16,3-6 0-16,-3 10 0 0,3-10 0 0,-3 9 0 16,3-9 0-16,-4 9 0 0,5-2 0 0,-5-4 0 0,1 3 0 15,0-3 0-15,3 4 0 0,0-4 0 0,4-3 0 0,-4 6 0 16,4-6 0-16,-1 6 0 0,1-3 0 0,3-3 0 16,-3 10 0-16,7-10 0 0,-11 6 0 0,4-3 0 15,0 3 0-15,-1-2 0 0,5-4 0 0,-5 6 0 16,8-3 0-16,-7-3 0 0,10 6 0 0,-10-6 0 15,10 10 0-15,-7-10 0 0,4 6 0 0,3-3 0 16,-6-3 0-16,2 6 0 0,5-3 0 0,-4 4 0 16,-1-7 0-16,1 3 0 0,3 3 0 0,4-6 0 15,-3 3 0-15,-1-3 0 0,0 7 0 0,0-4 0 16,4 3 0-16,0-6 0 0,0 6 0 0,3-3 0 16,-6-3 0-16,6 10-8 0,0-10 8 0,4 0 0 0,-10 6 0 15,6-6 0-15,4 3 0 0,0-3 0 0,-4 0 0 0,0 0 0 16,4 0 0-16,-7 0 0 0,7 6 0 0,0-6 0 15,-4 4 0-15,4-4 0 0,0 0 0 0,0 0 0 16,3 0 0-16,1 0 0 0,-1 0 0 0,1 0 0 16,6 0 0-16,-10 0 0 0,7 0 0 0,3-4 0 15,4 4 0-15,0 0 0 0,0 0 0 0,-7 0 0 16,4 0 0-16,3 0 0 0,0 0 0 0,0 0 0 16,-11 4 0-16,11-4 0 0,0 0 0 0,0 0-8 15,0 0 8-15,0 0 0 0,0 0 0 0,0 0 0 16,0 0 0-16,0 0 0 0,0 0 0 0,0 0 0 15,0 0 0-15,0 0 0 0,0 0 0 0,0 0 0 16,0 0 0-16,0 0 0 0,0 0 0 0,0 0-8 16,0 0 8-16,0 0 0 0,0 0 0 0,0 0 0 15,0 0 0-15,0 0 0 0,0 0 0 0,0 0 0 0,4 6 0 16,-4-6 0-16,7 3 0 0,-7-3 0 0,0 0 0 0,3 6 0 16,-3-6 0-16,0 0 0 0,0 0 0 0,0 0 0 15,0 0 0-15,0 0 0 0,0 0 0 0,0 0 0 16,0 0 0-16,7 10 0 0,-7-10 0 0,0 0 0 15,0 0 0-15,0 0 0 0,0 0 0 0,0 0 0 16,0 0 0-16,0 0 0 0,11 0 0 0,-11 0 0 16,0 0 0-16,0 0 0 0,0 0 0 0,0 0 0 15,0 0 0-15,0 0 0 0,0 0 0 0,0 0 0 16,0 0 0-16,0 0 0 0,0 0 0 0,0 0 0 16,0 0 0-16,0 0 0 15,0 9-172-15,3 0-30 0</inkml:trace>
  <inkml:trace contextRef="#ctx0" brushRef="#br1" timeOffset="178241.412">7295 11710 630 0,'0'0'28'0,"0"0"5"0,0 0-33 0,0 0 0 0,0 0 0 0,0 0 0 15,0 0 64-15,0 0 5 0,0 0 2 0,0 0 0 16,0 0-34-16,0 0-6 0,0 0-2 0,0 0 0 15,0 0 8-15,0 0 2 0,0 0 0 0,0 0 0 16,0 0 2-16,0 0 1 0,8 10 0 0,-1-7 0 16,-4 6-14-16,1 1-2 0,-1 2-1 0,1 1 0 15,-1-4 7-15,1 7 2 0,-4-1 0 0,0-2 0 16,3 3-7-16,-3-4-2 0,0 10 0 0,0-3 0 16,0 0-3-16,0 0-1 0,0 6 0 0,0-7 0 15,-3 11-10-15,-1-4-3 0,4 9 0 0,4-6 0 16,-4 7 11-16,3-7 1 0,-3 7 1 0,4-7 0 15,3 0-8-15,-4 7-1 0,-3-10-1 0,7 0 0 16,-3-3-3-16,-4 3-8 0,3-6 12 0,-3 6-4 16,4-13-8-16,0 4 0 0,-4 3 0 0,0-10 8 15,-4 1-8-15,4-1 0 0,0 4 0 0,0-13 0 16,0 0-20-16,0 0-8 0,0 0-3 16,0 0-495-16,0 0-99 0</inkml:trace>
  <inkml:trace contextRef="#ctx0" brushRef="#br1" timeOffset="178764.247">7592 12077 1594 0,'0'0'35'0,"0"0"7"0,0 0 2 0,0 0 1 0,0 0-36 0,0 0-9 16,0 0 0-16,0 0 0 0,0 0 0 0,0 0 8 15,0 0-8-15,3 9 8 0,-3 1-8 0,4 6 0 16,-1-4 0-16,1 4 0 0,-1-7 0 0,1 10 0 15,-1-3 0-15,1 2 0 0,0 1 0 0,-4 0 0 16,3-3 0-16,1 9 8 0,-4-6 24 0,3-1 5 16,-6 8 1-16,6-8 0 0,-3 1 0 0,4 0 0 15,-4-3 0-15,0-4 0 0,3 4-19 0,1 3-4 16,-4-4-1-16,3-5 0 0,-3 6-14 0,0-7 0 16,0-6 0-16,0-3 0 15,0 0-48-15,0 0-7 0,0 0-1 0,0 0-747 0</inkml:trace>
  <inkml:trace contextRef="#ctx0" brushRef="#br1" timeOffset="178988.279">7546 11917 1555 0,'0'0'68'0,"0"0"16"0,0 0-68 0,0 0-16 0,0 0 0 0,0 0 0 0,0 0 96 0,0 0 15 16,0 0 3-16,0 0 1 15,0 0-152-15,0 0-31 0,0 0-5 0,0 0-2 16,0 0-19-16,0 0-4 0,0 0-1 16</inkml:trace>
  <inkml:trace contextRef="#ctx0" brushRef="#br1" timeOffset="179593.127">7909 11970 979 0,'0'0'43'0,"0"0"9"0,0 0-41 0,0 0-11 0,0 0 0 0,0 0 0 15,0 0 140-15,0 0 27 0,0 0 5 0,0 0 0 16,0 0-130-16,0 0-26 0,0 0-6 0,0 0-1 16,0 0 12-16,0 0 3 0,0 0 0 0,0 0 0 15,-10 4-3-15,3 2 0 0,0 0 0 0,0 4 0 16,-1-7-21-16,-2 3 0 0,3 3 0 0,0-6 0 16,0 7 9-16,-4 2-9 0,1-2 12 0,3-1-12 15,-1-6 15-15,1 7-4 0,0-1-1 0,0-3 0 16,4 4 6-16,-4-1 0 0,3 1 1 0,-3-1 0 15,0 0-17-15,4-2 8 0,3-7-8 0,-4 9 0 16,0 1 0-16,4-10 0 0,4 6 0 0,0-3 0 16,-4-3 0-16,0 0 0 0,3 6-13 0,1-3 5 15,3 4 8-15,0-7-8 0,-7 0 8 0,7 0-8 16,7 3 8-16,-7-3 0 0,0-3 0 0,0 3 0 0,4 0 0 16,-1 0 8-16,-3 0-8 0,4 0 0 0,-4 0 0 15,3 0 0-15,1 3 0 0,3-3 0 0,-7 6 0 0,4-3 0 16,-1-3 0-16,1 6 0 0,0-2 0 15,-4 2 0-15,3-6 0 0,-3 6 0 0,-7-6 0 16,7 3 0-16,0 7 0 0,0-4 0 0,0-3 0 0,-3 7 9 16,0-4-9-16,-1 3 0 0,4 1 15 0,-3-1-4 15,-1-3-1-15,-3 4 0 0,0-1-10 0,0 0 0 16,4 1 0-16,-4-1 8 0,0 1-8 0,0-4 0 16,-4 3 0-16,4 1 8 0,0-1-8 0,0 1 0 15,-3-1 0-15,-1-3 0 0,1 4 0 0,-1-7 0 16,-3 6 0-16,0-2 0 0,0 2 0 0,0 0 0 15,-4 1 0-15,-3-4 0 0,4-3 0 0,-5 7 0 0,5-10 0 16,-1 6 0 0,-3-3-26-16,4 3-1 0,-1-6 0 0,0-6 0 15,4 3-145-15,0 3-28 0,-14-19-7 0,14 10-1 0</inkml:trace>
  <inkml:trace contextRef="#ctx0" brushRef="#br1" timeOffset="179994.023">8177 11810 633 0,'0'0'56'0,"0"0"-44"15,0 0-12-15,0 0 0 0,0 0 258 0,0 0 50 16,0 0 9-16,0 0 3 0,0 0-265 0,0 0-55 16,0 0 0-16,0 0-16 0,0 0 16 0,0 10 0 15,0-1 0-15,4 1-9 0,-1-1 9 0,1 1 0 16,3 5 0-16,-3 1-8 0,-4-4 8 0,7 4 0 16,-4 3 8-16,1 0-8 0,-1 6 31 0,1 0 1 15,-1-3 1-15,1 3 0 0,-1 3 16 0,4-3 3 16,0 3 1-16,-3-2 0 0,3 2-16 0,0-3-3 0,0-6-1 15,4 6 0-15,-8-6-23 0,4 6-10 0,-3-13 8 16,-1 10-8-16,4-9 0 0,-3 6 0 0,-4-10 8 16,3 7-8-16,1-7 0 0,0 0-17 0,-8 1 4 0,4-10 1 31,-4 6-53-31,4-6-11 0,0 0-1 0,0 0-1 16,-7 3-146-16,7-3-28 0</inkml:trace>
  <inkml:trace contextRef="#ctx0" brushRef="#br1" timeOffset="180267.709">8029 12187 1839 0,'0'0'81'0,"0"0"18"0,0 0-79 0,0 0-20 15,0 0 0-15,0 0 0 0,0 0 61 0,0 0 9 16,0 0 2-16,0 0 0 0,0 0-56 0,7 0-16 15,4 0 0-15,-1 0 8 0,8-3-8 0,-4-4 0 16,0 4 0-16,7-3 8 0,1 6-8 0,-1-3 0 16,0-3-8-16,4 2 8 0,-1-2 0 0,1-3 0 15,-4 2 0-15,0 7 0 0,-3-3-12 0,0-3 4 16,-4 6 0-16,0-3 0 16,0 3-26-16,-3-6-5 0,-1 6-1 0,4-10 0 15,-7 10-150-15,4-9-30 0,-4 3-7 0,4 2-1 0</inkml:trace>
  <inkml:trace contextRef="#ctx0" brushRef="#br1" timeOffset="180809.612">8802 11669 1180 0,'10'7'52'0,"-10"-7"12"0,0 0-52 0,0 0-12 16,0 0 0-16,0 0 0 0,-3 9 91 0,3 0 15 15,0-9 3-15,0 10 1 0,-4-1-24 0,8 1-5 0,-1-1-1 0,1 7 0 16,-1-7-35-16,1 1-7 0,0 5-2 16,-1-5 0-16,-6 5-24 0,6-2-12 0,4 3 10 15,-3 2-10-15,-1-2 8 0,1 3-8 0,3 0 0 0,-4 0 9 16,1-1 3-16,-1 1 1 0,-3 6 0 0,4-6 0 16,3-3-4-16,-4 3-1 0,1-1 0 0,-1 1 0 15,5 3-8-15,-5-9 0 0,-3 2 0 0,0-5 0 31,4 5-20-31,-1-2-7 0,-3-7-1 0,4-3 0 16,-4-3-124-16,0 0-26 0,0 0-5 0,0 0-521 0</inkml:trace>
  <inkml:trace contextRef="#ctx0" brushRef="#br1" timeOffset="181181.114">9088 11782 1789 0,'0'0'39'0,"0"0"8"0,0 0 1 0,0 0 4 0,0 0-42 0,0 0-10 16,0 0 0-16,0 0 0 0,0 0 16 0,0 0 2 16,0 0 0-16,0 0 0 0,0 0 7 0,0 0 2 15,-4 3 0-15,-3-3 0 0,3 7-10 0,-3-4-1 16,4 3-1-16,-1 3 0 0,1 1 5 0,-4-4 2 15,0 4 0-15,0-1 0 0,0 0 22 0,0 1 5 16,-4-1 1-16,4 1 0 0,-4-1-10 0,1 7-1 0,-4-7-1 16,3 7 0-16,0-7-10 0,-3 4-3 0,4-4 0 0,-4 7 0 15,3-7-14-15,0 1-3 0,1 5-8 16,-1-5 12-16,-3-1-12 0,0 1 0 0,4-1 0 0,-1 0-10 31,0 1-22-31,4-1-4 0,-3-3 0 0,6-2-1 16,-3 2-24-16,0 0-5 0,0-3-1 0,0-3 0 15,0 0-29-15,0 0-5 0,3 0-2 0,-3 0 0 16,4 0-88-16,-4 0-17 0,0-9-4 0</inkml:trace>
  <inkml:trace contextRef="#ctx0" brushRef="#br1" timeOffset="181515.132">8625 11873 1814 0,'0'0'80'0,"0"0"17"0,0 0-77 0,0 0-20 16,-3 6 0-16,3-6 0 0,0 4 64 0,0-4 10 16,7 6 2-16,-4-3 0 0,5 6-44 0,2-9-9 15,1 7-2-15,-1-4 0 0,1 3-9 0,7 4-1 16,-4-4-1-16,3-3 0 0,1 6-10 0,0-2 0 15,-1 2 9-15,4 0-9 0,1 1 20 0,2-1 0 16,-6 1 0-16,3 5 0 0,-3-5-3 0,-1 9-1 16,1-10 0-16,-4 7 0 0,0-7-6 0,0 10-2 0,0-3 0 15,4-4 0-15,0-3 0 0,-1 1 0 0,1 2 0 16,0-8 0-16,3 5-8 0,3-9 0 0,1 0-10 16,0 0 10-1,3 0-97-15,4 0-14 0,-4 0-2 0,7 0-831 0</inkml:trace>
  <inkml:trace contextRef="#ctx0" brushRef="#br1" timeOffset="182706.968">14880 11732 518 0,'0'0'23'0,"0"0"5"0,0 0-28 0,0 0 0 16,0 0 0-16,0 0 0 0,0 0 135 0,0 0 21 15,0-9 5-15,0 9 1 0,0 0-82 0,0-10-17 16,0 7-3-16,0 3-1 0,0-6-7 0,0 6-2 16,0 0 0-16,7-10 0 0,-7 7-26 0,0 3-4 15,4-6-2-15,-4 6 0 0,0 0 2 0,0 0 0 16,0 0 0-16,0 0 0 0,0 0 22 0,0 0 5 15,0 9 1-15,-4 1 0 0,4-1 11 0,-3 10 2 16,-1-3 1-16,1 3 0 0,-1-4-38 0,-3 4-8 16,4 0-2-16,-5 6 0 0,5 0 29 0,-1-3 5 15,4 3 2-15,-3 3 0 0,-1-3-35 0,8 4-7 16,-4-4-8-16,0 9 11 0,3-6-11 0,1 7 0 16,-1-13 9-16,-3 9-9 0,4-9 0 0,-4 3 0 0,0 4 0 15,0-8 8-15,0-2-8 0,0 0 0 0,-4 0 0 0,1-3 8 16,3-4-8-16,0-2 0 0,-4-4 0 0,4-6 0 15,0 0 0-15,0 0-8 0,0 0 0 0,0 0 0 32,0 0-116-32,0 0-22 0,0 0-5 0,4 0-708 0</inkml:trace>
  <inkml:trace contextRef="#ctx0" brushRef="#br1" timeOffset="183043.305">15124 12212 172 0,'0'0'8'0,"0"0"1"0,0 0-9 0,0 0 0 16,0 0 0-16,0 9 0 0,-4 1 438 0,4-4 86 16,0-6 16-16,4 13 4 0,-1-7-432 0,-3 3-88 15,4 1-16-15,-1 5-8 0,1-5 0 0,-1-1 0 0,1 0 0 16,-1 7 0-16,1-3-9 0,-1-4-3 16,-3 1 0-16,4-1 0 0,-4 3-9 0,3-2-3 0,-3-1 0 0,0 1 0 31,-3-7-17-31,3-3-4 0,0 0-1 0,0 0 0 15,0 0-154-15,0 0-30 0</inkml:trace>
  <inkml:trace contextRef="#ctx0" brushRef="#br1" timeOffset="183226.137">15180 11936 921 0,'0'0'82'0,"0"0"-66"0,0 0-16 0,0 0 0 0,0 0 328 0,0 0 61 16,0 0 13-16,-3 6 2 0,3-6-320 0,0 0-65 16,0 0-19-16,0 0 8 15,0 0-61-15,0 0-13 0,0 0-2 0,3 3-926 16</inkml:trace>
  <inkml:trace contextRef="#ctx0" brushRef="#br1" timeOffset="183750.778">15476 12008 460 0,'0'0'20'0,"0"0"5"0,0 0-25 0,0 0 0 0,0 0 0 0,0 0 0 16,-7 0 316-16,0 6 57 0,0-3 12 0,4-3 3 15,-4 7-308-15,3-7-60 0,-6 9-20 0,6-9 10 16,-7 10-10-16,4-10 0 0,-3 9 0 0,-1-3 0 15,4-3-11-15,-7 7 3 0,3-4 0 0,1 3 0 16,-1-5 8-16,4 2 0 0,-3 3 0 0,-1 1 0 16,-7-1 24-16,8 0 6 0,3 1 2 0,0 2 0 15,3-8 0-15,-3 5 1 0,4-3 0 0,3-6 0 16,0 0-23-16,-4 3-10 0,4-3 8 0,0 0-8 16,0 0 0-16,0 0 0 0,0 0-14 0,11 7 5 15,-1-4 1-15,-3-3 0 0,7 0 0 0,-3 0 0 16,7-3 8-16,-4 3 0 0,0 0 0 0,3 0 0 15,-2 0 0-15,2 0 0 0,1 0 0 0,-4 0 0 16,0 3 0-16,0-3 0 0,-3 6 0 0,-1-6 0 16,4 9 0-16,-3-9 0 0,0 10 0 0,-1-1 0 0,1-2-12 15,-4-4 0-15,3 6 0 0,1-3 0 0,-4-2 12 16,0 5 0-16,4-3 0 0,-4 4 0 0,0-1 0 16,0 0 0-16,-4 1 0 0,1-4 0 0,-4 3 0 0,0 1 8 15,0-10-8-15,0 9 11 0,-4 1-1 0,1-1 0 16,-1 1 0-16,-3-4 0 0,4 3-2 0,-4 1 0 15,-4-4 0-15,4-3 0 0,0 6-8 0,-4-2 0 16,1-4 0-16,3 6 8 0,-7-2-16 0,3-1-4 16,1-3-1-16,-5 3 0 15,5-3-28-15,-8-3-6 0,4 7-1 0,0-4 0 16,0-3-20-16,-4 0-4 0,1 6 0 0,-1-12-1 16,4 6-75-16,3-3-14 0,1-4-3 0</inkml:trace>
  <inkml:trace contextRef="#ctx0" brushRef="#br1" timeOffset="184148.06">15868 11848 1400 0,'0'0'62'0,"0"0"13"0,0 0-60 0,0 0-15 15,0 0 0-15,0 0 0 0,0 0 39 0,0 0 5 16,0 0 0-16,0 0 1 0,0 0-34 0,0 0-11 16,0 0 0-16,0 0 0 0,3 10 43 0,-3 2 1 15,4-3 1-15,-4 1 0 0,0-1 15 0,0 1 4 16,0 9 0-16,0-4 0 0,0-2-4 0,0 2-1 15,0 4 0-15,-4 0 0 0,4 0-24 0,0 6-5 16,0 0-1-16,0 0 0 0,0-3-17 0,0 3-3 16,0 0-1-16,0-3 0 0,0 3-8 0,0-6 8 15,0 6-8-15,0-6 8 0,4 0-8 0,-4 3 0 16,0-10 0-16,0 7 0 0,0-9-14 0,0 5-5 16,0-5-1-16,-4-1 0 15,1-3-65-15,-4-3-14 0,3-3-2 0,-3 0-504 0,-3 0-101 16</inkml:trace>
  <inkml:trace contextRef="#ctx0" brushRef="#br1" timeOffset="184384.055">15685 12068 1267 0,'0'0'112'0,"0"0"-89"0,0 0-23 0,0 0 0 16,0 0 178-16,0 0 31 0,0 0 7 0,0 0 0 15,0 0-142-15,7 3-29 0,3-3-5 0,1 6-2 16,-1-6-20-16,1 0-4 0,3 3-1 0,0-3 0 16,4 0-13-16,3 0 11 0,0 0-11 0,0 0 10 15,-3 0-10-15,3 0 0 0,-3 0 0 0,-1 0 0 16,-3 6-15-16,4-6-8 0,-7 0-1 0,3 0-1 16,-4 0-46-16,-3 0-9 0,4 0-1 15,-11 0-511-15,7 4-101 0</inkml:trace>
  <inkml:trace contextRef="#ctx0" brushRef="#br1" timeOffset="184856.216">16341 11748 1778 0,'0'0'79'0,"0"0"16"0,0 0-76 0,0 0-19 0,0 0 0 0,0 0 0 15,3 9 28-15,-3-9 3 0,0 0 0 0,7 6 0 16,-7-6-12-16,7 4-3 0,0 5 0 0,-3 0 0 16,-1-2 4-16,1 2 0 0,-1 0 0 0,1 7 0 0,0-3-20 0,-1 2 0 15,1-5 8-15,-4 9-8 0,3-1 37 0,-3-2 4 16,0 3 1-16,0 0 0 0,-3 6-9 0,3-6-1 16,-4 6-1-16,1 0 0 0,3-3-11 0,-4 3-3 15,0-6 0-15,1 6 0 0,-1-6-17 0,1 6 0 16,3-7 0-16,0 1 0 0,-4 0 0 0,4-3 0 15,4-7 0-15,-1 7 0 0,-3-7-20 0,4 1-4 16,-4-10 0-16,3 3-1 16,-3-3-60-16,0 0-12 0,0 0-3 0,0 0 0 15,8 0-121-15,-8 0-25 0,7-13-5 0,0-2-1 0</inkml:trace>
  <inkml:trace contextRef="#ctx0" brushRef="#br1" timeOffset="185190.023">16595 11829 1094 0,'0'0'97'0,"0"0"-77"0,0 0-20 0,0 0 0 16,0 0 237-16,0 0 44 0,0 0 9 0,0 0 2 16,0 0-232-16,0 0-47 0,0 0-13 0,0 0 0 15,0 0 0-15,3 7 0 0,1 2 0 0,-8 0 0 16,1 1 0-16,-1-1 0 0,1 7-8 0,-4-4 8 15,-4 4 0-15,0-6 0 0,1 8 0 0,-1-2 0 16,-3 3 0-16,-4-3 11 0,1-4 0 0,-1 7 0 16,-3-3 20-16,0 2 4 0,3-2 1 0,1-7 0 0,-1 10-15 0,4-3-2 15,0-7-1-15,3 1 0 0,-6-1-18 0,6 1 8 16,4-4-8-16,0-3 0 16,-4 6-35-16,4-9-13 0,7 0-4 0,-7 7 0 15,-3-7-124-15,10 0-26 0,0 0-5 0,-4 0-1 16,4 0 112-16,-11 0 21 0,4 0 5 0,0 0 1 0,0-7 35 0,7 7 7 15,-7 0 2-15,0-3 0 0,4-3 25 0,-1-3 0 16,1-1 12-16,-1-6-4 0</inkml:trace>
  <inkml:trace contextRef="#ctx0" brushRef="#br1" timeOffset="185473.887">16161 11927 2379 0,'0'0'105'0,"0"0"23"0,0 0-103 0,0 0-25 0,0 0 0 0,0 0 0 15,0 0 28-15,0 0 1 0,7 9 0 0,0-3 0 16,3 4-29-16,1-1-15 0,3 0 2 0,-3 1 0 16,3 6 21-16,0-4 4 0,4-3 0 0,-1 7 1 15,1 3-13-15,0-3 0 0,-1-7 0 0,1 10 0 16,-1-10 0-16,1 10 0 0,0-3 0 0,-1 3 0 15,1-10 0-15,-4 10-10 0,0-4 10 0,0-5-12 16,0 9 23-16,1-10 4 0,2 1 1 0,-6-1 0 16,3 3-31-16,-4-8-5 0,5 5-2 0,-5-3 0 15,1-3-134-15,3-3-28 0,-4 7-4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16T11:26:02.95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25312 879 518 0,'0'0'46'0,"0"0"-37"0,0 0-9 0,0 0 0 15,0 0 108-15,0 0 20 0,0 0 4 0,0 0 1 16,0 0-77-16,0 0-15 0,0 0-3 0,0 0-1 15,0 0 4-15,0 0 1 0,0 0 0 0,0 0 0 16,0 0-2-16,0 0-1 0,0 0 0 0,0 0 0 16,0 0 7-16,0 0 2 0,3-3 0 0,1-3 0 15,-1-4-14-15,-3 10-2 0,0-6-1 0,0 6 0 16,4-9-14-16,-4 5-2 0,0 4-1 0,0 0 0 16,-4 0 10-16,4 0 3 0,-7-6 0 0,4-3 0 15,-1 9 21-15,4 0 5 0,-3-3 1 0,-1-4 0 16,1 7-24-16,-4-3-5 0,3-3-1 0,1 0 0 15,3 6-12-15,0 0-4 0,-4 0 0 0,1-10 0 16,3 7-8-16,0 3 0 0,-4 0 9 0,4 0-9 0,-7 0 0 0,3-6 0 16,1 6 0-16,-4 0 0 0,3 0 0 0,-3 6 0 15,0-12 0-15,0 12 0 0,-3-6 0 0,3 3 0 16,-1 4 0-16,-2-4 0 0,-1 3 16 0,1 0 8 16,-1-3 1-16,1 4 1 0,-1-4-26 0,0 6 0 15,4-3 0-15,-3-6 0 0,-1 4 0 0,4 5 0 16,0-9 0-16,4 6 0 0,-5 4 0 0,5-4 0 15,3-6 0-15,-7 12 0 0,3-12 0 0,1 10 0 16,-4-4 0-16,0 4 0 0,3-7 0 0,1 9-16 16,-1 1 3-16,-3-4 0 0,4-3 13 0,-5 7 0 15,1 0 0-15,0-1-9 0,0-2 9 0,0 5 0 0,0-12 0 16,4 7 0-16,-4-4 0 0,3 3 9 0,4-9-9 16,-3 10 0-16,-1-1 19 0,4-9-3 0,0 0-1 15,0 0 0-15,0 0-15 0,0 0 0 0,0 0 8 0,0 0-8 16,11 0 0-16,-4 7 11 0,-7-7-11 0,7 3 10 15,0-3-10-15,-7 0 8 0,7 9-8 0,0-9 8 16,0 6-8-16,4 4 0 0,-4-10 0 0,0 6 8 16,3-3-8-16,-3 7 0 0,-7-10 0 0,7 0 0 15,4 9 0-15,-4-3 0 0,0-6 0 0,0 3 0 16,0 4 12-16,0-1-2 0,4-3-1 0,-4-3 0 16,0 0-9-16,-7 0 0 0,10 6 0 0,-2-3 0 15,2 7 0-15,1-10 0 0,-4 6 0 0,3-3 12 16,1 4-12-16,-4-7 10 0,4 3-10 0,-1 3 10 15,-3-3-10-15,4 10 0 0,-4-10 0 0,0 6 0 0,0 1 0 16,0-4 0-16,-3 3 0 0,-1 1 0 0,4-4 0 16,-3 3 0-16,-1 1 0 0,1-1 0 0,-4-6 0 15,3 7 0-15,-3-1 0 0,0-3 0 0,0 4 0 0,4-1 0 16,-1 1 0-16,-3 5 0 0,0-12 0 0,4 10 0 16,-4-10 0-16,3 6 0 0,-3 1 8 0,0-4-8 15,0-3 0-15,4 7 8 0,-4-1-8 0,3 4 12 16,-3-4-12-16,0 4 12 0,4-7-12 0,-4 3 0 15,0 7 9-15,0-13-9 0,0 7 0 0,0-1 0 16,0 7 0-16,-4-4 8 0,1-6-8 0,-1 4 11 16,4-1-11-16,0 1 12 0,-3-1-4 0,-4-3-8 15,7-6 12-15,-7 3-4 0,3 4 4 0,-3-1 0 16,0-3 0-16,0-3 0 0,0 0 4 0,-4 6 2 0,4-2 0 16,0-4 0-16,0 0-6 0,-3 0-2 0,-1 0 0 15,0-4 0-15,1 4-10 0,-1-6 10 0,1 6-10 0,-1 0 10 16,4 0-10-16,-4-3 0 0,1 3 9 15,-1-6-9-15,-3-1 0 0,4 7 0 0,-1-3 0 0,-3 3 8 16,0 0-8-16,3 0 0 0,1-6 0 0,-4 6 0 16,-1-3 0-16,1 3 0 0,0 0 0 0,7 0 0 15,-3 0 0-15,3-6 0 0,-1 6 0 0,1 0-8 16,0 0-13-16,7 0-3 0,0 0 0 0,-7 0 0 16,4 6-36-1,3-6-8-15,0 0-2 0,0 0 0 0,-7-6-32 0,7 6-6 16,-4-13-2-16,4-3 0 0,4 10-141 0,-1-3-28 15</inkml:trace>
  <inkml:trace contextRef="#ctx0" brushRef="#br0" timeOffset="589.083">25640 738 846 0,'0'0'37'0,"0"0"8"0,0 0-36 0,0 0-9 0,0 0 0 0,0 0 0 16,0 0 65-16,0 0 11 0,0 0 3 0,0 0 0 16,7 0-55-16,0 0-12 0,-7 0-1 0,0 0-1 15,0 0 6-15,4-3 2 0,-1-3 0 0,-3 6 0 16,0 0 18-16,0 0 4 0,0 0 1 0,0 0 0 16,4 0 25-16,-4 0 5 0,0 0 1 0,0 0 0 15,0 0-16-15,0 0-4 0,0 0 0 0,0 0 0 16,0 0-38-16,0 0-14 0,0 0 9 0,0 0-9 15,0 0 17-15,7 6-1 0,-7 3-1 0,3 1 0 16,-3-10-15-16,4 9 0 0,-4 0 0 0,0 7 0 0,0-13 34 16,3 13 1-16,-3 3 0 0,4 0 0 15,-4-4-11-15,3 4-3 0,-3 6 0 0,4-6 0 0,-1 15-1 16,-3-5 0-16,4-1 0 0,-1-3 0 0,-3 10 4 0,4-10 0 16,-4 3 0-16,0 0 0 0,0 0-24 0,-4-3 0 15,4 4 0-15,-3-4 0 0,3-7 13 0,-4 8-1 16,4-1-1-16,-3-3 0 0,3-7-1 0,-4 1 0 15,1 3 0-15,-1-7 0 0,4 7-2 0,-3-3-8 16,-1 3 12-16,1-10-4 0,3-3 0 0,-4 10 0 16,1-13 0-16,3 7 0 0,0-1-8 0,0-3 0 15,0-6 0-15,0 0 0 16,0 0-36-16,0 0-10 0,0 0-2 0,0 0 0 16,0 0-127-16,0 0-25 0,0 0-6 0,0-9-326 0,-4-1-64 15</inkml:trace>
  <inkml:trace contextRef="#ctx0" brushRef="#br0" timeOffset="1007.061">25393 1136 1036 0,'0'0'92'0,"0"0"-73"0,-4-9-19 0,4 9 0 0,-3-6 160 0,3 6 28 16,-4 0 5-16,4 0 2 0,0 0-143 0,4-10-29 15,-1 1-6-15,4 6-1 0,1-4-16 0,-1 7 0 16,0-6 0-16,0 6 0 0,7-9 17 0,-4 9 7 16,-3-3 0-16,4 3 1 0,3-7 35 0,4 7 8 15,-4-9 0-15,0 9 1 0,-3 0-22 0,3 0-5 16,-4 0-1-16,1 0 0 0,3 0-12 0,-3 0-2 15,3 0-1-15,0-3 0 0,0 3-2 0,0 3 0 16,0-3 0-16,0 0 0 0,4-3-14 0,-4 3-10 16,4-7 12-16,-4 7-12 0,3 0 8 0,1 0-8 15,-4 0 0-15,0 0 0 0,-3 0 0 0,3-3 0 16,-3 3 0-16,-1 0 0 16,1-6-34-16,-1 6-1 0,-3 0 0 0,0 0 0 15,-7 0-31-15,0 0-6 0,11-6-2 0,0 6 0 16,-4-10-16-16,0 7-3 0,3-3-1 0,-3-3 0 15,4 9-90-15,-4-10-17 0,-7 10-4 0</inkml:trace>
  <inkml:trace contextRef="#ctx0" brushRef="#br0" timeOffset="1704.505">26095 1111 633 0,'0'0'28'0,"0"0"6"0,0 0-34 0,0 0 0 16,7 10 0-16,-7-10 0 0,0 0 197 0,0 0 33 16,0 0 6-16,0 6 2 0,4 3-138 0,-4 1-28 15,0-10-6-15,0 9-1 0,3 0-14 0,-3 1-3 16,0-1-1-16,4 1 0 0,-4-1-18 0,3 7-3 15,-3-7-1-15,0 7 0 0,0-4-4 0,0 4-1 16,0 3 0-16,0 0 0 0,-3-4 11 0,-1 4 1 16,4 0 1-16,-3 3 0 0,-1-10-3 0,-3 7-1 15,3-3 0-15,4 0 0 0,-3-4-9 0,-1 4-1 16,4-7-1-16,-3 7 0 0,-1-7-9 0,4 1-1 16,0-1-8-16,4-6 12 0,-4-3 24 0,0 10 4 0,3-1 0 15,-3-9 1-15,0 0-19 0,0 0-4 0,-3 6-1 16,3-6 0-16,0 0-4 0,0 0-1 0,0 0 0 15,0 0 0-15,-7 0 17 0,0 0 3 0,3-6 1 16,-3 3 0-16,4-3-9 0,-4-4-1 0,3 7-1 0,-3-12 0 16,7 5-8-16,-4-6-2 0,-3 4 0 0,4-4 0 15,3-3 10-15,0 1 2 0,-4-1 0 0,1 0 0 16,-1-3-24-16,1 3 0 0,3-6-12 0,0 3 4 16,-4-3 8-16,1 6 8 0,6-6-8 0,-3 0 11 15,0 6-11-15,-3 0 12 0,6-9-12 0,1 13 12 16,3-7-12-16,-4 0 0 0,-3 3 0 0,4 0 0 15,3 3 0-15,0 4 0 0,4-4 0 0,-1 7 8 16,-3-1-8-16,4-5 0 0,-1 11 0 0,-3-2 0 16,4-3 0-16,3-1 0 0,-3 7-14 0,-1-3 5 15,1 6 9-15,3-6 0 0,-3 6 0 0,-1-3 0 0,1 6 0 16,-4-3 0-16,3 0 0 0,1 6 0 0,-4-6 0 16,0 0 0-16,-7 0 0 0,7 6 0 0,0-3 0 15,-7-3 0-15,11 0 0 0,-4 10-8 0,0-1 8 16,0-9 0-16,-7 0 0 0,11 6 0 0,-11-6 0 0,7 4 0 15,3 2 0-15,1-3 0 0,-1 3 0 0,-3 1 0 16,0-4 0-16,1 6 0 16,-1 1-25-16,0-1-10 0,0-3-1 0,-7-6-1 15,10 0-26-15,-3 3-5 0,-7-3 0 0,0 0-1 16,0 0-116-16,7 0-23 0,-7 0-5 0,0 0-419 16,7-3-84-16</inkml:trace>
  <inkml:trace contextRef="#ctx0" brushRef="#br0" timeOffset="2556.625">26480 1039 1036 0,'0'0'92'0,"0"0"-73"0,0 0-19 0,0 0 0 0,0 0 129 0,0 0 23 16,0 0 4-16,0 0 0 0,0 0-124 0,0 0-32 16,0 0 0-16,0 0 0 0,0 0 0 0,0 0 0 15,0 0 0-15,0 0 0 0,0 0 0 0,0 0 14 16,0 0-4-16,0 0-1 0,0 0 36 0,0 0 7 15,0 0 2-15,0 0 0 0,0 0 5 0,0 9 1 16,-4-2 0-16,0 5 0 0,1-5-18 0,-4 2-3 16,3 0-1-16,-3 1 0 0,4-1 2 0,-1 7 1 15,1-7 0-15,-1 7 0 0,4-7-22 0,0 4-5 16,0 3-1-16,0-4 0 0,0 1-13 0,0-1 8 16,4-2-8-16,-4 5 0 0,3-12 8 0,1 13-8 15,-1-7 0-15,-3 1 9 0,4-1-9 0,-4 1 0 16,3-1 9-16,1-3-9 0,-4 4 0 0,3-1 8 0,1 1-8 15,-4-1 0-15,3-3 8 0,1 10-8 0,3-13 8 16,-3 6-8-16,-1-2 9 0,4 2-9 0,-3-6 12 16,-1 4-12-16,4-4 16 0,0 3-4 0,-3-3-1 0,3 3 0 15,3-6 1-15,-10 0 1 0,0 0 0 0,8 7 0 16,-1-7 7-16,3 0 0 0,4 3 1 0,-3-3 0 16,3 0-1-16,-3 0-1 0,3-3 0 0,-4-4 0 15,1 7-10-15,-4-6-1 0,7-3-8 0,-7 6 12 16,4-4 0-16,-4 4-1 0,0-6 0 0,3-7 0 15,-3 13 5-15,4-13 0 0,-4 7 1 0,0-7 0 16,0-3-6-16,4 4-2 0,-8 2 0 0,4-3 0 16,0 4-9-16,0-10 12 0,-3 3-12 0,3 0 12 15,-3 10-12-15,3 0 12 0,0-7-12 0,0 3 12 16,-4 4-12-16,1-4 10 0,-4 10-10 0,7-12 10 16,-4 5-10-16,1 7 0 0,-1-6 0 0,1-4 0 0,-4 4 0 15,3 6 0-15,-3 3 0 0,0 0 0 0,0-7 0 16,0 7 0-16,0 0 0 0,0 0 8 0,0 0-8 0,0 0 0 15,0 0 0-15,0 0 0 0,0 0 0 0,0 0 0 16,0 0-12-16,4 10 12 0,0-1-14 0,-4 7 5 16,3-7 1-16,1 7 0 0,-1-7 8 0,-3 10-8 15,0-3 8-15,4 3-8 0,-4-7 8 0,3 4 0 16,-3 3 0-16,0-4 0 0,0 4 0 0,4-3 0 16,-4-4 0-16,0 7 0 0,0-6 0 0,0-1 0 0,3-2 0 15,1 5 0-15,-4 1 0 0,3-13 0 16,1 6 0-16,-1 1 0 0,-3-1 0 0,4-2 0 0,-4-7 9 15,3 3-9 1,-3-3-24-16,4 9-11 0,-4-9-2 0,7 6-1 16,-7-6-118-16,7 0-24 0,0 0-5 0,-7 0-1 15,0 0-55-15,11 0-11 0,3-15-3 0,0 5 0 0</inkml:trace>
  <inkml:trace contextRef="#ctx0" brushRef="#br0" timeOffset="3087.404">27319 1174 1267 0,'0'0'112'0,"0"0"-89"16,0 0-23-16,0 0 0 0,0 0 80 0,0 0 12 15,0 0 3-15,0 0 0 0,0 0-79 0,7-10-16 16,-7 7 0-16,4-3 0 0,-4-3-14 0,0 9 4 15,3-7 1-15,-3 4 0 0,4-6 37 0,-4 3 7 16,0 6 1-16,0-10 1 0,0 7 35 0,0-3 6 16,0 6 2-16,0 0 0 0,-4-10-35 0,1 4-6 15,3-3-2-15,0 9 0 0,-4-3 6 0,4 3 1 16,-3-7 0-16,-1-2 0 0,1-1-2 0,3 10 0 16,0-3 0-16,-4-9 0 0,1 2-19 0,-1 7-4 15,-3-3-1-15,3-3 0 0,1 9-18 0,-4-10 0 16,3 7 0-16,-3 3 0 0,0-6 0 0,0 6 0 15,0 0 0-15,0 0 0 0,-4 9 0 0,4-9 0 16,-3 10 0-16,-1-1 0 0,1 0 0 0,-1 1 0 0,-3 5-8 16,0 4 8-16,3-9 0 0,-3 5 0 0,0 4 0 0,3 6 0 15,1-9 0-15,3 3 0 0,-4 0 0 0,1-1 0 16,3 1 0-16,0 6 0 0,-1-9 0 0,5-4 10 16,-1 7-10-16,1 0 0 0,-1-3 9 0,4 3-9 15,0-4 8-15,4 1-8 0,-1-4 10 0,1-2-10 16,-1 6 11-16,1-4-11 0,3 1 12 0,0-1-12 15,4-2 13-15,-1-1-4 0,1-3-1 0,3 4 0 0,0-1 1 16,7-9 0-16,-3 10 0 0,3-10 0 16,4 0-21-16,-4 0-5 0,4 0-1 0,-1 0 0 15,-3-10-51 1,1 10-11-16,-1-3-1 0,0-10-1 0,-3 10-25 0,-4-6-5 16,0 3 0-16,0-13-485 0,0 9-97 0</inkml:trace>
  <inkml:trace contextRef="#ctx0" brushRef="#br0" timeOffset="3588.207">27711 772 115 0,'0'0'10'0,"-4"-9"-10"0,8 0 0 0,-4 6 0 15,0-10 223-15,3 10 42 0,-3-3 9 0,0-4 2 16,0 1-187-16,0 9-37 0,0 0-7 0,7-10-1 16,-7 10-20-16,4-9-4 0,-4 9-1 0,0 0 0 15,0 0 42-15,0 0 9 0,0 0 2 0,0 0 0 16,0 0-1-16,0 0 0 0,0 0 0 0,0 0 0 16,0 0-11-16,0 0-1 0,0 0-1 0,0 0 0 15,0 0-2-15,0 0 0 0,-4 6 0 0,-3-3 0 16,7-3-25-16,0 19-6 0,0-13-1 0,0 7 0 15,0 0 11-15,0-1 1 0,7 4 1 0,-7-4 0 16,0 4-24-16,4 3-5 0,-1 0 0 0,-3 6-8 16,0-7 12-16,0 8-4 0,0 2 0 0,0-9-8 15,0 6 10-15,-3 9-10 0,3-15 8 0,0 16-8 16,0-17 10-16,3 11-10 0,-6 2 12 0,3-9-12 16,0 3 11-16,0 0-11 0,0-3 10 0,0 0-10 15,0-3 11-15,0 0-11 0,0-1 12 0,3 1-12 0,-6-3 14 16,3-4-4-16,0 4-1 0,0-7 0 0,-4 7-9 15,4-3 0-15,0-4 0 0,4-3 8 0,-4-6 10 0,0 10 2 16,-4-4 0-16,4-6 0 16,0 0-58-16,0 0-11 0,0 0-3 15,0 0 0-15,0 0-18 0,0 0-4 0,0-6-1 0,0-4 0 16,0 1-33-16,0-7-6 0,4 7-2 0,-8-4 0 16,-3 4-117-16,7-7-24 0</inkml:trace>
  <inkml:trace contextRef="#ctx0" brushRef="#br0" timeOffset="3925.614">27474 942 633 0,'0'0'28'0,"0"0"6"0,0-10-34 0,0 10 0 0,0 0 0 0,-3-3 0 15,-1-3 192-15,4 6 31 0,0 0 6 0,0 0 2 16,0-6-163-16,0 6-32 0,0 0-6 0,0 0-2 16,0 0 11-16,0 0 1 0,0 0 1 0,0 0 0 15,0 0 37-15,0 0 7 0,11-10 2 0,-4 10 0 16,-7 0-25-16,11 0-5 0,-1 0-1 0,1 0 0 16,3 0-2-16,0 7-1 0,0-7 0 0,11 0 0 15,3-7-7-15,4 7-2 0,-8 0 0 0,8-3 0 16,-4 3-4-16,4 0 0 0,0 0-1 0,0-6 0 0,-1 6-31 15,1 0-8-15,0-3 0 0,0 3 0 0,-4 0 0 0,0 0 0 16,0-7 0-16,4 7 0 16,-4 0-97-16,0-9-21 0,1 9-4 15,-1-3-610-15,0-3-121 0</inkml:trace>
  <inkml:trace contextRef="#ctx0" brushRef="#br0" timeOffset="6473.404">29393 506 576 0,'0'0'25'0,"0"0"6"0,0-3-31 0,0 3 0 15,0 0 0-15,0 0 0 0,4-10 116 0,3-5 18 16,-3 15 3-16,-4 0 1 0,0 0-81 0,7-10-16 16,-4 1-3-16,-3 3-1 0,7 2 24 0,-7 4 5 15,4-6 1-15,-4 6 0 0,3-3 25 0,-3 3 6 16,4-9 1-16,-4 9 0 0,3-7-27 0,-3 7-4 15,0 0-2-15,0 0 0 0,0 0-47 0,0 0-10 16,0 0-1-16,0 0-8 0,0 0 20 0,0 16-2 16,0-7-1-16,0 10 0 0,-3 0 15 0,3 0 4 15,0 6 0-15,0 0 0 0,0 3-21 0,0 1-4 16,-4 5-1-16,4-6 0 0,-3 7-10 0,-1-1 12 16,-3 1-12-16,-3-7 12 0,10 6-4 0,-4-5 0 0,-7 5 0 15,1-6 0-15,6 7 2 0,-3-7 0 0,-7 7 0 16,11-7 0-16,-8 0 7 0,4 7 2 0,0-17 0 15,0 7 0-15,3 1-8 0,-3-8-2 0,4 1 0 0,-1 6 0 16,-3-9-1-16,7-4-8 0,-3 4 12 0,3-3-4 16,-4 2-8-16,1-5 8 0,-1 9-8 0,4-13 8 15,0 3-8-15,-3 1 0 0,-1-4 0 0,4-6 8 32,0 0-31-32,0 0-6 0,0 0-2 0,0 0 0 15,0 3-108-15,0-3-21 0,0 0-5 0,0 0-451 0,0 0-91 0</inkml:trace>
  <inkml:trace contextRef="#ctx0" brushRef="#br0" timeOffset="6872.674">29792 895 1209 0,'0'0'108'0,"0"0"-87"0,0 0-21 0,0 0 0 16,0 0 84-16,0 0 12 0,0 0 2 15,0 0 1-15,4 9-75 0,-4 4-16 0,0-7-8 0,3 3 10 16,-3-2 32-16,0 5 6 0,0-2 2 0,0 5 0 15,-3 4-1-15,3-3 0 0,-4 3 0 0,1-1 0 16,-8 1-15-16,11-3-3 0,-4 3-1 0,-3 0 0 16,4-4 7-16,-4-5 2 0,3 5 0 0,1-2 0 15,-4 3-15-15,7-13-2 0,-7 6-1 0,7 4 0 16,0-4-21-16,-4 4 9 0,4-13-9 0,0 0 0 16,-3 9 10-16,3-3-10 0,-4-3 8 0,4-3-8 31,0 0-31-31,0 0-11 0,0 0-2 0,0 0-1 0,-7 0-131 0,7 0-25 15,-11 0-6-15</inkml:trace>
  <inkml:trace contextRef="#ctx0" brushRef="#br0" timeOffset="7082.919">29743 725 2264 0,'0'0'100'0,"-4"-6"21"0,1-3-97 0,3 9-24 16,0 0 0-16,0 0 0 0,0 0 0 0,0 0 0 16,0 0 0-16,0 0 0 15,0 0-46-15,0 0-2 0,0 0 0 0,7 0 0 16,3 9-42-16,-10-9-9 0,0 0-1 0,7 0-1 16,0 6-97-16,-7-2-19 0,0-4-4 0</inkml:trace>
  <inkml:trace contextRef="#ctx0" brushRef="#br0" timeOffset="7704.081">30177 813 2098 0,'0'0'46'0,"0"0"10"0,0 0 1 0,0 0 3 0,0 0-48 0,0 0-12 0,0 0 0 0,0 0 0 16,0 0-56-16,0 0-14 0,0 0-2 0,0 10-1 16,0-10 33-16,0 0 6 0,0 0 2 15,-7 3 0-15,0 12 51 0,-4-11 10 0,4 2 3 0,-11-3 0 0,11 3 32 16,-10 4 6-16,6-4 2 0,-3-3 0 0,0 6-16 16,3-9-4-16,-10 10 0 0,7-4 0 0,3-6-32 0,4 10-8 15,-3-7 0-15,-8 3-1 0,14 0-11 0,-6-3 8 16,-1 7-8-16,11-1 8 0,-7-3-8 0,4-2 0 15,3-4 0-15,0 0 8 0,-4 9-8 0,4-9 0 16,0 0 9-16,0 0-9 0,4 6 0 0,-4-6 0 16,0 0 0-16,0 10 8 0,3-1-8 0,4 1 0 15,-7-10 0-15,0 6 8 0,11 3-8 0,-4-9 0 16,-4 10 0-16,1-7 0 0,7 3 0 0,-1 0 0 16,1-3 0-16,3 7 0 0,-4-10 0 0,1 9 0 15,3 1 0-15,-3-4 0 0,3 3 0 0,-4-2 0 16,-6-4 0-16,7 6 0 0,6 1 0 0,-10-4-10 15,4 3 10-15,-4-6 0 0,0 10 0 0,0-10-8 0,-3 6 8 16,6 1 0-16,-6-4 0 0,-1 4 0 0,-3-1-8 0,4 0 8 16,-8 1 0-16,4-1 0 0,4 1 0 0,-8-4 0 15,4 3 0-15,-3 7 0 0,-1-13 0 0,4 6 0 16,-3 1 0-16,-4-1 0 0,7 1 0 0,-4-1 0 16,-3-3 0-16,3 10 0 0,-6-3 0 0,6 2 0 15,-3-12 8-15,0 10-8 0,0-10 0 0,-3 6 0 16,-1 1 16-16,-3-10-4 0,3 6 0 0,8-3 0 15,-8 4-4-15,1-4 0 0,-1-6-8 0,4 3 12 16,-4 3 5-16,4-3 1 0,-3-10 0 0,6 10 0 16,-6-3-36-1,-1-3-7-15,7 3-2 0,-6-4 0 0,10-2-33 0,-11 0-8 16,8-1 0-16,-4 1-1 0,3 3-89 0,1-7-18 16,-4 4-3-16,7-4-593 0</inkml:trace>
  <inkml:trace contextRef="#ctx0" brushRef="#br0" timeOffset="8165.355">30618 772 1386 0,'0'0'61'0,"0"0"13"0,0 0-59 0,0 0-15 0,0 0 0 0,0 0 0 32,0 0-36-32,0 0-11 0,3 0-1 0,4-9-1 15,-3 6 13-15,-4 3 4 0,0 0 0 0,0-6 0 0,10-4 114 0,-10 10 23 0,0 0 5 0,0-6 1 16,0-3 35-16,0 9 7 0,0-4 2 0,0 4 0 16,0 0-56-16,0 0-11 0,0 0-3 0,0 0 0 15,0 0-53-15,0 0-10 0,0 0-2 0,0 0-1 16,0 0-2-16,0 0 0 0,0 4 0 0,0 5 0 15,0 4-17-15,0-1-16 0,0-3 4 0,0 7 0 16,0-3 25-16,0 2 6 0,0 4 1 0,-10 0 0 16,10 3-20-16,-4 0 10 0,-3-3-10 0,0 6 8 15,-4 3-8-15,1 7 12 0,-1-17-12 0,8 14 12 0,-8-10-12 16,1 3 10-16,-1-6-10 0,8-1 10 0,-5 4-10 16,5-3 12-16,-8-6-12 0,8 2 12 0,-4 1-12 15,7-3 10-15,-4-7-10 0,1 3 10 0,3-6-10 16,0 10 0-16,0-10 9 0,0-3-9 0,0 0-12 15,0 0-8-15,0 0 0 0,0 0-1 16,0 0-53-16,0 0-10 0,0 0-3 0,0 0 0 16,0 0-94-16,0 0-19 0,0-3-4 0</inkml:trace>
  <inkml:trace contextRef="#ctx0" brushRef="#br0" timeOffset="8499.791">30427 957 990 0,'0'-6'21'0,"0"6"5"0,-3-9 1 0,3 9 1 0,0 0-28 16,0 0 0-16,0 0 0 0,0 0 0 0,-7 0 30 0,7 0 0 0,0 0 0 0,0 0 0 15,0 0-30-15,0 0 0 0,0 0 0 0,0 0 0 16,0 0 64-16,0 0 12 0,0 0 4 0,7-10 0 16,-4 7 34-16,-3 3 7 0,0 0 2 0,7-6 0 15,0 0-24-15,0 6-5 0,-7 0-1 0,4-3 0 16,6-4-37-16,4 7-7 0,-14 0-1 0,11 0-1 15,0 0-2-15,-1 0 0 0,1 0 0 0,3-3 0 16,0 3-32-16,0 0-13 0,-3 0 11 0,10 0-11 16,-7 0 8-16,4 0-8 0,-1 3 0 0,4-3 9 15,-3-3-9-15,3 3 0 0,0-6-12 0,1 3 12 16,-5 3 0-16,8-7 0 0,-7 7 0 0,-1 0 12 16,8 0-12-16,-7 0-16 0,-1 0 4 0,-3 0 1 15,-3 0-118-15,-1 0-24 16,1-9-5-16,3 9-480 0,-3 0-96 0</inkml:trace>
  <inkml:trace contextRef="#ctx0" brushRef="#br0" timeOffset="10167.746">31926 396 1065 0,'0'0'23'0,"0"0"5"0,0 0 0 0,0 0 4 0,0 0-32 0,0 0 0 0,0 0 0 0,0 0 0 15,0 0 44-15,0 0 2 0,0 0 1 0,0 0 0 16,0 0-3-16,0 0 0 0,0 0 0 0,0 0 0 15,0 0 20-15,0 0 3 0,0 0 1 0,0 0 0 16,0 0-11-16,0 0-1 0,0 0-1 0,0 0 0 16,0 0-35-16,-3 0-6 0,-8 0-2 0,1 0 0 15,-1 6 8-15,1-2 2 0,2-4 0 0,1 0 0 16,-7 0 3-16,4 6 1 0,-4-3 0 0,0 6 0 16,-4 1-2-16,4-1-1 0,3 1 0 0,1 2 0 15,-5 1-9-15,1-4-2 0,0-3 0 0,-3 4 0 0,10-7 8 16,-11 9 2-16,4-2 0 0,3-7 0 0,1 6-22 15,3-2 0-15,0 2-12 0,-4-6 4 0,-3 7 8 16,10 2 9-16,-3 1-1 0,-3-13-8 0,10 9 13 16,0-9-4-16,-7 10-1 0,0-4 0 0,-4 3-8 0,11-3 0 15,-4-2 0-15,4-4 0 0,-3 9 0 0,3-9 0 16,0 0 0-16,-7 9 8 0,7-9 8 0,0 0 2 16,0 0 0-16,10 10 0 0,-6-4 14 0,7-3 4 15,-4 7 0-15,0-10 0 0,3 6-28 0,1-6-8 16,3 0 0-16,-3 6 0 0,-1-3 0 0,1-3 0 15,-8 10 0-15,8-10 0 0,-1 0 0 0,-6 9 0 16,7-9 0-16,-11 0 0 0,7 6 0 0,0-2 0 16,3-4 0-16,-10 0 0 0,0 0 8 0,0 9-8 0,11-3 0 15,-8-6 0-15,-3 0 13 0,11 10-4 0,-11-10-1 0,0 0 0 16,7 6 1-16,-7-6 0 0,3 3 0 0,5 6 0 16,-8-9-1-16,7 7-8 0,-7-7 12 0,0 0-4 15,0 0-8-15,0 9 8 0,0-9-8 0,0 0 8 16,0 0 0-16,0 0 0 0,0 0 0 0,0 0 0 15,0 10 14-15,0-10 2 0,0 3 1 0,0-3 0 16,0 0-11-16,-15 6-2 0,12 3-1 0,-4-9 0 16,7 0-3-16,-11 7-8 0,8-4 12 0,3-3-4 15,0 0-8-15,-4 0 0 0,4 0 0 0,-7 9 0 16,4-9 0-16,3 0 0 0,0 0-11 0,-7 6 11 16,0-6 0-16,0 4 0 0,7-4 0 0,-11 0 11 15,7 0-11-15,-6 6 0 0,6-6 0 0,-3-6 0 16,7 6 0-16,0 0 0 0,-10 0 0 0,3 0 0 15,7 0 0-15,-7 0 0 0,-4 0 0 0,11 0 0 0,0 0 0 16,0 0 0-16,0 0 0 0,0 0 0 0,0 6 0 0,0-6 0 16,0 0 0-16,0 0 0 0,0 0 0 0,0 0 0 15,0 0 0-15,0 0 0 0,0 0 0 0,0 0 0 16,0 0 0-16,0 0 0 0,0 0 0 0,0 0 10 16,0 0-10-16,0 0 10 0,0 0-10 0,0 0 8 15,7 3-8-15,-3-3 8 0,6 0-8 0,-6 0 0 16,-4 0 0-16,10 6 0 0,1 1 0 0,-11-7 0 15,10 0 0-15,-6 3 0 0,-4-3 0 0,11 0 0 16,-11 0 0-16,0 0 0 0,7 6 0 0,0-3 0 16,-7-3 0-16,0 0 0 0,0 0 0 0,0 0 0 15,0 9 0-15,10-2 0 0,-10-4 0 0,0-3 0 0,0 0 0 16,11 6 0-16,-11-3 0 0,0-3 0 0,0 0-8 16,3 10 8-16,4-4 0 0,-7-6 0 0,0 0 0 0,0 0 0 15,0 0 0-15,0 0 0 0,0 9 8 0,0-9-8 16,0 0 0-16,0 0 0 0,-7 10 0 0,7-10 8 15,0 0 4-15,-3 9 1 0,-8-3 0 0,11-2 0 16,-10-4-13-16,10 0 0 0,-4 9 8 0,-6-3-8 16,6 1 0-16,-3 2 0 0,-4-6 0 0,8 7 0 15,-8-4 0-15,1 3 0 0,6-6 0 0,-6 7 0 16,-1-4 0-16,4 10 0 0,-4-4 0 0,1-5 0 16,3-4 0-16,-7 12 0 0,3-5 0 0,-3-1 0 15,3 1 0-15,1-1 0 0,-4-3 0 0,3 10 0 0,4-4 0 16,0-2 0-16,-4 6-10 0,1-7 10 0,3 0 0 15,0 1 0-15,3 9 0 0,-3-10 0 0,4 0 0 16,-8 4-8-16,11-4 8 0,0 4 0 0,0-7 0 16,-4 7-8-16,8-4 8 0,-4-3 0 0,0 4 0 0,11-1 0 15,-8 1 9-15,8 5-9 0,-1-12 14 0,1 10-4 16,3-10-1-16,-4 6 0 0,1 1-9 0,3-1 10 16,0-9-10-16,7 10 10 0,-6-1-10 0,-1-3 8 15,3-6-8-15,-3 10 8 0,1-10-8 0,-1 9 8 16,3-9-8-16,-3 10 8 0,1-10-8 0,-1 0 0 15,-4 0 0-15,11 0 0 16,-7 0-33-16,1-10-9 0,2 10-2 0,1 0 0 16,-8-3-112-16,12-3-24 0,-8 6-4 0,0 0-871 0</inkml:trace>
  <inkml:trace contextRef="#ctx0" brushRef="#br0" timeOffset="16908.225">30956 2503 403 0,'0'0'36'0,"0"0"-36"0,0 0 0 0,0 0 0 16,0 0 126-16,0 0 18 0,11 0 4 0,-1-3 1 16,-10 3-117-16,4-6-24 0,-4 6-8 0,7 0 0 15,-3-3 40-15,-4 3 3 0,0 0 1 0,0 0 0 16,10-6 41-16,-10 6 9 0,0 0 2 0,0 0 0 15,0 0 0-15,0-7 0 0,0 7 0 0,0 0 0 16,0-9-27-16,0 9-5 0,0-3 0 0,0 3-1 16,-3-6-40-16,-4-4-8 0,7 10-2 0,0-3 0 15,0-3 6-15,0 6 1 0,0-10 0 0,0 10 0 16,-4-9 0-16,4 9 0 0,-7 0 0 0,3-6 0 16,-6 2 0-16,10 4 0 0,-11 0 0 0,-3-6 0 15,4 6-20-15,3 0 0 0,7 0 0 0,-8 0 0 16,-2 0 0-16,-1 0 13 0,-3 6-2 0,4-6-1 15,-5 0-10-15,5 0 12 0,-4 10-12 0,3-10 12 0,-3 9-12 16,4-9 8-16,-5 10-8 0,1-4 8 16,-3-3-8-16,6 7 0 0,-3-4 0 0,0-3 0 0,0 6 0 15,0 4 15-15,3-4-3 0,4 4 0 0,-7-7-4 16,3 4 0-16,1-7-8 0,6 12 12 0,-3-5-12 0,0-1 0 16,0 7 8-16,-4-4-8 0,8 4 0 0,-8 3 0 15,1-3 0-15,6 2 0 0,-3-2 0 0,4-3 0 16,-8 2 0-16,11 4 0 0,0-10 12 0,0 10-4 15,-3-9-8-15,3 5 12 0,0 1-4 0,0-3-8 16,0-4 11-16,3 0-11 0,-3 4 14 0,7-4-4 16,-3 1-1-16,3-7 0 0,0 6 10 0,-7-2 1 15,10-4 1-15,-10-3 0 0,11 6-5 0,-1 0 0 16,5-3-1-16,-1-3 0 0,-4 7-5 0,4-7-1 16,4-7 0-16,-4 7 0 0,0 0-9 0,0 0 12 0,-3-3-12 15,7-3 12-15,-4 6-12 0,0-6 10 0,-11 3-10 16,8-4 10-16,7 4-10 0,-11-6 12 0,10 3-12 0,-3-4 12 15,-3 1 3-15,0-1 1 0,3 1 0 0,-11-1 0 16,8-5-1-16,-8 5 0 0,8-8 0 0,7 8 0 16,-11-6-3-16,10-2-1 0,-10-1 0 0,11 0 0 15,-4 0 7-15,0 4 2 0,-3-11 0 0,-1 8 0 16,4-1-20-16,-3 0 0 0,0 0 0 0,-1 4 0 16,-3-11 0-16,4 8 0 0,-1 2 0 0,-6 3 0 15,6-2 0-15,-10-4 0 0,8 9 0 0,-5-5 0 16,-3-4 0-16,0 10 0 0,0-7-13 0,0 3 5 15,0-2 8-15,7 2 9 0,-7-3-1 0,0 7-8 16,0-7 0-16,4 4 0 0,-4-4 0 0,3 0 0 0,-3 4 0 16,0-4-9-16,11 1 9 0,-11 2 0 0,7-3 0 0,-4 7 0 15,1-7 0-15,-4 7-8 0,7-1 8 0,-7 1 0 16,0 0 0-16,0-1 0 0,0 7 0 0,0-3 0 16,-7-4 0-16,7 10 0 0,0-9 0 15,0 9 0-15,0 0 0 0,0 0 0 0,0-6 0 0,0 6-8 16,0 0 8-16,0 0 0 0,0 0 0 0,0 0-10 15,0 0 10-15,0 0 0 0,0 0-11 0,0 0 11 16,0 0-10-16,0 0 10 0,0 0-9 0,0 15 9 16,0-15-8-16,0 16 8 0,0-13 0 0,0 7-8 15,0 5 8-15,-4-5 0 0,4-1 0 0,0 10 0 16,0 0 0-16,0-4 0 0,0 1 0 0,0-3 0 16,0 2 0-16,-3 4 0 0,-4 0 0 0,7 0 0 15,0-4 0-15,0 4 0 0,0 6 0 0,0-6 0 0,7 0 0 16,-4 6 8-16,-3-6-8 0,0 6 8 0,4-3-8 0,-4 3 8 15,0-6-8-15,0 6 0 0,0 3 0 0,0-3 0 16,0 0 0-16,0 4 8 0,0-11-8 0,0 1 0 16,0 0 8-16,0 3-8 0,0-3 8 0,0 0-8 15,0-10 9-15,0 10-9 0,7-10 12 0,-4 1-12 16,-3 5 12-16,0-5-12 0,0-1 12 0,8 1-12 16,-5-1 10-16,-3-3-10 0,0 4 8 0,0-10-8 15,7 3 0-15,-7-3 8 0,0 0-8 0,0 6 0 16,0-6 0-16,0 0 0 0,0 0 0 0,0 0 0 15,0 0-40-15,0 0-8 16,0 0 0-16,0 0-1 0,0 0-143 0,0 0-29 0,0 0-6 16,0 0-465-16,0 0-92 0</inkml:trace>
  <inkml:trace contextRef="#ctx0" brushRef="#br0" timeOffset="17881.216">31687 2503 288 0,'0'0'12'0,"0"0"4"0,0 0-16 0,0 0 0 0,0-9 0 0,0 9 0 15,0 0 338-15,0 0 65 0,0-3 13 0,0-3 2 16,0-4-306-16,0 10-62 0,0 0-12 0,0 0-2 16,0-6-4-16,0 6-1 0,0-9 0 0,0 9 0 15,-11-4 12-15,11-2 2 0,-4 3 1 0,4 3 0 16,-10-6-10-16,6 6-1 0,-3-3-1 0,-3-4 0 15,3 7 10-15,0 0 1 0,-8 0 1 0,5 0 0 16,-1 0-21-16,-3 0-4 0,0 0-1 0,0 0 0 16,7 0-2-16,-4 0-1 0,-3 0 0 0,0 7 0 15,0-4-5-15,-4 3 0 0,8-6-1 0,3 3 0 0,-11 3 0 0,11-2 0 16,-11 5 0-16,8-3 0 0,-4 4-11 16,3-1 10-16,4 0-10 0,-11 1 10 0,8 6-10 0,6-7 0 15,-6 0 0-15,-1 7 0 0,4 3 0 0,-4-7 0 16,4 4 0-16,-3 0 0 0,6 3 12 0,-6-1-4 15,10-2 0-15,0 3 0 0,-4-7 0 0,4 4 0 16,0 0 0-16,4 3 0 0,-4-10 0 0,7 7-8 16,0-7 12-16,0 0-4 0,-4 1-8 0,8-1 12 15,3-6-12-15,-3 4 12 0,3 2-4 0,-4-9 0 16,8 6 0-16,-4-2 0 0,0-4-8 0,0 0 12 16,-3 0-12-16,3 0 12 0,4-4-12 0,-1-2 0 15,-6 6 0-15,3-3 8 0,-3-3-8 0,3-1 10 0,3 4-10 16,-3-6 10-16,-3 3-10 0,0 2 10 0,-4-5-10 0,10 3 10 15,-6-4-10-15,-4-5 12 0,4 12-12 0,3-16 12 16,-7 3-12-16,-4 7 10 0,8-7-10 0,-8-3 10 16,8 7-10-16,-11-4 0 0,7 7 9 0,-3-10-9 15,-4 3 0-15,0 7 8 0,0-7-8 0,0 3 0 16,0 4 0-16,0 0 9 0,0-1-9 0,-4-2 0 16,4 9 8-16,-7-7-8 0,7 4 0 0,0-4 0 15,-4 1 8-15,-3 0-8 0,4 2 0 0,-1 4 0 16,-3-3 8-16,7 6-8 0,0-3 12 0,0 3-12 15,0 0 0-15,0 0 0 0,0 0-12 0,0 0 3 16,0 0 9-16,0 0-8 0,0 0 8 0,0 0-8 16,0 0 8-16,0 0-10 0,0 0 10 0,0 9-10 15,0 1 10-15,7-1 0 0,-3 0 0 0,-4 1 0 16,10 6 0-16,-6-7 0 0,3 0 8 0,-3 10-8 0,6-3 0 16,-6-4 0-16,3 4-10 0,-4 0 10 0,4 3 0 0,-3-4 0 15,-1 4 0-15,4-6 0 0,-3 2 0 0,3 4 0 16,-4-10 0-16,5 10 0 0,-1-9 0 0,-7 5 8 15,10-5-8-15,-3 5 0 0,-3-5 8 0,-1-1-8 16,8 1 0-16,-4-4 0 0,-4-3 9 0,8 7-9 16,-7-1 8-16,3-3-8 0,-4-3 0 0,4 7 8 15,-3-4-8-15,-4 3 0 0,3 1 0 0,8-1 0 16,-11-9-14-16,0 6 5 0,0-6-6 0,7 4-1 16,-7-4 0-16,3 6 0 15,4-3-23-15,-7-3-5 0,0 0 0 0,0 0-1 16,0 0-119-16,0 0-23 0,8-3-5 0,2 3 0 15,-3-10-39-15,-3 1-7 0</inkml:trace>
  <inkml:trace contextRef="#ctx0" brushRef="#br0" timeOffset="18323.28">32085 2196 1576 0,'-3'-6'70'0,"3"6"14"0,0 0-67 0,0 0-17 15,0-10 0-15,3 4 0 0,-3 6 47 0,0 0 5 16,7-9 2-16,-7 9 0 0,4 0-9 0,-4 0-1 16,0 0-1-16,0-10 0 0,0 10 21 0,0 0 4 15,0 0 0-15,0 0 1 0,0 0-12 0,0 0-2 16,0 0-1-16,0 0 0 0,0 0-28 0,0 0-6 15,0 0 0-15,0 0-1 0,0 0 11 0,0 10 2 16,7-1 1-16,-7 1 0 0,0 5-13 0,0 1-2 16,3 3-1-16,-3-7 0 0,0 13-17 0,7-6 0 15,-3 3 0-15,-1 0 0 0,4-3 10 0,-3 6-10 16,-4 0 8-16,0 0-8 0,11-3 24 0,-11 3-1 16,3 0 0-16,4 4 0 0,-3-11-12 0,-4 7-3 15,0-6 0-15,7 9 0 0,-7-2-8 0,0-8 0 16,3 1 0-16,-3 0 0 0,0 3 0 0,0-10 0 0,0 7 0 15,0-3 0-15,0-7 9 0,0 7-9 0,0-7 10 0,0 1-10 16,0-7 8-16,0-3-8 0,0 0 0 16,0 0 9-1,0 0-33-15,0 0-8 0,0 0 0 0,0 0-1 16,0 0-87-16,0-3-18 0,-10 3-3 0,6-10-562 0,-6-5-112 0</inkml:trace>
  <inkml:trace contextRef="#ctx0" brushRef="#br0" timeOffset="18692.443">31806 2369 1602 0,'0'0'71'0,"0"0"14"0,-3 0-68 0,3 0-17 16,0 0 0-16,0 0 0 0,-7 0 17 0,7 0 0 15,0 0 0-15,0 0 0 0,0 0 23 0,0 0 5 16,0 0 1-16,0 0 0 0,0 0 39 0,0 0 8 15,0 0 2-15,0 0 0 0,0 0-6 0,0 0-1 16,0 0 0-16,0 0 0 0,0 0-44 0,0 0-8 16,7-7-3-16,-4 4 0 0,12-3 9 0,-5 6 2 15,1 0 0-15,3-9 0 0,3 9-20 0,1 0-4 16,7-4-1-16,0 4 0 0,-1-6-19 0,4 6 0 16,1-3 0-16,2 3 0 0,-2 0 8 0,-5-6-8 15,1 6 9-15,0-3-9 0,-1 3 8 0,-2-7-8 16,2 7 0-16,-10 0 0 0,8 0 0 0,-8 0 0 0,0-3 0 15,3 3 0-15,-2-6 0 0,-1 6 0 0,-4 0 0 16,4 0 0 0,-7 0-27-16,4-6-5 0,-4 6 0 0,4-4-1 15,-1 4-43-15,1 0-9 0,-8 0-2 0,4 0 0 16,-7 0-157-16,0 0-31 0,0 0-6 0</inkml:trace>
  <inkml:trace contextRef="#ctx0" brushRef="#br0" timeOffset="19700.427">32840 2387 1486 0,'0'0'66'0,"0"0"14"0,0 0-64 0,0 0-16 0,0 0 0 0,0 0 0 16,0 0 30-16,0 0 3 0,0 0 1 0,11-3 0 15,-11 3-18-15,0 0-4 0,0 0-1 0,0 0 0 16,0-6 48-16,0 6 9 0,0 0 3 0,0-9 0 16,0 9-2-16,0 0 0 0,-4-10 0 0,4 10 0 15,0 0-26-15,0 0-6 0,-7 0-1 0,4-6 0 16,-8 6-7-16,7 0-1 0,-3 0-1 0,4 0 0 15,-4 0-2-15,-7 0 0 0,10 0 0 0,-6 6 0 16,-1-6 4-16,0 3 1 0,1 4 0 0,-4-1 0 16,3-3-13-16,-3 3-2 0,3-3-1 0,-3 7 0 15,0-10-14-15,-3 9-10 0,2-3 2 0,1 4 0 16,4-1 32-16,-1 7 8 0,-3-7 0 0,4 4 1 16,-5-7-33-16,5 13 0 0,6-10 0 0,-3 7 0 0,-7-3 0 15,14 2 0-15,-10 4 0 0,10-9-9 0,-4 5 9 16,-3-5 0-16,7 5 0 0,0-2 0 0,0-4 0 0,7-2 8 15,-3 8-8-15,-4-2 11 0,0-7 5 0,10 3 0 16,-6-5 1-16,6 5 0 0,8-3-2 0,-4-6-1 16,-3 10 0-16,3-10 0 0,0 6-14 0,0-3 11 15,4-3-11-15,-4 0 10 0,0 0-10 0,0 0 0 16,4 0 9-16,-4 0-9 0,-4-3 8 0,1-3-8 16,-4 6 10-16,3-7-10 0,1 4 9 0,3-3-9 15,-3-3 8-15,-8 5-8 0,8-5 10 0,-4 3-10 16,-4-4 12-16,4-5-12 0,-3 12 12 0,0-13-12 15,3 6 12-15,-4-8-12 0,-3 8 10 0,0-5-10 0,7 2 8 16,-3-3-8-16,-4 7 8 0,0-7-8 0,0 7 8 16,0-10-8-16,0 10 0 0,0-7 0 0,0 7 8 15,0-1-8-15,0 1 0 0,0-1 0 0,0 1 0 0,0-1 8 16,0 1-8-16,0 3 0 0,0 6 9 0,0 0-9 16,0-10 0-16,0 10 0 0,0 0 0 0,0 0 0 15,0 0 0-15,0 0 0 0,0 0 0 0,0 0 0 16,0 0 0-16,0 0-8 0,0 0 8 0,0 0-8 15,0 0 8-15,0 0 0 0,0 0 0 0,0 0-8 16,0 0 8-16,0 0 0 0,0 10 0 0,0-4-8 16,3 3 8-16,-3 1 0 0,11-1 0 0,-11 1 0 15,0-1 0-15,10 1 0 0,-10 5 0 0,7-5 0 16,-3 8 0-16,-1-8 8 0,8 6-8 0,0 2 11 16,-8-2-11-16,8-3 0 0,-4 2 0 0,3 4 8 15,-6-10-8-15,10 10 10 0,-3-9-10 0,-1 5 10 0,-6 1-10 16,6-3 12-16,1 2-12 0,-1 1 12 0,1-4-12 15,-7 4 0-15,10-6 9 0,-7 5-9 0,-4-2 0 16,8-4 8-16,-8 1-8 0,8-4 0 0,-4 3 9 0,-3 1-9 16,10-1 12-16,-7-3-12 0,-4-2 0 0,4 2 0 15,-3-6 0-15,-4 0 0 16,14 0-54-16,-14 0-14 0,0 0-4 0</inkml:trace>
  <inkml:trace contextRef="#ctx0" brushRef="#br0" timeOffset="23091.596">30558 4244 115 0,'0'0'10'0,"0"0"-10"0,0 0 0 0,0 0 0 0,0 0 155 0,0 0 29 16,0 0 5-16,0 0 2 0,-11 0-150 0,11 0-29 15,0-3-12-15,0 3 8 0,0 0-8 0,0 0 0 16,0 0 0-16,0 0 8 0,0 0 46 0,0 0 9 16,0 0 1-16,-3-7 1 0,3 7 27 0,0 0 6 15,-8-9 1-15,8 9 0 0,0 0-24 0,0 0-5 16,0 0-1-16,0 0 0 0,-3-9-20 0,3 9-4 16,0 0-1-16,0 0 0 0,-11 0 0 0,11 0-1 0,0 0 0 0,0 0 0 15,0 0-12-15,0 0-3 0,0 0 0 0,0 0 0 16,0 0 12-16,0 0 1 0,0 0 1 0,0 0 0 15,0 0 9-15,0 0 1 0,0 0 1 0,0 0 0 16,0 0-38-16,0 0-15 0,0 0 11 0,-3 9-11 16,-4-9 0-16,7 9 0 0,0 1 0 0,0-1 0 15,0 1 12-15,0 5 0 0,-4 1 0 0,4-3 0 16,4 2 10-16,-4 4 2 0,0 0 0 0,0 0 0 16,0 6-7-16,0-6-1 0,0-4 0 0,0 4 0 15,0 0 9-15,0 0 2 0,0 3 0 0,0-4 0 16,0-5-15-16,0 9-4 0,0-10 0 0,0 4 0 15,0-3 4-15,0 2 0 0,0 4 0 0,0-9 0 16,0-1 1-16,0 0 1 0,0 4 0 0,0-10 0 16,0 6-3-16,0 1-1 0,0-10 0 0,0 0 0 0,0 0-2 15,0 0 0-15,0 0 0 0,0 0 0 0,0 6 10 16,0-6 2-16,0 0 0 0,0 0 0 0,0 0-5 0,0 0-1 16,0 0 0-16,0-6 0 0,-4-4-2 0,4 1-1 15,0 0 0-15,0-7 0 0,0 7 0 0,4-4 0 16,-4-3 0-16,0-2 0 0,0-1-11 0,0 0 10 15,10-3-10-15,-10 3 10 0,7-6-10 0,-3 6 0 16,-1-9 0-16,8 9 0 0,-11-6 0 0,11 0 0 16,-4 3 8-16,0-3-8 0,0 6 0 0,-4-6 0 15,8 6 0-15,-8 4 0 0,8-4 0 0,0 0 0 16,-8 3 0-16,8-3 0 0,-4 7 0 0,-4-4 0 16,11 1 0-16,-3 2 0 0,0-3-8 0,-4 7 8 15,0 0 0-15,3-1 0 0,1 4 0 0,-8 3 0 0,8-4-9 16,0 4 9-16,-4-3 0 0,0 6-10 0,0 0 10 15,-4-3-8-15,8 6 8 0,-8-3-8 0,-3 0 8 0,11 9-8 16,0 1 8-16,-1-1-8 0,-6 4 8 0,6-1-8 16,1 4 8-16,-8-3 0 0,8 2 0 0,-11 4 0 15,10-3 0-15,-2 3 0 0,-1-1 0 0,0 11 0 16,-4-4 0-16,4 0 0 0,-3 0 0 0,-1-3 0 16,-3 3 0-16,0 3 0 0,0-9 0 0,7 6 0 15,-3 0 0-15,-4-6 0 0,0 9 0 0,0-9 0 16,0 3 0-16,0-3 0 0,0 0 0 0,0-1 0 15,0-2 0-15,-4-3 8 0,4 2-8 0,0-5 0 16,-7-1 8-16,7-9-8 0,0 0 8 0,0 0-8 16,0 0 0-16,0 0 9 0,0 0-9 0,0 0 0 15,0 0 0-15,0 0 0 0,0 0-15 0,0-3 5 16,0-10-105-16,0 4-21 16,0-4-4-16,0-2-686 0,0-1-138 0</inkml:trace>
  <inkml:trace contextRef="#ctx0" brushRef="#br0" timeOffset="23806.915">31111 4413 172 0,'0'0'16'0,"0"0"-16"0,0 0 0 0,0 0 0 15,0 0 301-15,0 0 58 0,0 0 11 0,0 0 2 16,0 0-216-16,0 0-43 0,0 0-9 0,0 0-1 16,0 0-48-16,0 0-10 0,0 0-1 0,11-3-1 15,-11 3 13-15,0-6 2 0,14 6 1 0,-14 0 0 16,0 0-23-16,0 0-5 0,7-3-1 0,4-4 0 15,-4 7 6-15,3 0 0 0,-2-6 1 0,2 3 0 16,-3 3-12-16,4-6-2 0,-1 3-1 0,1-4 0 16,-1 7-2-16,1-3 0 0,-4-3 0 0,11 3 0 0,-11-4-1 15,3 4-1-15,8-3 0 0,-11-3 0 16,14 2-6-16,-10 4 0 0,3-3-1 0,-3-3 0 0,3-1-3 16,-4 7-8-16,4-6 12 0,-3 2-4 0,0-2 1 0,-8 3 0 15,8-4 0-15,-11 1 0 0,10-1 3 0,-6 1 0 16,-4 0 0-16,7-1 0 0,-7 4-1 0,0-4 0 15,0 1 0-15,-7-3 0 0,3-1-11 0,1 10 10 16,-4-7-10-16,7 1 10 0,0 3-10 0,-11-4 0 16,4 7 0-16,-4-3 0 0,1 3 0 0,-4-3 0 15,-4 6 0-15,4 0 0 0,3 0 0 0,-3 0 0 16,-7 0 0-16,7 0 0 0,0 9 0 0,0-3 0 16,-4-3 0-16,4 4 0 0,3 2 0 0,-3 4 0 15,4-4 0-15,-1 7 0 0,-3-1-10 0,0-2 10 16,3 9 0-16,1-3-9 0,-1-7 9 0,8 13 0 0,-8-6 0 15,0 0 0-15,8 3 0 0,-4-3 0 0,-7 3 0 0,14-7 0 16,-11 4 0-16,11-3 0 0,0 3 0 16,0-4 0-16,0 4 0 0,0-6 8 0,7 2-8 0,-3 1 0 15,6-3 16-15,-6-4-2 0,6 7 0 0,8-7 0 16,-4 0-5-16,0 1-1 0,0-1 0 0,4 1 0 16,0-4-8-16,-4 3 0 0,3-2 0 0,1-4 0 15,0 6 0-15,-1-3 0 0,1-2 0 0,0 2 0 16,-4-6 0-16,-4 3 0 0,8-3 0 0,-4 0 0 15,0 0-20-15,-3 0 4 0,3 0 1 0,0 0 0 16,-3-3-27 0,-1-3-6-16,1 6 0 0,3-10-1 0,-4 10-109 0,5-9-22 15,-5-1-4-15,1 1-515 0,3-7-103 0</inkml:trace>
  <inkml:trace contextRef="#ctx0" brushRef="#br0" timeOffset="24249.443">32046 4125 403 0,'0'0'36'0,"0"0"-36"0,0 0 0 0,0 0 0 15,7 0 88-15,-7 0 12 0,0 0 1 0,0 0 1 16,0 0-34-16,0 0-8 15,0 0 0-15,0 0-1 0,0 0 82 0,0 0 17 0,0 0 3 16,0 0 1-16,0 0-50 0,0 0-9 0,0 0-3 0,0 0 0 16,0 0-25-16,0 0-6 0,0 0-1 0,0 0 0 15,0 0-10-15,0 0-2 0,0 0-1 0,0 0 0 16,0 0-25-16,0 0-5 0,-7 0-1 0,4 3 0 16,-8 3-8-16,1 3-1 0,-1 1-1 0,0-1 0 15,4 1-6-15,-10 5 0 0,6-2-8 0,4 3 12 16,-10 2 5-16,2 1 1 0,1 0 0 0,-7 6 0 15,11 0 9-15,-8-6 1 0,-3 9 1 0,10-9 0 16,-6 6-12-16,-1-6-2 0,4 6-1 0,-7-6 0 16,6 0-2-16,5-4-1 0,-1 4 0 0,4 0 0 15,-3-3-11-15,-1-7 0 0,1 0 0 0,6 1 0 16,-3-4 0-16,7-3 0 0,-11 7 11 0,11-10-11 16,0 0 0-16,0 0 0 0,0 0 0 0,0 0 0 15,0 0-32-15,0 0-12 16,0 0-2-16,0-13-1 0,7-3-129 0,-3 7-27 0,-4-10-5 15,0 4-754-15</inkml:trace>
  <inkml:trace contextRef="#ctx0" brushRef="#br0" timeOffset="24577.688">31711 4106 1555 0,'0'0'138'0,"-3"-6"-110"15,-4 6-28-15,7 0 0 0,0 0 108 0,0 0 17 16,0 0 3-16,0 0 1 0,0 0-94 0,0 0-19 0,0 0-4 0,0 0-1 15,0 0 0-15,10 9 0 0,-10 0 0 0,11 7 0 16,-8-3 32-16,8 2 6 0,-1 4 2 0,-2-3 0 16,-1 3-7-16,3-1 0 0,4 1-1 0,4 0 0 15,-7 6-11-15,3-6-1 0,0-3-1 0,0 2 0 16,3 1-6-16,1 0 0 0,-7 3-1 0,13-3 0 16,-9-7-9-16,6 4-2 0,-7 3 0 0,10 0 0 15,-2-4 0-15,-1 4 0 0,-4-3 0 0,5-4 0 16,-8 10-12-16,3-3 0 0,1-6 0 0,-7-4 0 15,-1 7 0-15,1-7 0 0,-8 1-11 0,8-1 11 16,-8 7 0-16,4-7 0 0,-3 0 0 0,3-2 0 16,-3 2 0-16,-4-9 0 0,3 3 0 0,-3-3 0 15,0 0-53-15,11-3-10 16,-4-3-1-16,-4 3-1 0,8-4-142 0,-8-2-28 0,8 0-5 16</inkml:trace>
  <inkml:trace contextRef="#ctx0" brushRef="#br0" timeOffset="25002.655">32491 3930 1785 0,'0'0'79'0,"0"0"17"0,0 0-77 0,0 0-19 0,0 0 0 0,10 0 0 15,-10 0 0-15,0-6-9 0,11 3 1 0,-11 3 0 16,0 0 8-16,0 0 0 0,0 0 8 0,0 0-8 16,0 0 64-16,0 0 9 0,0 0 2 0,4 9 0 15,-4-9-3-15,7 10 0 0,-14-1 0 0,7-3 0 16,0 4-22-16,7-1-5 0,-7 1-1 0,-7 5 0 16,7-2-4-16,0 6-2 0,0-4 0 0,0 1 0 15,-4 3 1-15,4 0 0 0,4-1 0 0,-4 1 0 16,0 0-22-16,0 6-4 0,0 0-1 0,0 0 0 15,0-3-3-15,0 3-1 0,0-6 0 0,0 6 0 16,7 0-8-16,-4-3 8 0,-3 3-8 0,0-6 8 16,0 0-8-16,0 3 8 0,0-3-8 0,4-7 8 15,-8 7-8-15,4-3 0 0,0 3 0 0,0-10-11 16,0 7 11-16,0-1 16 0,-3-2-4 0,3-4-1 16,3 1-11-16,-3-1 0 0,-3-3 0 0,3-6 0 0,0 0-14 15,0 0-5-15,0 0-1 0,0 0 0 16,0 0-46-16,0 0-10 0,0 0-1 15,0 0-703-15,-7-9-140 0</inkml:trace>
  <inkml:trace contextRef="#ctx0" brushRef="#br0" timeOffset="25377.614">32191 4234 1324 0,'-14'-12'118'0,"3"6"-94"0,8 6-24 15,-4-7 0-15,7 7 74 0,0 0 10 0,-14 0 3 0,14 0 0 16,0 0-76-16,0 0-11 0,0 0-11 0,0 0 3 16,0 0 8-16,0 0 0 0,0 0 10 0,0 0-10 15,0 0 104-15,0 0 16 0,0 0 2 0,0 0 1 16,0 0-6-16,0 0-1 0,0 0 0 0,0 0 0 16,0 0-60-16,0 0-13 0,0 0-3 0,0 0 0 15,14-3 2-15,-4-3 0 0,1 3 0 0,3-4 0 16,-3 4 3-16,3-3 1 0,10 3 0 0,-2-3 0 15,2 6-31-15,1-3-7 0,10-4 0 0,-3 7-8 16,0 0 8-16,10 0-8 0,4-6 0 0,-4 3 0 16,4 3 0-16,-7 0 0 0,3 0 0 0,-6-6 0 15,-1 6 0-15,-7-4 0 0,-3 4 0 0,-1 0 0 16,1-6 0-16,0 6 0 0,-8 0 0 0,1 0 0 16,-4-3 0-16,7 3 0 0,-10 0 0 0,3-6 0 15,0 6-25-15,-3 0-6 16,6 0-1-16,-10-3 0 0,4 3-128 0,0 0-27 0,-11 0-5 0,0 0 0 15</inkml:trace>
  <inkml:trace contextRef="#ctx0" brushRef="#br0" timeOffset="37716.225">25686 5144 403 0,'0'0'17'0,"0"0"5"0,0 0-22 0,0 0 0 15,0 0 0-15,0 0 0 0,7-6 170 0,-7 6 30 16,0 0 5-16,7 0 2 0,-7 0-155 0,7-4-32 0,-7 4-5 15,0 0-2-15,7 0 37 0,-7 0 7 0,0 0 2 0,0 0 0 16,0 0 13-16,0 0 4 16,0 0 0-16,0 0 0 0,0 0-8 0,0 0-2 0,0 0 0 0,0 0 0 15,0 0-29-15,0 0-5 0,0 0-2 0,0 0 0 16,0 0-30-16,0 0 0 0,0 0 0 0,0 0 0 16,0 0 10-16,0 0 2 0,0 0 1 0,0 0 0 15,7 4-13-15,4 2 0 0,-4-6 0 0,-7 0 0 16,7 6 22-16,-7-6-2 0,10 3 0 0,-6 7 0 15,6-10 9-15,-3 6 2 0,-7-6 0 0,0 0 0 16,8 3-31-16,-1 3 0 0,3-3 0 0,-10-3 0 16,0 0 0-16,7 7 0 0,0-4-11 0,4 3 11 15,-8-3 0-15,-3-3 8 0,11 6 2 0,-4 1 0 16,0-4-10-16,4 6 0 0,-11-9 9 0,7 0-9 16,3 10 8-16,-3-4-8 0,0-3 8 0,0-3-8 15,-7 0 0-15,11 6 0 0,-11-6 0 0,7 10 8 16,-7-10-8-16,0 0 0 0,4 6 0 0,-4-6 8 0,0 0 1 15,7 9 1-15,-7-9 0 0,0 10 0 0,3-1 2 0,-3-9 0 16,0 10 0-16,0-10 0 0,-3 9-12 0,3 1 10 16,-4-1-10-16,4-9 10 0,-3 9-10 0,3-9 0 15,-4 10 0-15,4-1 0 0,-7 7 8 0,7-16-8 16,0 0 0-16,0 0 8 0,-3 6-8 0,3-6 12 16,-4 3-12-16,-3 7 12 0,3-4 0 0,-3-3 0 15,7-3 0-15,-3 9 0 0,3-9-12 0,-7 7 10 16,-4 2-10-16,4-6 10 0,0 4-10 0,0 2 0 15,-4-3 0-15,4 4 8 0,0-7-8 0,0 6 8 16,-3-3-8-16,3 4 8 0,0-1-8 0,0 1 0 0,-1-4-12 16,5-3 12-16,-1 6 0 0,1-2 0 0,-1 2 0 15,4-3 12-15,0-6-12 0,-3 4 0 0,3 5 0 16,-4 0 0-16,4-2 0 0,0-4 0 0,0-3 9 0,0 6-1 16,0 3-8-16,0-5 0 0,4 2 0 0,-1 3 0 15,-3 1 8-15,4-10 1 0,-1 9 0 0,-3-3 0 16,0-6 3-16,7 4 0 0,-3 2 0 0,0 3 0 15,3-3-4-15,-4-2 0 0,4 5 0 0,-3-3 0 16,3-3 12-16,0 4 3 0,-7-7 0 0,7 3 0 16,-4 3-23-16,4-3-20 0,-7-3 4 0,8 0 1 15,-8 0 15-15,10 6 0 0,-3-6 12 0,4 0-12 16,-11 0 13-16,7 0-4 0,0 4-1 0,-7-4 0 16,0 0 4-16,10 6 1 0,-3-6 0 0,-7 0 0 15,8 0-13-15,-8 0 0 0,10 0 0 0,-3 6 0 0,0-3 0 16,-7-3 11-16,0 0-11 0,7 0 10 0,-7 0-10 15,7 7 0-15,4-4 0 0,-11-3 0 0,0 0 0 0,0 0 0 16,7 0 0-16,-7 0 0 0,0 0 0 16,0 0 0-16,0 0 0 0,0 0 8 0,0 0-8 0,0 0 8 15,0 0-8-15,7 0 8 0,4 0-8 0,-11 0 8 16,0 0-8-16,0 0 8 0,0 0-8 0,0 0 10 16,0 0-10-16,0 0 10 0,0 0-10 0,0 0 8 15,0 0-8-15,0 0 8 0,0 0 0 0,0 0-8 16,0 0 12-16,0 0-4 0,0 0-8 0,0 0 10 15,0 0-10-15,0 0 10 0,0 0-10 0,0 0 0 16,0 0 0-16,0 0 0 0,0 0 10 0,0 0 6 16,0 0 2-16,0 0 0 0,0 0-29 0,0 0-5 15,0 0-2-15,0 0 0 0,0 0 18 0,0 0 0 0,0 0 0 16,0 0 0-16,0 0 14 0,0 0 0 0,0 0 0 0,0 0 0 16,0 0-14-16,0 0-15 0,0 0 3 0,0 0 1 15,0 0 19-15,0 0 4 0,0 0 1 0,0 0 0 16,0 0-13-16,0 0-16 0,0 0 3 0,0 0 1 15,0 0 12-15,0 0 0 0,-7 9 0 0,0-3 0 16,-1-2 12-16,8-4-2 0,0 0 0 0,-7 6 0 16,0-3-10-16,0 3-9 0,0-6 9 0,0 0-13 15,0 10 13-15,-3-10 0 0,-1 9 0 0,4-9 0 16,0 9 0-16,-4-9 0 0,1 7 0 0,3-4 0 16,0-3 0-16,0 6 0 0,-1-3 0 0,1 4 0 15,0-7 0-15,0 9 0 0,-3-9 0 0,6 9 0 16,-3-2 0-16,0-4 0 0,0-3 0 0,0 9 0 15,3-3 0-15,-3-2 0 0,7-4 0 0,-3 9 0 0,-1-3 0 16,1 4 0-16,3-10 12 0,0 0-12 0,0 0 0 0,-4 6 0 16,4-6 0-16,0 9 0 0,0-9 8 0,0 3-8 15,0-3 0-15,0 0 0 0,0 10 0 0,0-10 0 16,7 9-13-16,-3-2 5 0,-1 2 8 0,1 0 9 16,-4-9-1-16,3 7-8 0,-3-7 0 0,0 0 0 15,7 9 0-15,-3-6 0 0,0 7 0 0,-1-4 0 16,1-3 0-16,-4-3-12 0,3 13 12 0,4-10 0 15,-7 6 0-15,4 0 0 0,-4-2 0 0,3 2 0 16,1-6 12-16,-1 7-12 0,-3-4 0 0,4 3 0 16,-1 1 0-16,1-4 0 0,-1-3 0 0,1 7 0 15,-1-4 0-15,1 3 0 0,0-2 12 0,-1-4-4 0,1 6 0 16,-1 1-8-16,1-4 0 0,-1 3 0 0,1-6 0 16,-1 7 0-16,1 5 0 0,-1-5 0 0,1-1 0 15,-1 1 0-15,-3-4 8 0,4 3-8 0,-1 1 0 0,-3-1 0 16,0 1 0-16,0-1 8 0,0 0-8 0,4-2 0 15,-4 2 8-15,0 0-8 0,0 1 0 0,0-4 0 16,0 4 8-16,-4-7-8 0,4-3 0 0,0 9 0 16,0-3 10-16,0-6-10 0,-3 10 8 0,-1-1-8 15,1 1 10-15,3-10-10 0,-4 9 12 0,1-3-12 16,-4-3 12-16,3 7-4 0,-3-4 0 0,4 3-8 16,-4-2 0-16,-1-4 0 0,1 6 0 0,4-2 0 15,-4-4 15-15,0 3-1 0,0-6 0 0,-4 3 0 16,4 3-6-16,-4 1-8 0,4-4 11 0,-3-3-11 0,-1 9 12 15,1-9-12-15,-4 0 12 0,3 0-12 16,-3 6 8-16,0-6-8 0,0 4 0 0,3-4 0 0,-3 0 16 16,3 0-4-16,-3 0-1 0,4 0 0 0,-1 0-11 15,4 0-9-15,-4 0 9 0,11 0-13 0,0 0 3 0,0 0 1 16,0 0 0-16,0 0 0 16,0 0-112-16,0 0-23 0,8 0-4 0,2-4-1100 15</inkml:trace>
  <inkml:trace contextRef="#ctx0" brushRef="#br1" timeOffset="56853.459">27453 3877 817 0,'0'0'36'0,"0"0"8"0,0 0-36 0,0 0-8 15,0 0 0-15,0 0 0 0,0 0 37 0,0 0 6 16,0 0 1-16,7-3 0 0,-7 3 7 0,4-6 1 16,3-1 1-16,0 4 0 0,-7 3 15 0,3-6 2 15,4 6 1-15,-3-3 0 0,3 3-11 0,-7 0-3 16,0 0 0-16,0 0 0 0,0 0-2 0,0 0-1 16,0 0 0-16,0 0 0 0,0 0-18 0,0 0-4 15,0 0-1-15,0 0 0 0,0 0-7 0,0 0-2 16,0 0 0-16,-3 3 0 0,3 6 10 0,-4-2 1 15,0 2 1-15,1 7 0 0,-4-4-4 0,3-2-1 0,1 5 0 16,-4 4 0-16,3 0-2 0,-3 6-1 16,0 0 0-16,-3-3 0 0,2 9 2 0,-2 4 0 0,-4-4 0 15,3 13 0-15,1-9-4 0,-4 2-1 0,-1-2 0 16,1 2 0-16,0-2-6 0,-3-1-1 0,-1 1 0 0,0-7 0 16,4 7 20-16,-3-7 3 0,2-3 1 0,1 0 0 15,0-3-28-15,0 3-4 0,0 0-8 0,3-6 11 16,4 0-11-16,0-1 12 0,0-2-12 0,-3 3 12 15,-1 0-12-15,0-4 10 0,4-2-10 0,-3-4 10 16,-1 7-10-16,1-6 0 0,3 5-10 0,-4-5 10 16,4-1-9-16,0 0 9 0,0 1-8 0,3-1 8 15,1-2-14-15,-1-4 2 0,1 3 1 0,3-6 0 16,0 0-19-16,0 0-4 0,0 0-1 16,0 0 0-16,0 0-21 0,0 0-5 15,0 0-1-15,0 0 0 0,0 0-120 0,3-6-24 0</inkml:trace>
  <inkml:trace contextRef="#ctx0" brushRef="#br1" timeOffset="57543.364">27598 4429 900 0,'0'0'40'0,"0"0"8"0,0 0-39 0,0 0-9 15,0 0 0-15,0 0 0 0,7 0 76 0,-7 0 12 16,0 0 4-16,0 0 0 0,0 0-1 0,0 0 0 0,0 0 0 0,0 3 0 15,-7 3-11-15,3 4-3 0,4-4 0 0,-3 3 0 16,-4 1-13-16,0-1-4 0,0 1 0 16,3-1 0-16,-3 0-17 0,3 7-4 15,-3-7-1-15,0 4 0 0,4-4-7 0,-1 4-2 0,1-1 0 0,-4-2 0 16,3 6-12-16,1-7-2 0,-4 7-1 0,3-4 0 16,-3-2-6-16,4-1-8 0,-5 7 11 0,5-1-11 15,-4-2 9-15,3-4-9 0,-3 1 0 0,4-4 9 16,-4 3-9-16,3 1 0 0,1-4 0 0,3-6 0 15,0 0 0-15,0 0-16 0,0 0 3 0,0 0 0 16,0 0-44 0,0 0-9-16,0 0-2 0,0-9-582 0,3-7-117 0</inkml:trace>
  <inkml:trace contextRef="#ctx0" brushRef="#br1" timeOffset="57791.136">27732 4222 345 0,'0'0'15'0,"0"0"4"0,0 0-19 0,0 0 0 16,0 0 0-16,0 0 0 0,0 0 275 0,0 0 51 16,0 0 10-16,0 0 3 0,0 0-215 0,0 0-42 15,0 0-9-15,0 0-1 0,0 0-48 0,0 0-8 16,0 0-3-16,0 0 0 0,0 0-2 0,0 0-1 15,0 0 0-15,0 0 0 0,0 0-10 0,0 0-14 16,0 0 3-16,0 0 1 16,0 0-162-16,0 0-32 0,0 0-6 0,-4 12-2 0</inkml:trace>
  <inkml:trace contextRef="#ctx0" brushRef="#br1" timeOffset="58606.028">28014 4297 1148 0,'0'0'51'0,"0"0"10"0,0 0-49 0,0 0-12 16,0 0 0-16,0 0 0 0,0 0 51 0,0 0 7 15,0 0 2-15,0 0 0 0,0 0-29 0,0 0-6 16,0 0-1-16,0 0 0 0,0 0 16 0,7-9 4 16,0 6 0-16,-7 3 0 0,7-7-11 0,-3 7-1 15,-4 0-1-15,0 0 0 0,7-6-3 0,-7 6 0 16,0 0 0-16,0 0 0 0,0 0 1 0,0 0 0 16,0 0 0-16,0 0 0 0,0 0-6 0,0 0-2 15,0 0 0-15,0 0 0 0,0 0 10 0,0 0 1 16,-7 6 1-16,0 4 0 0,3-1-8 0,-6-3-1 15,3-2-1-15,-4 2 0 0,0-3-1 0,1 6 0 16,-1-2 0-16,-3-1 0 0,4-3-14 0,-1 6-8 16,-3-2 10-16,3-4-10 0,-3 6 12 0,4 1-3 0,-1-10-1 15,4 6 0-15,-4 3-8 0,1-9 8 16,-1 10-8-16,1-1 8 0,3-3-8 0,-4-2 0 0,4 2 0 0,0-3 0 16,3 6 0-16,-3-2 0 0,0 2 0 0,7-3 0 15,0-6 0-15,0 0 0 0,-3 3 0 0,3-3 0 16,0 0 0-16,0 0 0 0,0 0 0 0,0 10 0 15,0-10 11-15,0 0-3 0,0 0-8 0,3 6 12 16,-3-3 0-16,11 4 0 0,-11-7 0 0,10 3 0 16,-3-3 4-16,8 0 1 0,-5 0 0 0,1 6 0 15,3-6-17-15,-4 0 0 0,1 0 0 0,0 3 0 16,3 3 0-16,-4-6 0 0,1 7 0 0,3-4 0 16,-3 3 0-16,-4-3 0 0,3 3 0 0,-3-2 0 15,4 5-9-15,-1-9-6 0,-3 6-1 0,4 4 0 16,0-4 16-16,-4 3 0 0,3-6 0 0,-3 7 0 15,4-1 0-15,-1-2 0 0,1 2 0 0,0-6 0 0,-1 10 0 0,-3-4 0 16,4 0 0-16,-4 1 0 0,0-1 11 0,0 1 5 16,0-1 0-16,-3 7 1 0,3-7-17 0,-4 1 0 15,-3-1 0-15,-3 0 0 0,3 1 8 0,0 5-8 16,0-5 0-16,0-1 0 0,-4 1 8 0,1-1-8 16,-4-3 12-16,3-2-12 0,1 5 20 0,-1-3-4 15,0-3 0-15,1 7 0 0,-4-10 1 0,3 6 0 16,-3-3 0-16,4 3 0 0,-8-6-9 0,1 0-8 15,3 7 12-15,-4-4-12 0,0-3 9 0,-3 0-9 16,4 0 0-16,-1 0 9 0,-3 0 4 0,0 0 1 0,0 0 0 16,0-3 0-16,0 3-26 0,-1-7-6 0,5 7-1 15,-4-6 0-15,3 3-4 0,1 3-1 16,-1-6 0-16,0 3 0 16,4-4-34-16,0 4-7 0,7 3-2 0,-3-6 0 15,-1-3-91-15,4-1-18 0,4 7-4 0,-1-10-397 0,1 4-79 0</inkml:trace>
  <inkml:trace contextRef="#ctx0" brushRef="#br1" timeOffset="59238.445">28540 4128 1148 0,'0'0'25'0,"0"0"6"0,0 0 1 0,0 0 0 0,0 0-32 0,0 0 0 15,0 0 0-15,0 0 0 0,0 0 73 0,0 0 9 0,0 0 2 0,0 0 0 16,0 0 8-16,0 0 3 0,3-10 0 16,-3 10 0-16,0 0-24 0,0 0-5 0,0 0-1 0,0 0 0 15,0 0-33-15,0 0-6 0,0 0-2 0,0 0 0 16,0 0 13-16,0 0 3 0,0 0 0 0,0 0 0 15,0 0-26-15,0 0-5 0,0 10-1 0,4-1 0 16,-4 7 3-16,-4 3 0 0,4-1 0 0,-3 1 0 16,3-3 1-16,-4 9 1 0,1-6 0 0,-1 6 0 15,-6-3 15-15,10 0 4 0,-4 0 0 0,1-3 0 16,-1 6-7-16,4 0-1 0,-4-6 0 0,4-1 0 16,-3 1-12-16,-1 6-4 0,1-6 0 0,3 0 0 15,-4 3-8-15,1-3 0 0,3-7 0 0,-4 4 0 16,4 3 28-16,0-4 3 0,-3 4 1 0,-1 0 0 15,4-3-32-15,-3-4 0 0,3 4 0 0,-4-7 0 16,4 7 0-16,0-3 0 0,0 2 0 0,-3-5 0 0,3-1 0 16,0 1 0-16,0-1 0 0,0 0 0 0,0 1 0 0,-7-4 0 15,7-6 0-15,0 0 0 16,0 0-28-16,0 0-11 0,0 0-2 16,0 0-1-16,0 0-19 0,0 0-4 0,0 0-1 0,0 0 0 15,0 0-162-15,0 0-32 0,-4-19-6 0,1 4-2 16</inkml:trace>
  <inkml:trace contextRef="#ctx0" brushRef="#br1" timeOffset="59613.693">28289 4410 345 0,'0'0'31'0,"0"0"-31"0,0 0 0 0,-10 3 0 15,-1-3 175-15,1 6 29 0,10-6 5 0,0 0 2 16,-8 0-90-16,8 0-17 0,-7-6-4 0,7 6-1 16,0 0-12-16,0 0-3 0,0 0 0 0,0 0 0 15,0 0-10-15,0 0-2 0,0 0-1 0,4 0 0 16,7 0-32-16,-1 0-7 0,1 0 0 0,3 0-1 0,0 0 21 15,7 0 5-15,0 0 1 0,0 0 0 16,4-3-39-16,-4 3-8 0,0 0-2 0,1 0 0 16,6 0 19-16,-3-6 3 0,-1 6 1 0,4 0 0 0,1-3-32 15,-5-4-21-15,5 7 3 0,-1 0 1 0,-4 0 17 0,5-6 0 16,-5 3 0-16,-2 3 9 0,-1 0-25 0,-4 0-6 16,1 0-1-16,-4 0 0 15,-3-6-53-15,3 6-10 0,-4 0-2 0,1-3-557 16,-4-4-111-16</inkml:trace>
  <inkml:trace contextRef="#ctx0" brushRef="#br1" timeOffset="66368.955">29425 4115 403 0,'0'0'36'0,"0"0"-36"16,0 0 0-16,0 0 0 0,0 0 129 0,0 0 19 15,0 0 4-15,0 0 1 0,0 0-31 0,0 0-6 16,0 0-2-16,0 0 0 0,0 0-48 0,0 0-10 16,0 0-1-16,0 0-1 0,0 0 10 0,0 0 1 15,0 0 1-15,0 0 0 0,0 0-18 0,0 0-3 16,0 0-1-16,0 0 0 0,0 0-8 0,0 0-1 16,0 0-1-16,0 0 0 0,0 0-9 0,0 3-1 15,-7 7-1-15,7-1 0 0,-3 1 3 0,-4-1 1 16,7 7 0-16,0-7 0 0,-4 10-17 0,1-3-10 15,3 2 12-15,-4 1-12 0,4 6 17 0,-4-6-3 0,4 0-1 16,-3 6 0-16,-4-6-13 0,7 0 0 0,-4 6 0 16,1-6 0-16,3-1 0 0,-4 7 0 0,1-6 0 15,-1-3 9-15,4 3-9 0,-7 6 0 0,7-13 0 0,-3 4 0 16,-1 0 8-16,1-4-8 0,3-2 8 0,0-1-8 16,-4 7-17-1,4-10-9-15,0-6-2 0,0 9 0 0,0-9-96 16,0 0-20-16,0 0-4 0,0 0-429 0,0 0-86 0</inkml:trace>
  <inkml:trace contextRef="#ctx0" brushRef="#br1" timeOffset="66902.231">29647 4234 115 0,'0'0'10'0,"0"0"-10"0,0 0 0 0,0 0 0 15,0 0 176-15,0 0 34 0,0 0 6 0,0 0 2 16,0 0-131-16,0 0-27 0,-3 7-4 0,3-7-2 16,-4 9 17-16,4-9 3 0,-3 3 1 0,-1 3 0 15,-6 4-11-15,10-7-1 0,-7 3-1 0,0 4 0 16,-4-1-7-16,0-3-2 0,8 4 0 0,-4-7 0 15,-7 6 11-15,7 4 3 0,-4-4 0 0,1 1 0 16,-5-1-3-16,-2 1 0 0,-1-1 0 0,-3 7 0 16,0-4-24-16,-4 4-4 0,-10-4-2 0,3 4 0 15,4 3 2-15,-4 0 0 0,4-4 0 0,-4 4 0 0,4-3-23 16,3-7-4-16,4 1-1 0,0 5 0 0,3-5-8 16,1-7 12-16,-1 3-12 0,7-3 12 0,-3 7-12 0,7-10 0 15,0 0 0-15,0 6 0 16,4-6-21-16,3 0-10 0,-11-6-1 0,11 3-1 15,0 3-107-15,0-7-22 0,0-2-4 0,0-1-456 16,7 1-91-16</inkml:trace>
  <inkml:trace contextRef="#ctx0" brushRef="#br1" timeOffset="67306.653">29069 4244 885 0,'0'0'39'0,"0"0"9"0,0 0-39 0,0 0-9 0,0 0 0 0,0 0 0 16,-11 6 76-16,11-6 12 0,0 0 4 0,0 0 0 15,0 0 4-15,0 0 0 0,0 0 1 0,0 0 0 16,0 0-26-16,0 0-6 0,0 0-1 0,0 3 0 15,0-3 0-15,0 0 0 0,0 0 0 0,0 0 0 16,0 10-20-16,0-10-5 0,0 0-1 0,0 9 0 16,7-3 12-16,0 4 2 0,-3-1 1 0,3-3 0 15,0 4-7-15,4-7-2 0,-1 13 0 0,8-7 0 16,-4 0-16-16,7 7-4 0,0-3-1 0,-3 2 0 0,10-5 7 16,-7 9 2-16,4-10 0 0,3 7 0 0,-3-1-24 15,0-2-8-15,-1-4 0 0,5 1 0 0,-8-1 0 0,0 7 0 16,-3-7 0-16,6-3 0 0,-13-2 0 0,10 5 0 15,-7-3 0-15,-3-3 0 0,3 4 0 0,-4-7 0 16,-3 9 0-16,0-9 0 16,4 0-30-16,-11 6-12 0,0-6-2 0,0 0-1 15,0 0-133-15,0 0-26 0,0 0-6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16T11:27:44.84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16986 14648 730 0,'-7'0'32'0,"7"0"8"0,-7 0-32 0,7 0-8 0,0 0 0 0,-3 0 0 16,-1 0 44-16,1-3 7 0,3 3 1 0,-4 0 1 16,-3-6-25-16,3 6-6 0,4 0-1 0,0 0 0 15,0 0-21-15,-3 0 8 0,-4-9-8 0,7 9 0 16,0 0 0-16,0 0 0 0,-7 0 0 0,0 0-8 15,3 0 64-15,4 0 14 0,0 0 2 0,-3 0 1 16,3 0-5-16,0 0 0 0,0 0-1 0,0 0 0 16,-11 0-9-16,11 0-2 0,0 0 0 0,0 0 0 15,0 0-17-15,0 0-4 0,0 0-1 0,0 0 0 16,0 0-13-16,0 0-2 0,-3 0-1 0,3 0 0 16,0 0-5-16,0 0-1 0,-7 0 0 0,3 0 0 15,4 0 11-15,0 0 1 0,-7 9 1 0,0-9 0 16,0 9-25-16,0-9 0 0,-4 10 0 0,4-4 0 15,-3-3 17-15,3 3-1 0,-1-2-1 0,1 5 0 16,0-3 27-16,-3 4 6 0,3-1 0 0,0 1 1 16,0-4-28-16,3 3-5 0,-3 1-2 0,3-1 0 15,-3 0-14-15,0 1 8 0,4-1-8 0,-1 1 0 0,-3-1 8 16,0 7-8-16,4-7 0 0,-4 1 0 0,0-1 0 0,0 0 0 16,-1 7 0-16,1-7 0 0,0 1 8 0,0 6-8 15,0-7 0-15,0 0 0 0,0 1 0 0,0-1 8 16,0 7-8-16,0-7 0 0,3 1 0 0,-3-1 11 15,-3 0-11-15,6 1 10 0,-3-1-10 0,0 1 8 16,0-4-8-16,0 3 8 0,0 1-8 0,0 5 0 16,0-5 0-16,-4-1 8 0,8 1-8 0,-4 5 0 15,0-2 0-15,0-4 0 0,-4 1 0 0,4 5 0 16,-4-5 0-16,1 5 0 0,-1-2 0 0,1 3 0 16,-1-7 0-16,0 10 0 0,-3-3 0 0,4-4 0 0,-4 4 0 15,0-7 0-15,6 7 0 0,-6-4 0 0,0 4 11 0,0 0-11 16,-3-4 0-16,-1 4 0 0,4-7 0 0,-4 10 0 15,0-3 0-15,4-4 11 0,-3-2-3 16,3 6-8-16,0-7 13 0,-4 7-4 0,4-7-1 0,3 7 0 16,-3-4-8-16,0-2 10 0,0-1-10 0,3 1 10 15,1-1-10-15,-4 7 0 0,3-7 0 0,-3 0 0 16,3 1 0-16,-3-1 0 0,0 4 0 0,0-4 0 16,0 1 0-16,0-1 0 0,-4 0 0 0,4 1 0 15,-4-1 0-15,1 7 8 0,3-7-8 0,-1 1 0 16,-2-1 9-16,-1 1-9 0,4 5 10 0,-4-5-10 15,4 2 13-15,0-2-3 0,0 5-1 0,-4-5 0 16,8-1 1-16,3 7 0 0,-7-7 0 0,3 7 0 16,1-7-10-16,-1 4 0 0,0-4 0 0,1 1 0 0,-1 5 0 15,4-5 0-15,-3-1 0 0,3 0 0 0,-4 1 0 0,4-4 0 16,-4 4 0-16,4-1 0 0,0 0 0 0,-3 1 0 16,-1-1 0-16,4 1 0 0,0-4 8 0,-4-6-8 15,4 9 0-15,-3-2 8 0,3-4 2 0,0 6 0 16,0-3 0-16,-4-2 0 0,4 2 0 0,0-3 0 15,0 3 0-15,0-6 0 0,0 10-10 0,0-10 0 16,3 9 0-16,1-3 8 0,-4-3-8 0,3 4 0 16,-3-4 0-16,3 3 0 0,-3-3 0 0,4 7 0 15,-4-4 0-15,3-6 0 0,-3 9 0 0,4-2 0 16,-4-4 0-16,0 3 0 0,3-3 0 0,-3 3-12 16,0-2 2-16,3 2 1 0,-3-3 17 0,0 3 4 15,4 4 1-15,-4-10 0 0,3 9-13 0,-3-3 8 0,0-3-8 16,0 4 0-16,3-4 19 0,-3 3-3 0,4-3 0 0,-1 4 0 15,4-7-16-15,-7 3-11 0,-3 3 2 0,3 3 0 16,3 1 9-16,1-4 0 0,-4-3 0 0,-1 7 0 16,-2-4 0-16,3-3 0 0,0 6 0 0,0-2 0 15,-4 2 0-15,4 0 0 0,-3 1 0 0,2-1 0 16,-2 1 0-16,3-4 0 0,-4 3 0 0,4 1 0 16,-3-1 0-16,3 1 0 0,-8-1 0 0,8-9 0 15,-3 9 10-15,-1-2-2 0,4 2-8 0,-3 0 12 16,-1 1 4-16,4-4 1 0,0-3 0 0,-4 4 0 15,8 2-5-15,-4-6-2 0,0 3 0 0,0 4 0 16,0-1-10-16,3-3 0 0,-3-2 0 0,3 2 0 0,-3-3 0 16,0 3 0-16,4 4 8 0,-4-1-8 15,3-3 0-15,1-2 0 0,-4 5 0 0,3-3 0 0,-3-3 0 16,0 4 0-16,0 2 0 0,-4-9 0 0,4 9 0 16,0-2 0-16,0-4 0 0,0 6 0 0,0-9 8 0,0 10-8 15,7-10 0-15,-7 6 8 0,0-3-8 0,0 3 8 16,0 4-8-16,-4-10 8 0,8 9-8 0,-4 1 0 15,0-4 9-15,0-3-9 0,-1 6 0 0,-2-2 0 16,3-4 0-16,-4 3 0 0,4 3 0 0,4 1 0 16,-4-4 0-16,0 4 0 0,-4-7 0 0,4 6 0 15,0-3 0-15,-4 4 0 0,4-1 0 0,-3-3 0 16,3-2 0-16,0 5 0 0,-4-3 0 0,4-3 0 16,3 4 0-16,-3 2 0 0,4 0 0 0,-1-9 0 0,-3 10 0 15,0-10 0-15,7 0 0 0,-3 9 0 0,-1-2 0 16,-3-4 0-16,7-3 0 0,-4 6 0 0,-3-3 0 15,4 3 0-15,-4 4 0 0,0-10 8 0,7 0-8 16,-4 9 0-16,-3-3 0 0,0-2 0 0,0 2 0 16,0-3 0-16,0 3 0 0,0-3 0 0,3 4 0 0,-3-4 0 15,0 3 0-15,4 0 0 0,-4-3 0 0,7-3 0 16,0 0 0-16,-7 0 0 0,3 0 0 0,-3 7 8 16,7-7-8-16,0 0 0 0,0 0 8 0,0 0-8 15,-7 0 11-15,7 0-3 0,0 0 0 0,0 0 0 16,0 0 2-16,0 0 0 0,0 0 0 0,0 0 0 15,0 0-10-15,0 0 0 0,0 0 9 0,0 0-9 16,0 0 0-16,0 0 0 0,0 0 0 0,0 0 0 16,0 0 0-16,0 0 0 0,0 0 0 0,0 0-8 15,0 0 8-15,11 3 0 0,-4 3 0 0,-7-6 0 0,10 3 0 16,-3-3 0-16,4 7 0 0,-4-7 0 0,4 0 0 0,-4 0 0 16,3 0 0-16,1 0 0 15,-1 0 0-15,1 0 0 0,-1 3 8 0,1-3-8 0,3 6 0 16,0-3 0-16,-3-3 0 0,3 0 8 0,-3 6-8 0,3-6 0 15,0 4 8-15,3 2-8 0,-2-6 0 0,-1 0 0 16,3 9 0-16,1-9 0 0,0 0 0 0,-4 6 0 16,3-6 0-16,1 4 0 0,3-4 8 0,-3 0-8 15,3 0 8-15,0 0-8 0,0 0 8 0,0 0-8 16,-3 0 10-16,3 0-10 0,0 0 12 0,4-4-3 16,0-2-1-16,-4 6 0 0,4 0-8 0,-4 0 0 15,7-9 0-15,-3 9 0 0,-1 0 0 0,1 0 0 16,-4 0 0-16,4 0 0 0,0 9 0 0,-4-9 0 0,4 6 0 15,-4-2 0-15,0-4 0 0,4 6 0 0,-8-6 0 0,4 0 0 16,4 3 0-16,-4-3 0 0,-3 0 8 0,3 0-8 16,4 0 0-16,-4 0 0 0,0 0 0 0,0 0 0 15,0 0 0-15,1 0 8 0,-1 0-8 0,0 6 0 16,4-6 0-16,-4 0 0 0,0 0 0 0,4 0 0 16,-1 3 0-16,-3-3 0 0,4 0 8 0,-4 0-8 15,1 7 0-15,-1-7 0 0,-4 3 0 0,4 3 8 16,1-6-8-16,-1 0 0 0,0 6 0 0,-3-2 0 15,3-4 0-15,0 6 0 0,-3-3 9 0,6-3-1 16,-3 0-8-16,1 6 0 0,2-3 0 0,-3-3 8 16,4 7-8-16,-4-7-12 0,4 0 4 0,3 3 0 15,-3 3 8-15,3-3 0 0,-3-3 0 0,0 0 0 16,3 0 0-16,-4 0 0 0,-2 0 0 0,2 6 0 0,-2-2 0 16,2-4 0-16,-3 6 0 0,1-6 0 0,-1 0 8 15,0 0 4-15,4 0 1 0,-4 9 0 0,0-9-13 0,4 0-15 16,-1 10 3-16,1-10 1 0,0 0 11 0,-1 6 0 15,5-3 0-15,-5-3 0 0,1 6 21 0,0-6 7 16,-1 3 0-16,-2-3 1 0,-1 7-29 0,0-7 0 16,0 0 0-16,0 0 0 0,-3 3 0 0,-1 3 0 15,1-6 0-15,3 0 0 0,-7 0 0 0,8 0-18 16,-5 6 2-16,1-2 1 0,3-4 25 0,-3 0 5 16,3 6 1-16,4-3 0 0,-4-3-16 0,0 0 0 15,0 6 0-15,4-6 0 0,-4 3 0 0,0-3 0 0,-3 7 0 16,3-7 0-16,0 3 0 0,4-3 0 0,-8 0 0 15,5 6 0-15,-5-3 0 0,4-3 0 0,0 0 0 16,1 0 0-16,-8 0 0 0,3 0 0 0,5 0 0 0,-1 6 0 16,-4-6 0-16,5 4-18 0,-5 2 2 15,4-6 1-15,1 0 25 0,-1 0 5 0,3 0 1 0,-2 0 0 16,-1 0-16-16,0 0 0 0,-3 0 0 0,-1 0 0 16,4 0 0-16,0 0 0 0,1 9 0 0,-5-9 0 15,1 7 0-15,3-7 0 0,-7 3 0 0,7-3 0 16,-7 0 0-16,4 0 0 0,0 6 0 0,-4-3 0 15,4-3 0-15,-1 0 0 0,1 0 0 0,-4 6 0 16,4-6 0-16,-4 3 0 0,0-3 0 0,3 0 0 16,1 0-10-16,-4 7-2 0,0-7 0 0,4 0 0 15,0 0 20-15,-1 3 3 0,-3-3 1 0,0 6 0 16,1-6-12-16,-1 0 0 0,3 0 0 0,1 0 0 0,-8 0 0 16,5 0 0-16,-1 6 0 0,-4-2 0 0,8 2 0 15,-7-3 0-15,3-3 0 0,0 0 0 0,0 6 0 16,3-6 0-16,-2-6 0 0,2 6 0 0,-3 6 0 15,4-6 0-15,-4-6 0 0,0 6 0 0,4 0 0 0,-4 0 0 16,4 0 0-16,-4 0 0 0,-4-3 0 0,8 3-14 16,-4 3 5-16,-3-3 1 0,3 0 8 0,0 0 11 15,-4 6-3-15,1-6 0 0,3 0-8 0,-3 3-11 16,-4-3 3-16,3 7 0 0,1-7 8 0,0 0 12 16,-1 0-2-16,-3 0-1 0,7 0-9 0,-3 0 0 15,-4 3 0-15,0-3 0 0,4 0 0 0,-4 6 0 16,3-3 0-16,1-3 0 0,-11 0 0 0,7 0-11 15,0 0 3-15,0 0 0 0,4 0 8 0,-11 0 12 0,0 0-2 0,7 6-1 16,3-2-9-16,-3 2 0 0,-7-6 0 16,0 0 0-16,11 0 0 0,-11 0 0 0,0 0 0 15,0 0 0-15,0 0 0 0,7 0 0 0,0 0 0 0,-7 0 0 16,0 0 0-16,0 0 0 0,7 9 0 0,-7-9 0 16,0 0 0-16,7-9 0 0,-7 9 0 0,7 0 0 15,4 0 0-15,-11 0 0 0,0 0-8 0,7-6 8 16,0 2 0-16,0-2 0 0,-7 6 0 0,7 0 0 15,-4-9 0-15,4 6 8 0,-3-4-8 0,3-2 0 16,-7 0 9-16,4 5-9 0,3-8 10 0,-4 2-10 16,1 1 10-16,3 0-10 0,-4-1 10 0,1-5-10 15,-1 5 9-15,4-2-9 0,-3-4 8 0,3 3-8 16,0-2 8-16,-3-1-8 0,3-3 0 0,0 4 8 16,0 2-8-16,0-3 0 0,0-2 9 0,-4-1-9 0,1 3 0 15,3-3 8-15,0-6-8 0,0 13 0 0,0-7 0 0,0-3 0 16,0 3 0-16,4 0 0 0,-4-6 0 0,0 13 0 15,0-14 0-15,0 8 8 0,0-1-8 0,4-6 0 16,-4 9 0-16,0-3 0 0,0 0 0 0,0-6 0 16,3 7 0-16,-2-1 8 0,-1-6-8 0,0 6 0 15,3-6 0-15,-3 6 0 0,0-9 0 0,4 12 0 16,-4-6 0-16,-4-3 0 0,5 0 0 0,-5 6 0 16,4-6 0-16,4 3 8 0,-4-3-8 0,0 6 0 15,0-6 0-15,3 6 0 0,-2 0 0 0,2-6 0 16,-6 7 0-16,-1-1 8 0,4 3-8 0,4-3 0 15,-4 0 0-15,0 1 0 0,-4-4 0 0,1 3 0 0,3 0 0 16,-3 0 0-16,-1 4 0 0,4-4 0 0,0 0 0 16,-3 3 0-16,3-3 0 0,0 1 0 0,0-1 0 15,0 0 0-15,4-3 0 0,-4 3 0 0,3 0 0 0,-3 1-8 16,4-1 8-16,-4-6 0 0,0 9 0 0,3-3 0 16,-2 0 0-16,-1 1 0 0,3 2 0 0,-3-3 0 15,0 0 0-15,-3 4 0 0,6-4 0 0,-3 0 0 16,1 0 0-16,-1 3 0 0,0-2 0 0,0-1 8 15,3 3-8-15,-3-3 11 0,0 0-11 0,0 4 12 16,4 2-12-16,-4-6 0 0,4-3 0 0,-1 4 8 16,-3 5-8-16,0-9 0 0,4 3 0 0,0 1 0 15,-1 2 0-15,-3-3 0 0,4 7 0 0,-1-7 0 16,1 3 0-16,-1-3 0 0,1 4 0 0,0-4 0 16,-4 3 0-16,3 3 0 0,-3-5 0 0,4 2 0 0,0 0 0 15,-4 4 0-15,0-4-12 0,0 0 12 0,3 7 0 16,-3-4 0-16,0-2 14 0,0 5-4 0,0-5-10 0,1 5-14 15,-5 1 3-15,1-4 1 0,3 1 18 0,-4 2 4 16,4 1 1-16,0 0 0 0,0-1-13 0,-3-2 0 16,3-1 0-16,0 4 0 0,-3-1 0 0,3 1 0 15,-4-1 0-15,4-5 0 0,-3 5 0 0,3 1 0 16,-4 0 0-16,1-1 0 0,-1 1 8 0,4-1 0 16,-3 1-8-16,-1 3 12 0,4-4-12 0,-3 1 0 15,3-1 0-15,-3 7 0 0,3-9 0 0,-4 2 0 16,1 7 0-16,-1-3 0 0,1-3 0 0,3-1 0 15,0 7-8-15,0-3 8 0,-4-4 0 0,5 1-8 0,-1 3 8 16,0 2 0-16,-4-5 0 0,1 3 0 0,3-4 0 16,-4 7 0-16,4-3 0 0,-3-3 0 0,3 2 0 0,-4 4 0 15,1-3 8-15,3-4-8 0,-3 7 0 0,3-3 0 16,-4-3 0-16,1 6 0 0,3-4 0 0,0 1 0 16,-4 3 0-16,4-3 0 0,0 6 0 0,-3-4 0 15,3-2 0-15,-3 3 0 0,-4 3 0 0,3-6 0 16,1 3 0-16,-4 3 0 0,3-7 0 0,-3 7 0 15,0 0 0-15,7-3 0 0,-3-3 0 0,-4 6 0 16,0 0 0-16,0 0 8 0,3-6-8 0,-3 6 0 16,0 0 0-16,7-3 0 0,-3-4 0 0,-4 7 0 15,0 0 0-15,0 0 0 0,0 0 0 0,7-9 0 16,-7 9 0-16,0 0 0 0,0 0 0 0,0 0 0 16,0 0 0-16,0 0 0 0,0 0 0 0,0 0 0 15,0 0 0-15,0 0 0 0,0 0 0 0,0 0 0 16,0 0 0-16,0 0 0 0,0 0 0 0,0 0 0 0,0 0 0 15,0 0 0-15,3-3 0 0,-3 3 0 0,0 0 0 0,0 0 0 16,0 0 0-16,0 0 0 0,0 0 0 0,0 0 0 16,0 0 0-16,0 0 0 0,0 0 0 0,0-7 0 15,0 7 0-15,0 0 0 0,0 0 0 0,0 0 0 16,0 0 0-16,0 0 0 0,0 0 0 0,0 0 0 16,0 0-8-16,0 0 8 0,0 0-12 0,0 0 4 15,0 0 8-15,0 0-13 16,0-9-17-16,0 9-3 0,0 0-1 0,0 0 0 15,4-3-139-15,-4-3-28 0,3-4-6 0</inkml:trace>
  <inkml:trace contextRef="#ctx0" brushRef="#br0" timeOffset="4574.162">16972 14557 288 0,'0'0'25'0,"0"0"-25"15,-7 4 0-15,0-4 0 0,7 0 99 0,0 0 14 16,-7 6 3-16,0-3 1 0,0 3-28 0,7-6-5 16,0 0-2-16,0 0 0 0,0 0-28 0,0 0-6 15,0 0 0-15,0 0-1 0,0 0-32 0,0 0-7 16,0 0 0-16,0 0-8 0,7 0 37 0,-7 0 1 15,0 0 0-15,11 10 0 0,-4-10 18 0,3 6 4 16,1-6 1-16,-1 0 0 0,1 0-5 0,-4 0 0 16,7 0-1-16,-3 0 0 0,-1 0-15 0,4 0-4 0,0 0 0 15,4 0 0-15,-4 0-1 0,4 0-1 0,-4 0 0 16,4 0 0-16,3 0-15 0,-4 0-3 0,5 0-1 16,-1-6 0-16,0 6-3 0,7 0-1 0,-3 0 0 0,0 0 0 15,-1 0 2-15,4 0 1 0,1 0 0 0,-1 0 0 16,0 0 13-16,-3-3 2 0,7 3 1 0,-4-7 0 15,-4 7-20-15,5 0-10 0,-1 0 10 0,-3-6-10 16,6 3 24-16,-2 3-2 0,-1-6 0 0,4 6 0 16,-1-4-3-16,1 4-1 0,0-6 0 0,3 6 0 15,-3-3-6-15,0 3-2 0,-1-6 0 0,1 6 0 16,0 0-10-16,0 0 12 0,-4 0-12 0,4-3 12 16,-4 3-12-16,0 0 0 0,0-7 0 0,0 7 0 15,4 0 0-15,-4 0 0 0,4 0 8 0,-4 0-8 16,8-3 0-16,-5 3 10 0,-6-6-10 0,3 6 10 15,1 0-2-15,-1 0-8 0,0 0 12 0,0 0-4 0,-3 0-8 16,3 0 10-16,-3-6-10 0,0 6 10 0,-1 0-10 16,1 0 0-16,0-3 0 0,-1 3 8 0,-3 0 0 0,4 0-8 15,0 0 12-15,0 0-4 0,-1 0 0 0,1 0 0 16,-4 0 0-16,4 0 0 0,3 0 1 0,0 0 0 16,-7 0 0-16,4 0 0 0,0 0-9 0,-1 0 0 15,-2 0 0-15,-1 0 8 0,0 0-8 0,-3 0-17 16,3 0 4-16,-4 0 1 0,1 0 29 0,0 0 7 15,-1 0 0-15,1 0 1 0,0 0-13 0,3 0-4 16,0 0 0-16,-3 0 0 0,3-7-8 0,0 7 0 16,4 0 0-16,-4 0 0 0,3 0 8 0,-2 0-8 15,2 0 0-15,-2 0 8 0,2-3 1 0,-3 3 0 0,1-6 0 16,-1 6 0-16,0 0 2 0,0 0 0 0,0 0 0 16,-3 0 0-16,-1 0-3 0,1 0-8 0,3 0 12 15,-3 0-4-15,0 0-8 0,-1 6 0 0,1-3 0 16,-1-3 0-16,5 0 0 0,-1 0 0 0,-4 0 0 0,1 0 0 15,3 0 0-15,0 0 0 0,-3 0 0 0,3 0 8 16,-3 0-8-16,3 0 0 0,-3 0 0 0,-1 0 0 16,-3 0 0-16,1 0 0 0,-1 0 0 0,-4 0 0 15,4 0 11-15,-3 0-3 0,0 0-8 0,-1 0 12 16,1 0-2-16,-1 0-1 0,-3 0 0 0,0 0 0 16,4 0 3-16,-4 0 0 0,0 0 0 0,4 0 0 15,-4 0-12-15,0 0-11 0,-7 0 3 0,7 0 0 16,-7 0 8-16,7 0 12 0,3 0-2 0,-10 0-1 15,0 0-9-15,0 0-9 0,8-3 9 0,2 3-13 0,-10 0 13 16,0 0 8-16,7 0 0 0,4 0-8 0,-11 0 0 16,7 0 0-16,-7 0 0 0,7 0 0 0,-7 0 0 0,7 0 0 15,-7 0 0-15,0 0 0 0,0 0 0 0,0 0 0 16,7 0 0-16,-7 0 0 0,0 0 0 0,0 0 15 16,0 0-3-16,0 0-1 0,0 0-2 0,7 0 0 15,-7 0 0-15,7-6 0 0,-7 6-9 0,0 0 0 16,0 0 9-16,0 0-9 0,7 0 8 0,-7 0-8 15,0 0 8-15,7 0-8 0,-7 0 9 0,7 0-9 16,-7 0 12-16,0 0-12 0,0 0 14 0,0 0-4 16,4-10-1-16,-4 10 0 0,0 0-1 0,3 0-8 15,-3 0 12-15,0 0-4 0,4-9 8 0,-4 9 2 16,0 0 0-16,3 0 0 0,1-9-18 0,-4 9-16 16,0 0 4-16,0-7 0 0,3 4 12 0,-3-3 16 0,0 3-3 0,4-3-1 15,-4 2-12-15,0-5 0 0,0 3 0 0,0 6 0 16,3-3 11-16,1-4-11 0,0-2 12 0,-4 3-12 15,0 6 0-15,0-3 0 0,0-4 0 0,0-2 0 16,0 9 8-16,0-3-8 0,0-7 12 0,0 4-12 16,0 6 18-16,3-9-3 0,-3-1-1 0,0 10 0 15,-3-6-14-15,3-3 0 0,-4 5 0 0,4 4 0 16,0-6 0-16,-4 3 0 0,1-3 0 0,-1-4 0 16,4 10 0-16,0-9 0 0,-3 0 0 0,3 9 9 15,0-7-1-15,0 7 0 0,-4-3 0 0,4-6 0 16,0 9-8-16,-3-10 12 0,-1 1-12 0,1-4 12 15,3 13 8-15,-4-9 1 0,1 0 1 0,3-1 0 0,0 10-22 16,-4-3 0-16,1-6 0 0,-1-1 0 0,4 4 0 16,-3-4 0-16,3 1 0 0,0 3 0 0,-4-4 0 15,4 7 0-15,-3-6 0 0,3-4 0 0,0 4 0 0,0 6 0 16,0-4 0-16,0-2-8 0,-4 0 8 0,4-1 0 16,-4 7 8-16,4-9-8 0,0 8 0 0,0-2 0 15,-3-3 0-15,3-1 0 0,0 7 0 0,-4-3 12 16,4-3 0-16,-3-1-1 0,3 4-11 0,-4-4 0 15,1 7 0-15,3-6 0 0,0 3 0 0,0-4-9 16,-4 1 9-16,4-1 0 0,0 4 0 0,-3-3 0 16,-1-1 0-16,4 7 9 0,0-3-9 0,-3-3 0 0,3-1 0 15,-7-6 8-15,7 13-8 0,0-6 0 0,-4 3 0 16,4-4-11-16,-3 1 11 0,3-1 0 0,0 1 0 0,-4 0 0 16,1-1 0-16,3-5 8 15,0 5-8-15,-4 1 0 0,4-1 8 0,0-5-8 0,-3 5 8 16,3 1-8-16,-4-1 9 0,0 1-9 0,4 0 12 0,-3-1-12 15,3 1 10-15,0-4-10 0,-4 4 8 0,1-1-8 16,-1 7 8-16,4-6-8 0,-3 3 8 0,-1-4-8 16,1 1 0-16,3 2 0 0,-4-2 0 0,4 6 0 15,-3-6 0-15,3 2 0 0,-4-2 0 0,4-1 0 16,0 1 0-16,0 3 0 0,0-4 0 0,0 1 0 16,0 6 0-16,0-3 0 0,0-4 0 0,0 1 0 15,0-1 0-15,0 4 0 0,-3-3 0 0,3-1 0 16,-4 1 0-16,1-1 0 0,3 1 0 0,0-7 0 15,0 13 0-15,-4-12 0 0,4 5 0 0,0 1 0 16,0-1 0-16,0-5 0 0,0 5 0 0,0-2 0 0,-3-4 0 16,3 7 0-16,3-7 0 0,-3 3 0 0,4-2 0 15,-4-1 0-15,0 3 0 0,3-2 0 0,-3-1 12 16,4 4-4-16,-4-4 0 0,0 3 0 0,0-2-8 16,0-1 0-16,0 3 0 0,0 4-11 0,-4-7 11 0,1 1 0 15,3 2 8-15,0-3-8 0,-4 7 0 0,4-7 0 16,-3 4 0-16,-1-4-8 0,4 7 8 0,0-7 0 15,-4 7 0-15,1-4 0 0,3-3 0 0,-4 4 0 16,1-4 8-16,-1 1-8 0,4 2 0 0,-3-3 0 16,3 1 0-16,-4-4 0 0,1 0 0 0,3 3 0 15,-4-2 0-15,4 5 0 0,-3-3 0 0,-1-3 0 0,4 4 0 16,-3-4-8-16,3 3 8 0,-7 7 0 16,3-10 8-16,1 10-8 0,-1-7 0 0,1 7 0 0,-5-4 0 0,5-3 0 15,-1 7 0-15,1-7 0 0,-1 7 0 0,-3-1 0 16,0-2 0-16,0-4 0 0,4 1-8 15,-4 5 8-15,0 1 0 0,3-4 0 0,0-2 0 0,1 5 0 16,-1 1 0-16,1-7 0 0,-1 7 0 0,1-10 0 16,-1 9 0-16,4 1 0 0,-7-7 0 0,7 4 0 15,-3-4 0-15,3 7 0 0,-7-7 0 0,3 3 0 16,-3-2 0-16,4 5 0 0,-1-5 0 0,1 5 0 16,-1-5 0-16,0 2 0 0,-3 4 0 0,4-7 0 15,-1 7 0-15,1-10 0 0,-1 9 0 0,-3-5 0 16,4 5 0-16,-4-5 0 0,3 5 0 0,-3-2 0 15,4-4 0-15,-1 7 0 0,0-10 0 0,-3 9 0 16,4-5 0-16,-1 5 0 0,1-5 0 0,-1 5 0 16,-3-2 0-16,4-4 0 0,-1 7 0 0,-3-10 0 15,4 12 0-15,-4-5 0 0,3-4 0 0,1 7 0 0,-1-7 0 16,-3 7 0-16,3-1 0 0,1 1 8 0,-1-4-8 0,1-2 0 16,-4 8 0-16,0-5-8 0,3 2 8 0,1-5 0 15,-1-1 0-15,-3 7 0 0,4-4 0 0,-5 4 0 16,5-7 0-16,-4 0 0 0,0 7 0 0,0-4 0 15,3-2 0-15,-3-1 0 0,4 4 0 0,-4-4 0 16,3-3 0-16,-3 10 0 0,4-7 0 0,-5 7 0 16,1-1 0-16,0 1 0 0,0-1 0 0,0-5 0 15,-3 5 0-15,3 1 0 0,0-1 0 0,-4 1 0 16,0 0 0-16,1 2 0 0,-1-2 0 0,1 0 0 16,3-1 0-16,-4 1 0 0,-3-1 0 0,7 4 0 15,-4-7 0-15,1 4 0 0,-1 0 0 0,0-1 0 0,1-2 0 16,-1 2 0-16,4 7-8 0,-3-6 0 0,-4-1 0 0,3 1 0 15,0-4 8-15,1 10 0 0,-4-6 8 0,3 3-8 16,1-4 0-16,-1 1 0 0,0-1 0 0,1 7 0 16,-4-3 0-16,0-3 0 0,3 2 0 0,4 4-8 15,-7-3 8-15,3-4 0 0,1 7 0 0,-1-3 0 16,-3 3 0-16,3-3 0 0,1-4 0 0,-1 4 0 16,1 3 0-16,-1-3 9 0,0 2-1 0,1-2-8 15,-1-3 0-15,1-1-11 0,-1 10 0 0,1-9 0 16,-5 0 11-16,5 2 0 0,-1-2 0 0,-3-1 0 15,0 1 0-15,-4 6 0 0,4-3 0 0,0-4 0 16,-3 4 0-16,2 6 0 0,-2-9 0 0,3 5 0 16,0-2 0-16,-4 3 0 0,0-3 0 0,1 3 0 0,3-4 0 15,-1 4-10-15,-2-3 10 0,-1 0-10 0,4 3 10 16,0-4 0-16,-4 4 0 0,4-3 0 0,-3 3 0 16,2-4 0-16,1 7 9 0,0-3-9 0,0-3 0 15,0 6 0-15,0-3 0 0,0-3 0 0,0-1 16 0,0 4-3 16,-1 3-1-16,1 0 0 0,0-6-12 0,-3 6-18 15,-1 0 4-15,4-3 1 0,0-3 13 0,0 6 0 16,-8 0 0-16,8 0 0 0,-3 0 0 0,3-4 0 16,-4 4 0-16,0 0 0 0,1 0-8 0,3 0 8 15,-4-6-13-15,4 6 5 0,-4 0 8 0,1 0 0 16,-1 0 0-16,0 0-8 0,4 0 8 0,0 0 0 16,-4 0 0-16,1 6 0 0,3-12 0 0,-4 6 0 15,4 6 0-15,0-6 0 0,-4 0 0 0,4 4 0 0,0-4 0 0,0 0 0 16,-4 0 0-16,4 0 0 0,0 6 0 0,0-6 0 15,-4 3 0-15,1-3 0 0,2 0 0 0,-2 0-8 16,3 6 8-16,0-6 0 0,-1 3 0 0,1 4 0 16,0-7 0-16,0 6 0 0,-4-3 0 0,4 6-8 15,0-9 8-15,0 7 0 0,4-4 0 0,-5 3 0 16,1-3 0-16,4 4 0 0,-4-4 0 0,3 3 0 16,-3 3 0-16,3-9 0 0,1 10 0 0,-4-10-12 15,3 9 12-15,-3-3 0 0,3-2 0 0,1 2 8 16,-1-3-8-16,1 3 0 0,-1 4 0 0,0-4 0 15,4 3 0-15,-3 1-8 0,-1-7 8 0,1 6-8 16,3-2 8-16,-4 2 0 0,4-3 8 0,0-3-8 16,0 7 0-16,-4-4 9 0,4 3-9 0,0-5 0 15,0 5 0-15,0-3 0 0,0 4 0 0,3-4 0 0,-6 3 0 16,3 1 0-16,0-1 0 0,0-6 0 0,0 7 0 16,0-4 0-16,0 3 0 0,3 1 0 0,-3-1 0 0,0 1 0 15,0-1 0-15,0-3 0 0,0 4 0 0,0-1 0 16,0 0 0-16,0 1 0 0,-4-4 0 0,0 4 0 15,4-7 0-15,-3 9 0 0,-4-9 0 0,7 7 0 16,0-1 0-16,0-3 0 0,-1-2 0 0,5 5 0 16,-1-3 0-16,-3 4 0 0,0-1 0 0,0-3 0 15,0-2 0-15,4 5 0 0,-4-3 0 0,0-3 0 16,-1 7 0-16,5-4 0 0,-4 3 0 0,0 1 0 16,0-1 0-16,0 1 0 0,0-4 0 0,0 3-11 0,3 1 11 15,-3-1-10-15,-4 1 10 0,4-1 0 0,4 0 0 16,-4 7 0-16,0-7 0 0,0 7 0 0,0-3 0 15,3-4 0-15,-3-3 0 0,4 4 0 0,-5-1 0 0,5 1 0 16,-4-1 0-16,3 0-8 0,1 1 8 0,-4 2-8 16,3-9 8-16,1 7 0 0,-4-1 8 0,3 1-8 15,-3-1 0-15,4 1 0 0,-4-4 0 0,3 3 0 16,0 1 0-16,-3-1 0 0,4 0 0 0,-1-2 0 16,-3 2 0-16,4 0 0 0,-4 1 0 0,3-1 0 15,1 1 0-15,-1-1 0 0,1 7 0 0,-4-7 0 16,3 1 0-16,0-1 0 0,-3 0 0 0,4-2 0 15,-1 2 0-15,1 1 0 0,-1-1 0 0,-3 0-8 16,4 1 8-16,-1-1 0 0,-3 1 8 0,7 2-8 16,-3-2 0-16,-1-1 0 0,1 0 0 0,-1 1 0 15,4-1 11-15,-3 1-3 0,-1 5 0 0,0-5 0 0,4-1-8 16,-3 4 0-16,3 2 0 0,-4 1 0 0,1-4 0 16,-1-2 0-16,4 6 0 0,-3-7 0 0,-1 7 0 15,1-7 0-15,-1 0 0 0,4 7 0 0,-3-3-11 0,-1-4 3 16,1 1 0-16,3 5 0 0,0-5 8 0,-4 5 0 15,4-5 0-15,-3-1 0 0,3 0 0 0,0 1 0 16,-4-1 0-16,4 1 0 0,0-1 0 0,0 7 0 16,-3-7 0-16,3 1 0 0,0-1 0 0,0 7 0 15,0-13 0-15,0 6 0 0,-4 7 0 0,0-7 0 16,8 1 0-16,-4-1 0 0,0 1 0 0,-4 5 0 16,4-5 0-16,0-1 0 0,0 7 11 0,-3-7-3 15,3 1 0-15,0 8 0 0,-4-8-8 0,1 5 0 0,-1-5 0 16,4 6-11-16,-3-4 11 0,-1 4 0 0,4-7 8 0,0 7-8 15,-3-4 0-15,3-2 0 0,0-1 0 0,0 7 0 16,0-7 0-16,3 1 0 0,-3 5 0 16,4-5 0-16,-4-1 0 0,3 1 0 0,1-1 0 0,-4 0 0 15,3 7 0-15,1-7 0 0,-4 1 0 0,0-1 0 16,3 1 0-16,-3-1 0 0,0 7 0 0,0-7 0 16,0 1 0-16,0-1 0 0,0 0 0 0,0 7 0 15,-3-6 0-15,3-1 0 0,0 7 0 0,0-4 0 16,0-2 0-16,0-1 0 0,0 7 0 0,0-7 0 15,0 0 0-15,0 7 0 0,0-3 0 0,0-4 0 16,3 7 0-16,1-7 0 0,-4-3 0 0,0 7 0 16,0-4 0-16,4 4 0 0,-1-1 0 0,-3-2 0 15,0-1 0-15,4 7 0 0,-4-7 0 0,3 1 0 16,-3-1 0-16,4 7 0 0,-4-4 0 0,3 4 0 0,-3-6 0 16,4 5 0-16,-4-2 0 0,0 2 0 0,3 1 0 0,-3-3 0 15,0 2 0-15,0 4 0 0,0-3 0 0,0-4 0 16,0 4 0-16,-3 0 0 0,-1-4 0 0,4 7 0 15,0-3 0-15,0-7 11 0,0 7-11 0,0-4 0 16,0 4 0-16,0 0 0 0,-3-4 0 0,3-2 0 16,0 5-9-16,0 1 9 0,0-3 0 0,0 2 0 15,0-2 0-15,0 2 0 0,0-5 0 0,0 9 0 16,0-4 0-16,0 1 0 0,0-3 0 0,0 5 0 16,0-2 0-16,-4 3 0 0,1-3 0 0,-1-4 0 15,4 4 0-15,-3 3 0 0,-1-1 0 0,4-2 0 16,-4-6 0-16,4 8 0 0,-3-2 0 0,3-7 0 0,0 7 0 15,-4-3 0-15,4-4 0 0,0 0 0 16,-3 7 0-16,3-6 0 0,3-1 0 0,-3 7 0 0,4-4 0 0,-4-6 0 16,0 10 0-16,0-3 0 0,0-4 0 0,-4 7 0 15,4-4 0-15,-3 4 0 0,3-7 0 0,0 7 0 16,-4-7 0-16,4 7 0 0,-3-3 0 0,3 2 0 16,0-5 0-16,0 2 0 0,-4 4 0 0,4-7 0 15,0 7 0-15,-3-6 0 0,3-1 0 0,-4 0 0 16,4 1 0-16,0-1 0 0,0 1 0 0,0 5 0 15,0-12 0-15,0 10 8 0,4-4-8 0,-4-6 0 16,-4 7 0-16,4-1 0 0,-3-2 8 0,3 2-8 16,0-9 0-16,0 9 0 0,-4 1 0 0,4-1 0 15,0-9 0-15,0 6 0 0,-3 4 0 0,3-10 0 16,3 3 0-16,-3 6 0 0,0-9 0 0,-3 13 0 16,3-10 0-16,-4 6 0 0,4-9 0 0,-3 10 0 0,-1-1 0 15,1-2 0-15,-1 2 0 0,1 0 0 0,-1 1 0 16,0-4 0-16,1 3 0 0,-1-5 0 0,4-4 0 0,0 6 0 15,-7 3 0-15,7-9 0 0,0 0 0 0,0 10 8 16,-7-1-8-16,7-3 0 0,0-6 0 0,-3 10 0 16,3-10 0-16,-4 3-10 0,1 6-1 0,3-9 0 15,0 0 0-15,-7 7 0 16,3-7-105-16,4 0-22 0,0 0-4 0,0 0-1229 0</inkml:trace>
  <inkml:trace contextRef="#ctx0" brushRef="#br0" timeOffset="7280.594">18260 12889 525 0,'0'0'23'15,"0"0"5"-15,0 0-28 0,0 0 0 0,0 0 0 0,0 0 0 0,0 0 65 0,0 0 7 16,0 0 2-16,0 0 0 0,0 0-50 0,0 0-11 15,0 0-1-15,0 0-1 0,0 0 26 0,0 0 6 16,0 0 1-16,0 0 0 0,0 0 29 0,0 0 7 16,0 0 0-16,0 0 1 0,0 0 3 0,0 0 1 15,0 0 0-15,0 0 0 0,0 0-2 0,0 0-1 16,0 0 0-16,0 0 0 0,0 0-18 0,0 0-3 16,0 0-1-16,0 0 0 0,0 0-9 0,0 0-3 15,0 0 0-15,0 0 0 0,0 0-15 0,0 0-3 16,3-6-1-16,-3 6 0 0,0-9-12 0,0-1-2 15,0 7-1-15,0-3 0 0,0-4 3 0,-3 1 1 16,-1 3 0-16,1 2 0 0,-4-2 5 0,3-3 1 16,1-1 0-16,-1 7 0 0,1-3-4 0,-1-3-1 15,-3 2 0-15,3 4 0 0,-3-3-19 0,4 6 8 16,-4-3-8-16,3-3 0 0,-3 2 0 0,0-2 0 16,4 6 0-16,-4-3 0 0,-4-3 0 0,4 6 0 0,-4-3 0 15,1-4 0-15,3 7 0 0,-4 0 0 0,1 0 0 0,-1 0 0 16,4 7-16-16,-4-4 2 0,-3-3 1 0,4 0 0 15,-1 6 21-15,0-3 5 0,4 3 1 0,-7-2 0 16,0 2-14-16,4-3 0 0,-1 3 0 0,0 4-10 16,1-1 10-16,-1 0 0 0,-3-2-9 0,4 2 9 15,-5 0 0-15,5 1 0 0,-4-1 0 0,3 1 0 16,1-1 0-16,-1 1 0 0,0-1 0 0,1-3 0 16,3 4-9-16,-4-1 9 0,4 0 0 0,0 1 0 15,0-1 0-15,0 1-8 0,-4-4 8 0,4 13 0 16,4-10 0-16,-1 7 0 0,-3-4 0 0,0 4 0 0,0 3 0 15,0-3 0-15,0-4 0 0,4 10 0 16,-5-3 0-16,1 0 0 0,0-1 0 0,4 1 0 0,-4 0 0 16,3 6 0-16,-3-6 0 0,0 3 0 0,4-3 0 15,-4-7 0-15,-1 4 0 0,5 3 0 0,-4-4 0 0,3-2 0 16,-3 3 0-16,4-1 0 0,-1-2 0 0,1-4 9 16,3 7-9-16,-4-7 12 0,1 7 0 0,-1-3 0 15,4-4 0-15,0 7 0 0,0-1-12 0,0-2 0 16,0 6 0-16,0-4 0 0,0-5 8 0,4 9-8 15,-1-4 12-15,-3 1-4 0,4-3-8 0,3 5 10 16,-4-2-10-16,1 0 10 0,-1-4-2 0,4 7 0 16,-3-3 0-16,3-1 0 0,-3-2-8 0,3 3 8 15,-4-7-8-15,4 10 8 0,-3-3 0 0,-1-4 0 0,4-2 0 16,-3 5 0-16,-1-5-8 0,1-1 8 0,3 0-8 16,-4 7 8-16,1-6-8 0,0-1 0 0,-1 0 0 15,1 1 0-15,3-1 8 0,0-3 0 0,0-2 0 16,-4 2 0-16,4 3 4 0,0-2 0 0,0-4 0 0,0 3 0 15,1-3 5-15,-1 3 2 0,0-3 0 0,3 4 0 16,-3-4-19-16,0 3 0 0,4-6-13 0,0 3 5 16,-1 4 8-16,1-1 11 0,-1-3-3 0,-3-3 0 15,4 6-8-15,-1-3 0 0,-2-3 0 0,-1 10 0 16,3-4 0-16,1-3 8 0,-4-3 2 0,3 6 0 16,1-6-10-16,0 4 0 0,-1-4 0 0,1 0 0 15,-1 6 8-15,1-6-8 0,3 0 0 0,0 0 8 16,0 0 1-16,-3 0 0 0,3 0 0 0,-3 0 0 15,3 0-9-15,0 0 8 0,0 0-8 0,-4 0 8 16,1 0-8-16,0 0 0 0,-4 0 0 0,3 0 8 0,1 0-8 16,-4 6 0-16,3-6-10 0,-2 0 10 0,-8 0 0 0,10-6 0 15,-3 6 0-15,0 0 10 0,0 0-10 0,0 0 0 16,0 0 0-16,-7 0 0 0,0 0 0 0,7-6 0 16,0 2 0-16,-7 4-11 0,11 0 0 0,-11 0 0 15,4-6 0-15,-1 6 0 0,4-3-1 0,-7 3 0 16,4-6 0-16,-4 6 0 15,0 0-34-15,7-10-7 0,-4 1-2 0,-3 6 0 16,0-3-13-16,0-4-4 0,0 4 0 0,0 3 0 16,-3-4-137-16,-1 4-28 0,4 3-6 0,-3-6-1 0</inkml:trace>
  <inkml:trace contextRef="#ctx0" brushRef="#br0" timeOffset="8646.577">18919 12996 990 0,'0'0'44'0,"0"0"8"0,0 0-41 0,0 0-11 0,-3-6 0 0,-1 6 0 16,-3-10 84-16,4 10 16 0,-4-9 2 0,3 6 1 16,1-4-62-16,3 7-12 0,-4-6-2 0,-3 3-1 15,4-3 10-15,-1 3 1 0,1-4 1 0,-1 4 0 16,1-3-14-16,3 6-4 0,-8-3 0 0,5-4 0 15,-4 7 12-15,0-3 1 0,0-3 1 0,3 6 0 16,-3 0 10-16,4 0 1 0,-4 0 1 0,7 0 0 16,-7 0-5-16,-1 6-1 0,5-3 0 0,-4-3 0 15,0 7-24-15,3-4-4 0,-3 3-2 0,0-3 0 16,4-3-10-16,-4 7 0 0,0-4 0 0,0 3 0 16,-1-3 8-16,1 3-8 0,0 4 0 0,0-1 8 15,0 1 0-15,-3-4 0 0,6 3 0 0,-6 1 0 16,-1-1 19-16,4 0 3 0,0 1 1 0,0-1 0 15,-4 7-9-15,4 0-2 0,-3-4 0 0,-1 7 0 16,4-3-3-16,-4 2-1 0,4 1 0 0,-3 0 0 0,3 6 3 16,0-6 0-16,-4 3 0 0,4 0 0 0,0-3-19 15,0 3-19-15,0-4 4 0,0 1 1 0,0 0 14 16,0 0 0-16,0 0 0 0,0-4 10 0,3 4 12 0,-3 0 2 16,3 3 1-16,1-9 0 0,-1 5-4 0,1-2-1 15,3 3 0-15,0 0 0 0,-7-4 8 0,7 4 0 16,0 0 1-16,0 0 0 0,0-4-29 0,3 4 0 15,1-3-8-15,-4 3 8 0,0-4 0 0,3-2 11 16,1 6 0-16,-1-3 0 0,-3-1 2 0,4-2 1 16,-1 2 0-16,1 1 0 0,0-3-4 0,3 2-1 15,0-2 0-15,0 3 0 0,0-7 3 0,0 7 1 16,-4-4 0-16,4 4 0 0,4-7-1 0,-8 7-1 16,5-7 0-16,-1 4 0 0,0-4-11 0,3 4 0 0,-3-4 0 15,4 1 0-15,-4-1 12 0,0-6 1 0,4 7 0 16,-1-4 0-16,1 3-4 0,-1-9-1 0,1 7 0 0,-1-4 0 15,5 3-8-15,-5-6 0 0,1 3 9 0,3-3-9 16,0 6 15-16,0-3-2 0,0-3 0 0,0 0 0 16,-3 0-13-16,7 0 0 0,-4 0 0 0,3 0 0 15,-3 0 8-15,4 0 1 0,0-3 1 0,-1 3 0 16,1-6-10-16,0-3 8 0,-1 9-8 0,1-10 8 16,0 10 0-16,-1-9-8 0,-3 3 12 0,0-4-4 15,8 7-8-15,-8-6 10 0,0 2-10 0,0-2 10 16,4 0-2-16,-4-1 0 0,-4 1 0 0,4-1 0 15,-3 4 1-15,-1-3 0 0,1-1 0 0,-4 1 0 16,4-1-1-16,-1 1 0 0,1-7 0 0,-1 7 0 16,1-7-8-16,-4 4 12 0,4-7-12 0,-1 3 12 0,-3-3-12 15,4 10 0-15,-4-10 9 0,0-3-9 0,0 3 9 16,4-3-9-16,-4 1 12 0,-4 2-12 0,8 0 0 16,-4-6 0-16,0 6 0 0,0 0 0 0,-3 3 0 0,3 4 0 15,-4-4 0-15,1-3 0 0,3 4 0 0,-4 2 0 16,1-2 0-16,-4-4 0 0,3 3 8 0,-3-3-8 15,4 7 0-15,-4-10 0 0,0 9 0 0,0-2 0 16,0-4 0-16,0 3 0 0,0-3 0 0,-4 0 0 16,1 1 0-16,-1-1-9 0,1 3 9 0,3-3-8 15,-7 4 8-15,3-4-8 0,1 3 8 0,-1 4 0 16,-3-4 0-16,3 3-8 0,-3-2 8 0,0 5-8 16,0 1 8-16,0-1-8 0,4-5 8 0,-4 5 0 15,-4 1 0-15,4 3-8 0,-4-4 8 0,1 1-12 16,-1-1 12-16,1 7-12 0,-1-3 12 0,1-3-12 0,-5 2 12 15,1 4-12-15,4-3 12 0,-4-3 0 0,3 5 0 0,-3-2-8 16,0 6 8-16,-4-9-12 0,4 9 12 0,0-3-12 16,0-4 12-16,-4 7-12 0,4-6 12 0,0 3-12 15,-4 3 12-15,1-6 0 0,3 6 0 0,-1-3 0 16,-2 3 0-16,3-7-8 0,0 7 8 0,-1 0 0 16,1 0 0-16,0 0-10 0,0 0 10 0,0 0 0 15,0 0-13-15,0 0 4 0,3 0 1 0,-3-3 0 16,0 3-9-16,3-6-2 0,1 6 0 0,-1 0 0 15,4 0-22 1,-3 0-5-16,-1 0-1 0,4-3 0 0,0 3-78 0,-4 0-16 0,4-7-3 16,0 7-971-16</inkml:trace>
  <inkml:trace contextRef="#ctx0" brushRef="#br0" timeOffset="9769.632">17671 11616 518 0,'0'0'46'0,"0"0"-37"0,0 0-9 0,0 0 0 0,0 0 184 0,0 0 34 15,0 0 7-15,0 0 2 0,-7 6-163 0,7-6-32 16,0 0-6-16,0 0-2 0,-4 10 13 0,4-10 3 15,-3 9 0-15,3-9 0 0,-4 10-28 0,4-10-12 16,0 9 10-16,0 0-10 0,0-9 32 0,0 7 0 16,-4 8 0-16,4-2 0 0,0-4 15 0,0 1 3 15,0 5 1-15,-3-5 0 0,-1 9-15 0,4-10-2 16,0 7-1-16,0 2 0 0,0-2-16 0,-3-3-3 16,3 6-1-16,0 2 0 0,-4-2 11 0,4 0 1 15,0 0 1-15,0 0 0 0,0-4 3 0,0 11 1 16,0-8 0-16,0-5 0 0,0 3-12 0,0 2-2 15,0-2-1-15,0 3 0 0,0 0-7 0,0-1-8 0,0-2 11 16,0 0-11-16,0-4 8 0,0 4-8 0,0-3 0 16,-3 2 0-16,-1 1 9 0,1-3-9 0,3-7 0 0,-4 9 9 15,1-2-9-15,3-7 0 0,-4 4 0 0,4-7 0 16,0-3 0-16,0 9 0 0,0-9 9 0,0 0-9 16,0 0 0-16,0 0-13 0,-3 6 1 0,3-6 1 31,0 0-25-31,0 0-6 0,0 0-1 0,0 0 0 0,-7 0-25 15,7 0-6-15,0 0-1 0,0 0 0 0,-11 0-18 16,8-6-4-16,3 6-1 0,-8-3 0 0,5 3-89 16,3 0-17-16</inkml:trace>
  <inkml:trace contextRef="#ctx0" brushRef="#br0" timeOffset="10999.514">17639 11616 57 0,'0'0'0'16,"0"0"0"-16,0 0 0 0,0 0 0 0,-4 0 244 0,4 0 44 0,0 0 9 0,0-9 2 15,-3 6-236-15,3 3-47 0,0 0-16 0,0 0 9 16,0 0 9-16,0 0 2 0,0 0 0 0,0 0 0 16,0 0 16-16,0 0 3 0,-4-10 1 0,4 10 0 15,0 0 11-15,0 0 2 0,0 0 1 0,0 0 0 16,0-6-12-16,0 6-2 0,4-10-1 0,-4 10 0 15,3-3 4-15,-3 3 1 0,0 0 0 0,7-6 0 16,0 0-1-16,1 3 0 0,-8 3 0 0,10-7 0 16,1 7-14-16,-4-3-2 0,3 3-1 0,-3 0 0 15,4 0-14-15,-4-6-4 0,0 6 0 0,0 0 0 16,4 0-8-16,-1 6 0 0,-3-6 0 0,7 0 0 16,-3 0 0-16,0 0 0 0,3 0 9 0,0 0-9 0,0 0 12 15,-3 0-1-15,3 3-1 0,0-3 0 0,-4 0 9 16,4 7 1-16,-3-7 1 0,0 3 0 0,3 3-21 15,0 0 0-15,0-3 0 0,-3-3 8 0,-1 10-8 16,1-10 8-16,-1 9-8 0,1-2 8 0,-1-4 1 0,-2 6 1 16,-1-3 0-16,3-3 0 0,-6 4-10 0,3 2 8 15,-4 1-8-15,4-1 8 0,-3 0-8 0,-1 1 10 16,-6 2-10-16,3 1 10 0,0-4-10 0,0 1 8 16,-4 5-8-16,1-5 8 0,-4 9-8 0,0-10 10 15,-4 0-10-15,1 7 10 0,-5-7-10 0,5 1 10 16,-1-1-10-16,1 1 10 0,-4-1-10 0,-1 1 0 15,5 2 0-15,-1-9 8 0,-3 7-8 0,0-4 0 16,-4 3 9-16,4-6-9 0,4 4 0 0,-4-4 8 0,3 3-8 16,-3 0 0-16,3-2 0 0,4-4 0 0,-3 6 0 0,-1-3 8 15,1-3-8-15,6 0 0 0,-7 6 8 16,4-6-8-16,0 3 0 0,0-3 0 0,4-3 0 0,3 3 8 16,0 0-8-16,-7 0 0 0,0 0 8 0,7 0-8 15,0 0 0-15,-7-6 0 0,0 6 0 0,7 0 0 16,0 0 0-16,-8 0 0 0,5-3 0 0,3 3 0 15,0 0 0-15,-7 0 0 0,0 3 0 0,0-3 0 16,0 0 0-16,7 0-10 0,-4 0 10 0,4 0 0 16,-7 0 0-16,7 0-8 0,0 0 8 0,0 0 0 15,0 0 0-15,0 0 0 0,-3 6 0 0,3-6 0 16,0 0 0-16,0 0 0 0,0 0 0 0,0 0 0 16,0 0 9-16,0 0 6 0,0 0 1 0,0 0 0 15,0 0-25-15,0 0-5 0,0 0-1 0,0 0 0 16,0 0 15-16,0 3 0 0,0-3 0 0,7 10 0 0,-7-10 12 15,3 6-12-15,-3-6 12 0,7 3-12 0,0 3 12 0,0 4-4 16,-3-1 0-16,-1-2-8 0,4-4 13 0,1 3-4 16,-1-3-1-16,0 3 0 0,0-3 3 0,0 4 0 15,-4-4 0-15,8 3 0 0,-8 0 3 0,8-2 1 16,-4 5 0-16,4-3 0 0,-8-3 13 0,8 7 2 16,-4-10 1-16,3 9 0 0,1-3-31 0,-4 4 0 15,0-4-13-15,0-3 4 0,0 7 17 0,0-4 4 16,0-3 1-16,-3 6 0 0,3-2-13 0,0-4 11 15,0 3-11-15,-4 0 10 0,-3-6 0 0,11 4 0 0,-4 5 0 16,0-3 0-16,0 4-2 0,-3-7 0 0,-4-3 0 16,7 0 0-16,0 6-8 0,0-3 12 0,0 3-12 15,0-2 12-15,0 2-12 0,-7-6 0 0,0 0 0 0,7 0 0 16,4 0 12-16,-11 0-2 0,0 0-1 0,0 0 0 16,3 9-9-16,4-9 0 0,-7 0-10 0,0 0 10 15,0 0 0-15,0 0 0 0,7 10 0 0,-3-1 10 16,-4-9-10-16,3 6-9 0,4-2 9 0,-3 2-13 15,-4-6 13-15,0 0 0 0,0 0 0 0,4 9 0 16,-4-9 0-16,0 0 0 0,0 0 0 0,3 6 0 16,-3-6-15-16,0 0 3 0,0 0 1 0,0 10 0 15,0-10-1-15,0 0-1 0,0 0 0 0,-7 3 0 16,0 6-18 0,3 1-3-16,4-10-1 0,-3 6 0 0,-8-3-5 0,4 3-2 15,0 1 0-15,7-7 0 0,0 0-41 0,-7 3-8 16,-3 3-1-16,10-6-1 0,0 0 21 0,0 0 4 15,-7 3 0-15,7-3 1 0,-8 0-85 0,8 0-18 16</inkml:trace>
  <inkml:trace contextRef="#ctx0" brushRef="#br0" timeOffset="11722.052">18422 11578 460 0,'0'0'41'0,"0"0"-33"16,0 0-8-16,0 0 0 0,0 0 162 0,0 0 30 16,0 0 7-16,0 0 1 0,0 0-160 0,0 0-32 15,0 0-8-15,0 0 0 0,0 0 8 0,0 0 0 16,0 0 0-16,0 0 0 0,0 0 28 0,0 0 5 16,0 0 2-16,0 0 0 0,0 0 15 0,0 0 3 15,0 0 1-15,0 0 0 0,7 10 25 0,-7-4 5 16,0 4 0-16,4-7 1 0,-4 6-6 0,3-3-2 15,-3 4 0-15,0 5 0 0,0-2-28 0,0-4-5 16,0 7-2-16,0 0 0 0,4-4-29 0,-4 7-5 16,3-3-2-16,-3 3 0 0,4-1-1 0,-4 4 0 0,3-3 0 15,-3 0 0-15,4 0-5 0,-4 0 0 0,0-1-8 16,0 8 12-16,-4-8 0 0,4 1-1 0,-3 6 0 16,3-6 0-16,-4 6-3 0,1-6-8 0,3 6 12 15,-7-6-4-15,3 6 20 0,1-6 3 0,3-4 1 0,-4 4 0 16,-3-6-18-16,3 2-3 0,1-5-1 0,3 6 0 15,0-7-10-15,0 0 0 0,-4 1 0 0,4-1 0 16,0-3 0-16,0-6 8 0,-3 4-8 0,3-4 8 16,0 0-8-16,0 0-11 0,0 0 3 0,-4 9 0 31,4-9-15-31,0 0-2 0,0 0-1 0,0 0 0 0,-3 0-25 16,3 0-5-16,0 0 0 0,-7-3-1 0,3-3-92 0,1 6-19 15,-4-10-3-15,7 10-1 0,-4-6-17 16,4 6-4-16,-3-3-1 0,-1-3-418 0</inkml:trace>
  <inkml:trace contextRef="#ctx0" brushRef="#br0" timeOffset="12400.509">18210 11553 288 0,'0'0'25'0,"0"0"-25"0,0 0 0 0,0 0 0 15,0 0 213-15,0 0 38 0,0 0 7 0,0 0 2 16,0 0-162-16,0 0-32 0,0 0-6 0,0 0-2 0,0 0-11 0,4 7-3 15,-4-7 0-15,0 0 0 0,0 9-13 0,3 0-3 16,-3 1-1-16,4-1 0 0,-4-9 9 16,0 10 1-16,0-10 1 0,0 9 0 0,0-9 14 0,0 0 4 15,0 0 0-15,0 0 0 0,0 0-22 0,0 0-4 16,0 0-1-16,0 0 0 0,0 0 11 0,0 0 3 16,0 0 0-16,0 0 0 0,0 0-15 0,7 0-2 15,-7 0-1-15,11 6 0 0,-4-6-5 0,3 0 0 16,-3 3-1-16,4 4 0 0,-4-7-9 0,4 6-2 15,-1-3 0-15,4-3 0 0,-3 0-8 0,6 0 8 16,-2 0-8-16,-1 6 8 0,0-6-8 0,0 0 10 16,0 0-10-16,4 0 10 0,3 0-10 0,-7 0 0 15,0 0 0-15,0 0 0 0,-3 0 0 0,3 0 0 0,0 0 0 16,0 0 0-16,0 0 0 0,0 0 0 0,-3 4 9 16,-1-4-9-16,1 0 0 0,0 0 0 0,-1 0 0 15,1 0 0-15,-11 0 0 0,7 0-8 0,0 6 0 0,-7-6 0 31,0 0-20-31,0 0-4 0,0 0-1 0,7 3 0 16,-7-3-14-16,0 0-2 0,0 0-1 0,0 9 0 16,0-9-78-16,0 7-16 0,0-7-4 0,0 0-676 0</inkml:trace>
  <inkml:trace contextRef="#ctx0" brushRef="#br0" timeOffset="13166.403">18165 12293 172 0,'0'0'16'0,"0"0"-16"16,0 0 0-16,0 0 0 0,0 0 122 0,0 0 22 15,0 0 4-15,0 0 0 0,0 0-32 0,0 0-8 16,0 0 0-16,0 0-1 0,0 0-23 0,0 0-4 16,0 0 0-16,0 0-1 0,0 0-9 0,0 0-2 15,7 7 0-15,0-4 0 0,3-3 11 0,-10 0 1 16,0 0 1-16,7 0 0 0,4 0-8 0,-1 0-1 15,1 0-1-15,0 0 0 0,-1 0-21 0,4 0-4 16,-3 0-1-16,3 0 0 0,0 0-15 0,0 0-3 16,4 0-1-16,0 0 0 0,-1 0-6 0,1 0-2 15,3 0 0-15,0 0 0 0,-3 0-10 0,3 0-8 16,0 0 12-16,-3 0-12 0,3 0 0 0,-3 6 0 16,-1-6 0-16,-3 3 0 0,4-3 0 0,-4 6 0 0,-3-6 0 15,3 7 0-15,-4-4 0 0,1-3 0 0,3 6 0 16,-3-3 0-16,-4-3 0 0,0 0 0 0,0 0 8 0,0 0-8 31,-7 0-32-31,0 0-11 0,0 0-1 0,10 7-1 16,-10-7-15-16,4 3-4 0,-4-3 0 0,0 0 0 15,0 0-32-15,0 0-8 0,0 0 0 0,0 0-463 0,0 0-92 0</inkml:trace>
  <inkml:trace contextRef="#ctx0" brushRef="#br0" timeOffset="13691.074">18934 11732 633 0,'0'0'56'0,"0"0"-44"0,0 0-12 0,0 0 0 16,0 0 154-16,0 0 29 0,0 0 5 0,0 0 2 15,0 0-150-15,0 0-31 0,0 0-9 0,7-9 0 16,-7 9 9-16,0 0-9 0,0 0 10 0,0 0-10 15,0 0 41-15,0 0 3 0,0 0 0 0,0 0 0 16,3 9 37-16,1-3 8 0,-1-2 2 0,4 8 0 16,-3-3-6-16,-1 1-1 0,4 2 0 0,0-2 0 15,-3 5-33-15,3 1-7 0,0-3-2 0,0 6 0 16,0 2-18-16,0-2-3 0,-3 0-1 0,6 6 0 16,-3-3 0-16,0 3-1 0,-7 3 0 0,4-2 0 15,3 2-5-15,-7-3-1 0,4 3 0 0,-4-3 0 16,-4 0-5-16,1-3-8 0,3 0 11 0,0-3-11 15,3 0 9-15,-3 0-9 0,0-4 0 0,0-2 9 16,0-4-9-16,0 7 0 0,0-7 9 0,-3 1-9 16,3-4 0-16,0-6 0 0,0 3 0 0,0-3 0 15,0 0-40-15,0 0-5 16,0 0-2-16,0 0 0 0,0 0-42 0,0 0-9 16,0 0-2-16,-8 0-532 0,5-3-106 0</inkml:trace>
  <inkml:trace contextRef="#ctx0" brushRef="#br0" timeOffset="14365.957">18852 11669 1713 0,'0'0'76'0,"0"0"16"0,0 0-74 0,0 0-18 0,0 0 0 0,0 0 0 16,0 0 32-16,0 0 2 0,11-9 1 0,-7 6 0 15,3-3-35-15,0-4-12 0,0 10 0 0,-4-3 0 16,8-3 12-16,-4-1 0 0,-7 7-10 0,7-3 10 15,0 3-13-15,0-6 1 0,0 3 1 0,-7 3 0 16,0 0 27-16,7 0 6 0,0 0 1 0,0 0 0 16,0 0 21-16,0 0 5 0,0 0 1 0,1 0 0 15,2 0-10-15,-3 3-1 0,4-3-1 0,3 0 0 16,-4 0-11-16,5 0-3 0,-5 0 0 0,4 0 0 0,0 0-12 16,4 0-4-16,-4 0 0 0,-3 0 0 0,3 0-8 0,-4 6 0 15,4-6 0-15,-3 3 0 0,-4 4 0 0,0-1 0 16,4-3 0-16,-4 3 8 0,-7-6-8 0,7 10 0 15,3-1 0-15,-6-6-11 0,3 7 11 0,0 2 0 16,-3-2 0-16,3-1 0 0,0 1 13 0,-4-7-1 16,4 6-1-16,0 1 0 0,0 2-2 0,-3-3 0 15,3 1 0-15,-3-1 0 0,-1-6-9 0,4 7 0 16,0 2 0-16,-3-2 0 0,-1-1 0 0,-3 1 8 16,0-7-8-16,0 6 0 0,0 1 10 0,-3 2-10 15,3 1 12-15,-4-4-12 0,1 0 15 0,-1-2-4 0,1 2-1 16,-4 1 0-16,3-4-1 0,-3 3 0 0,3-6 0 15,-3 7 0-15,4-4-1 0,-4-3-8 0,0 3 12 16,0-2-4-16,-4 2-8 0,4 3 0 0,-4-9 9 0,1 10-9 16,-4-10 0-16,3 6 9 0,-3-3-9 0,0-3 0 15,-4 6 12-15,4-6-12 0,0 0 12 0,0 0-12 16,0 0 9-16,0-6-9 0,3 6 0 0,-3 0 9 16,0 0-9-16,3 0 0 0,-3-3-10 0,4 3 10 31,-1-6-30-31,4 6 0 0,0 0 0 0,7 0 0 0,0 0-110 15,0 0-21-15,0 0-5 0</inkml:trace>
  <inkml:trace contextRef="#ctx0" brushRef="#br0" timeOffset="17315.82">20655 13570 403 0,'11'6'36'0,"-11"-6"-36"16,0 0 0-16,0 0 0 0,0 0 230 0,0 0 39 15,0 0 8-15,0 0 2 0,0 0-198 0,0 0-39 16,0 0-8-16,0 0-2 0,0 0-3 0,0 0-1 0,0 0 0 0,0 0 0 15,0 0-20-15,-7 3-8 16,0-3 0-16,7 0 9 0,0 0-9 0,0 0 0 0,0 0 0 0,0 0 0 16,0 0 19-16,0 0-2 0,-7 0 0 15,0-3 0-15,-1 3 27 0,8 0 4 0,-3-6 2 0,-4 3 0 16,3-4 17-16,-3-2 3 0,4 9 1 0,3-10 0 16,-4 1-15-16,1 3-2 0,3-4-1 0,0 7 0 15,0-6-13-15,3-1-2 0,-3 1-1 0,4-4 0 16,-1 4-9-16,1 0-1 0,-1-4-1 0,4-3 0 15,0 1-11-15,1 5-3 0,-5-8 0 0,1 8 0 16,-1-9-12-16,4 4 0 0,0 2 0 0,-3-3 0 16,-4-2 27-16,0-1 5 0,7 3 2 0,0-3 0 15,-7 0-20-15,3 4-4 0,4-4-1 0,4-6 0 16,0 6 11-16,-4-6 3 0,0 6 0 0,3-6 0 16,4 6 8-16,-3-9 1 0,3 9 1 0,-3-6 0 15,3 6-20-15,-4-6-4 0,4 6-1 0,1-6 0 16,-1 7-8-16,-4-4 8 0,4 0-8 0,1 0 8 0,-5-3 3 15,4 0 0-15,0 3 0 0,-3-4 0 0,3 1 0 16,0 0 0-16,-3 3 0 0,3-3 0 0,0 0 5 0,0 3 2 16,0-3 0-16,-3 6 0 0,3-6-4 0,0 0-1 15,0 6 0-15,0 1 0 0,4-8-4 0,-1 8-1 16,1-1 0-16,0 0 0 0,3-6 0 0,0 6-8 16,-3-6 12-16,3 6-4 0,0-6-8 0,4 6 12 15,-1-6-12-15,5 3 12 0,-5-3-12 0,5 6 10 16,-5-6-10-16,4 0 10 0,-6 6-10 0,6 1 0 15,4-8 0-15,3 8 0 0,-7-7 0 0,4 6 0 0,-4 0 0 16,4-6 0-16,0 6 9 0,-1 0-9 16,-9 0 10-16,2 1-10 0,4-1 0 0,1-3 0 0,-8 9 0 15,0-12 0-15,0 10 0 0,0-4 0 0,4 6 0 16,-4-6 0-16,-3 4 0 0,3-1 0 0,7-3 0 0,-3 0 0 16,-4 4 0-16,4-4-8 0,-1 6 8 0,1-2 0 15,-4 5 0-15,8-5 0 0,-1 2 0 0,4-3 0 16,3 7 0-16,-3 0 0 0,-15-7 0 0,8 6 0 15,0 1-10-15,-4 0 10 0,0-1-8 0,0 1 8 16,-7 3 0-16,0-4 0 0,7 7 0 0,-10-3 8 16,0-4-8-16,-1 10 0 0,4-6 0 0,0-3 0 15,1 9 0-15,-5-4 0 0,-3-2 0 0,4-3 0 16,6 9 0-16,-6-10 0 0,-4 10 0 0,0-9 0 16,7 9 0-16,0-6 0 0,-7 3 0 0,4-4 0 15,-4-2 0-15,4 9 0 0,3-10 0 0,-7 10 0 0,-4-9 0 16,4 6 0-16,4-3 0 0,0-1 8 0,-4 4-8 15,0-3 0-15,0 6 0 0,0-3 0 0,-7 3 0 0,0 0 0 16,0 0 0-16,0 0 8 0,7-6-8 16,-7 6 0-16,0 0 8 0,0 0-8 0,3 0 0 0,-3 0 8 15,0 0-8-15,-3-4 0 0,-4-2 0 0,7 6 0 16,0 0 0-16,0-3 8 0,-11-3-8 0,4 6 0 16,7 0 0-16,0 0 0 0,-3-3 0 0,-1-4 0 15,1-2 0-15,3 9 0 0,0 0 0 0,-4-6 0 16,-3 3 0-16,7 3 8 0,3-7-8 0,-3 7 0 15,-10-9 0-15,-1 6 0 0,1-4 0 0,6-2 0 16,-3 0 0-16,0-1 8 0,-4 4-8 0,1 3 0 16,3-3 0-16,-7-4 0 0,0 1 0 0,0 6 0 0,3-4 0 15,-3-2 8-15,3 0-8 0,-3-1 0 0,0 4 0 0,0-4 0 16,3 7 0-16,1-6 0 0,-8-4 0 0,4 4 0 16,3 0 0-16,-3 5 0 0,4-5 0 0,-4 3 0 15,-8-4 0-15,8 1 0 0,0 0 0 0,0 2 8 16,-7 4-8-16,0-6 0 0,10 2 0 0,-3 4 8 15,-4-3-8-15,1 6 0 0,3-9 0 0,3 9 0 16,1 0 0-16,-1-7 0 0,-7 4 0 0,4 3 0 16,11 0 0-16,-4-6 0 0,-11 6 0 0,4-3 0 15,3-3 0-15,1 6 0 0,-1-4 0 0,1 4 0 16,-8-6 0-16,7 6 0 0,8-3 0 0,-1-3 0 16,-10 6 0-16,7-3 0 0,7 3 0 0,0 0 0 15,-7-7 0-15,7 7 0 0,-4 0 0 0,4 0 0 16,0 0 0-16,0 0 0 0,0 0 0 0,0 0 0 15,0 0-9-15,0 0 9 0,0 0-10 0,0 0 10 0,0 0-10 16,11 0 10-16,0 0-10 0,-1 0 10 0,-10 0 0 16,14 0-9-16,4 0 9 0,3 7 0 0,-10-4 0 0,3-3 0 15,3 6 0-15,5-3-8 0,-1-3 8 0,0 6 0 16,-7-2 0-16,7-4 0 0,4 9 0 0,-4-9 0 16,-3 6 0-16,-4-3 0 0,7 4 0 0,-3-1 0 15,-1-3 0-15,-6-3 0 0,-1 9 0 0,5-9 0 16,-1 7 0-16,-4-4-8 0,1-3 8 0,-4 6 0 15,7-3 0-15,0-3 0 0,-3 7 0 0,-4-4 0 16,3 3 0-16,4-6 0 0,1 6 0 0,-5-3 0 0,-3 4 0 16,4-4 0-16,-1-3 0 0,1 6 0 0,-11-6 0 15,7 3 0-15,0 7 0 0,4-10 0 0,-4 6 0 16,-7-6 0-16,0 0 0 0,0 0 0 0,10 3 0 16,-6 3 0-16,-4-6 0 0,0 0 0 0,0 0 0 0,7 10 8 15,-4-10-8-15,-3 0 0 0,0 0 0 0,7 9 0 16,8-3 0-16,-12-3 0 0,-3-3 0 0,0 0 8 15,7 7-8-15,-3-4 0 0,-4-3 0 0,0 0 8 16,0 0-8-16,0 0 0 0,7 6 0 0,-7-6 0 16,0 0 0-16,0 0 0 0,0 0 0 0,0 0 0 15,0 0 0-15,0 0 0 0,0 0 0 0,3 3 8 16,-3-3-8-16,0 0 0 0,0 0 0 0,0 7 8 16,7 2-8-16,-7-9 0 0,-7 6 0 0,4-3 8 15,3-3-8-15,0 10 0 0,0-1 0 0,-4 1 8 16,-6-1-8-16,3-3 0 0,7 4 0 0,-4 5 8 0,-3-5-8 15,0 2 0-15,3-2 0 0,1 5 0 0,-1 4 0 0,1-3 0 16,-4 3 0-16,0-4 0 0,3 4 0 16,-6 0 0-16,-4 0 0 0,3 0 8 0,4-1-8 15,0 8 0-15,-7-8 0 0,0 7 8 0,-1 1-8 0,5-5 0 16,-1 11 8-16,-3-10-8 0,0 3 8 0,0 3-8 16,3-3 8-16,1 0-8 0,3-6 0 0,0 6 9 15,3-3-9-15,4-6 0 0,-3 3 8 0,-1-1-8 16,-3-2 0-16,0 3 0 0,7-3 8 0,0-4-8 15,-11-2 0-15,8 5 0 0,3-5 8 0,-4-1-8 16,1 0 0-16,-4 1 0 0,-4 2 0 0,4-8 0 16,11 5-8-16,-8 0 8 15,-3-2-82-15,4-4-10 0,3-3-3 0,0 0 0 16,0 6-74-16,0-6-15 0,-4 3-4 0,4-3-604 0,0 0-122 16</inkml:trace>
  <inkml:trace contextRef="#ctx0" brushRef="#br0" timeOffset="18388.478">24518 10854 1094 0,'0'0'97'0,"0"0"-77"0,0 0-20 0,0 0 0 16,0 0 166-16,0 0 30 0,0 0 5 0,0 0 2 15,0 0-160-15,0 0-32 0,0 0-11 0,0 0 0 16,0 0 9-16,0 0-9 0,0-6 0 0,0 6 9 16,-3-10 7-16,-1 7 0 0,0-3 1 0,1 6 0 15,-1-9 19-15,-3 9 3 0,0 0 1 0,-3-7 0 16,-4 4 21-16,0 3 5 0,3-6 1 0,0 3 0 16,-3-4-5-16,4 7-1 0,-1-9 0 0,-3 6 0 15,3-3-16-15,1 3-3 0,-4-4-1 0,3 4 0 16,4-3-9-16,-4-4-3 0,-3 4 0 0,4 3 0 15,-4-3-7-15,3 3-2 0,-3-4 0 0,0 7 0 0,-4-9-20 16,4 9 8-16,-4 0-8 0,4 0 0 0,-3 0 0 16,-4 0 0-16,-1 0 0 0,1 6 0 0,0-3 0 15,-4-3 0-15,1 7 0 0,-1-4 8 0,0 6-8 16,1-3 0-16,-1-2 0 0,0 2 0 0,-3 3 0 0,7 1 0 16,0-1 0-16,-1 0 0 0,1 1 0 0,4-1 0 15,-1 4 9-15,4-4-9 0,-4 4 10 0,8-4-10 16,-4 7 8-16,3 0-8 0,0-4 0 0,1 7 0 15,-1-3 0-15,1 9 0 0,3-6 0 0,-4-1 0 16,4 11 0-16,-4 2 0 0,1-3 0 0,3 0 0 16,-4 1 0-16,1 5 0 0,-1-6 0 0,0 4 0 15,1-4 8-15,-1 0-8 0,1 0 0 0,3-3 10 0,-4 4-10 16,0 2 10-16,4-9 6 0,0 3 0 0,0 10 1 16,0-7 0-16,0 0-1 0,4-3 0 0,-1 3 0 0,4-3 0 15,0 0-2-15,0-3-1 0,4 3 0 0,-1 4 0 16,4-10 3-16,0 6 1 0,4-7 0 0,-4 4 0 15,0-3-17-15,4 0 10 0,-1 0-10 0,1 0 8 16,-1-4-8-16,1 4 0 0,3-3 9 0,-3 3-9 16,3-1 0-16,-4 1 9 0,4-3-9 0,-3 3 0 15,3-10 11-15,-3 10-11 0,3-3 10 0,0-7-10 16,0 4 12-16,-3 2-4 0,3 1-8 0,0-4 12 16,0-5-4-16,4 2-8 0,-4 1 11 0,3-1-11 15,-3-3 12-15,8 4-12 0,-5-7 12 0,4 3-12 16,1-6 15-16,2 9-4 0,1-9-1 0,0 0 0 15,-1 0-2-15,5 0 0 0,-5 0 0 0,8-6 0 16,-7 3-8-16,-1-3 0 0,1 6 9 0,0-3-9 0,-1-4 0 16,1 4 0-16,-4-3 0 0,0 6 8 0,-3-9-8 0,3 9 0 15,0-4 0-15,-3-2 0 0,0 6 0 0,-1-9 0 16,1 9 0-16,0-7 0 0,3 7-11 0,-4-9 0 16,-2 9 0-16,-1-3 0 15,0-3-18-15,0 3-4 0,-4-4-1 0,1-2 0 16,0 3-58-16,-4 2-11 0,3-5-2 0,1 3-1 15,-1-4-70-15,1 1-13 0,3-4-3 0,0-2-1 16,0 5-63-16,4-5-13 0</inkml:trace>
  <inkml:trace contextRef="#ctx0" brushRef="#br0" timeOffset="19290.445">25488 10666 115 0,'0'0'10'0,"0"0"-10"16,0 0 0-16,0 0 0 0,0 0 250 0,0 0 48 0,0 0 10 0,0 0 1 16,7-6-217-16,-7 6-44 0,4-10-9 0,-4 10-2 15,7-9-13-15,0 3-2 0,-4 2-1 0,-3 4 0 16,7-6 46-16,-3 3 9 0,-4 3 1 0,7 0 1 16,-7 0 12-16,0 0 2 0,0 0 1 0,0 0 0 15,0 0 4-15,0 0 1 0,0 0 0 0,0 0 0 16,0 0-37-16,0 0-7 0,0 0-2 0,0 0 0 15,0 0-12-15,7 3-4 0,-3 3 0 0,-1 4 0 16,1-1-15-16,-1 1-3 0,-3 5-1 0,4-2 0 16,-1 3-17-16,-3 9 0 0,4-13 0 0,-4 13 0 0,3 0 17 15,-3-3 0-15,4 10 0 0,-4-4 0 0,3 0-7 16,-3 7-2-16,0-1 0 0,0 4 0 0,-3-1 7 16,3 7 1-16,-7 0 0 0,7 0 0 0,-7-6 0 0,0 6 0 15,0-1 0-15,0-2 0 0,-8 0-16 0,5 3 8 16,3-3-8-16,0-4 0 0,0 1 19 0,0 6-3 15,0-10 0-15,0 10 0 0,3-9 13 0,-3-4 3 16,0 4 0-16,0-1 0 0,3 4-32 0,1-7 0 16,-1-3 0-16,1 1 0 0,-1-4 0 0,1-7 0 15,-1 8 0-15,1-8 9 0,-1 1-9 0,1 0 12 16,-1-3-12-16,4 2 12 0,-3-8-12 0,-1 9 8 16,0-10-8-16,4 0 8 0,0 1-8 0,-3 2 0 0,3-2 0 15,-4-7 0-15,1 6 0 0,3-2 0 0,0-7 0 0,-4 3 0 16,1 3 0-16,3-6 0 0,0 0-8 15,0 0 8 1,-4 3-44-16,4-3-4 0,0 0 0 0,0 0-1 16,0 0-67-16,0 0-14 0,-7 0-2 0,7 0-1 15,0 0-80-15,0 0-16 0,-14-9-3 0,14 9-1 0</inkml:trace>
  <inkml:trace contextRef="#ctx0" brushRef="#br0" timeOffset="19861.035">24906 12077 288 0,'0'0'25'0,"0"0"-25"0,0 0 0 0,-7 0 0 16,0-6 272-16,7 6 50 0,0 0 10 15,0 0 1-15,-7 0-218 0,7 0-44 0,0 0-9 0,0 0-2 16,0 0-9-16,0 0-3 0,7-3 0 0,4 3 0 15,3 0-8-15,0-7-3 0,3 7 0 0,1 0 0 16,3 0 25-16,0 0 5 0,4 0 1 0,-4 0 0 16,4 0-4-16,3 7 0 0,-3-7 0 0,0 3 0 15,-1-3-30-15,1 6-6 0,0-3-2 0,-1 3 0 16,-2-6 10-16,2 10 1 0,1-10 1 0,0 6 0 16,6-3-11-16,-2-3-3 0,2 0 0 0,1 0 0 15,3 0 19-15,1 0 3 0,-1 0 1 0,7-3 0 16,-3 3-26-16,0 0-5 0,-4 0 0 0,0-6-1 15,1 6-4-15,-1 0-1 0,4 0 0 0,-4 0 0 16,0 0 10-16,-3 0 1 0,3 0 1 0,-3 0 0 16,-4 6-11-16,1-6-3 0,-5 3 0 0,1-3 0 15,-4 0-8-15,0 0 0 0,-7 0 0 0,-3 0 8 16,3 7-8-16,-3-4-14 0,-4-3 3 0,-7 0 1 16,0 0-18-16,0 0-4 15,0 0-1-15,0 0 0 0,0 0-27 0,0 0-6 0,0 0-1 16,0 0 0-16,0 0-105 0,-4-10-20 0,-3 1-5 0,0-1-842 15</inkml:trace>
  <inkml:trace contextRef="#ctx0" brushRef="#br0" timeOffset="20588.974">25453 10613 230 0,'0'0'10'0,"0"0"2"0,0 0-12 0,0 0 0 16,0 0 0-16,0 0 0 0,0-7 188 0,0 7 36 16,0-9 6-16,0 9 2 0,7 0-144 0,-3-9-29 15,-4 9-6-15,0 0-1 0,0 0 27 0,0 0 5 16,0 0 0-16,0 0 1 0,0 0-24 0,0 0-5 16,0 0 0-16,0 0-1 0,0-10-11 0,0 10-3 15,0 0 0-15,0 0 0 0,0 0-11 0,0 0-2 16,0 0-1-16,0 0 0 0,7-6 0 0,-7 6 0 15,0 0 0-15,0 0 0 0,0 0-4 0,0 0-1 0,0 0 0 0,0 0 0 16,0 0 7-16,0 0 2 0,0 0 0 0,0 0 0 16,-7 6 5-16,-1-3 0 0,1 4 1 0,0 2 0 15,0-3 3-15,-3 4 0 0,3 2 0 0,-4-2 0 16,4 2-17-16,0 1-3 0,-4 2-1 0,1-2 0 16,3 9-9-16,0-10-2 0,-4 7 0 0,4-3 0 15,0 3 2-15,-4-1 0 0,1 8 0 0,-1-8 0 16,1 1 2-16,-4 3 1 0,3 0 0 0,-3-3 0 15,0 6 9-15,0 0 2 0,3-6 0 0,-3 6 0 16,3-3 12-16,-3-6 4 0,4 2 0 0,3 1 0 16,0-3-25-16,3 0-5 0,-3-4-1 0,3-2 0 15,1 5-9-15,-1-5 0 0,4 5 0 0,-3-5 8 16,-1-1-8-16,4-6 0 0,0 7-10 0,0-4 10 16,0-6-91-16,0 9-12 0,0-9-2 15,0 0-720-15,7 10-144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16T10:44:24.1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2011 9631 644 0,'0'0'28'16,"0"0"7"-16,0 0-35 0,0 0 0 0,0 0 0 0,0 0 0 0,0 0 32 0,0 0 0 16,0 0 0-16,0 0 0 15,0 0 38-15,0 0 7 0,7-6 2 0,-7 6 0 16,0 0 1-16,0 0 1 0,0 0 0 0,0 0 0 15,0 0-29-15,0 0-7 0,0 0-1 0,0 0 0 0,0 0 0 0,0 0-1 16,0 0 0-16,0 0 0 0,0 0 5 0,0 0 0 16,0 0 1-16,0 0 0 0,0 0-15 0,-7 6-3 15,3-3-1-15,4 7 0 0,-7-4 3 0,7-3 1 16,0-3 0-16,-3 6 0 0,3 4-5 0,-7-1-1 16,7 1 0-16,-4-1 0 0,1-3 0 0,3 4 0 15,-7-1 0-15,7 0 0 0,-4 7-12 0,4-3-4 16,-7 2 0-16,7-5 0 0,-4 9 3 0,4-4 0 15,-3-2 0-15,3 12 0 0,-7-6 17 0,3 3 4 16,4 0 1-16,-7 3 0 0,4 3-17 0,-4-3-4 0,7 3-1 16,-4-3 0-16,1 4 1 0,3-1 1 0,-7-3 0 15,7 3 0-15,-4-3-17 0,-3 0 0 16,3-3 0-16,1 3 0 0,-4 0 20 0,3 0 0 16,-6-3 0-16,3 3 0 0,3 1-2 0,1-8 0 0,-4 11 0 0,3-4 0 15,-6 0-3-15,6-3-1 0,-3-3 0 0,3 6 0 16,4-7 0-16,-10-2 0 0,3 3 0 0,3-3 0 15,-6-4-14-15,6 4 0 0,4-7 0 0,0 1 0 16,-10-1 10-16,10 0-1 0,-4 1 0 0,4-10 0 16,0 0-9-16,0 0 0 0,-7 0 0 0,7 0 0 15,0 0 20-15,0 0-2 0,0 0 0 0,0 0 0 16,0 0-37-16,0 0-7 16,-4 0-2-16,4 0 0 0,-10 0-5 0,10 0-2 15,0 0 0-15,0 0 0 0,-7 0-144 0,3-10-29 0,1 7-5 16</inkml:trace>
  <inkml:trace contextRef="#ctx0" brushRef="#br0" timeOffset="1191.301">2681 9421 1029 0,'0'0'45'0,"0"0"11"0,0 0-45 16,0 0-11-16,0 0 0 0,0 0 0 0,0 0 73 0,0 0 13 15,0 6 2-15,-7 4 1 0,7-10-27 0,0 0-6 16,0 9 0-16,-3 1-1 0,3-1-6 0,-4 7-1 16,4-7 0-16,-7 0 0 0,3 1-12 0,4-1-2 15,-7 1-1-15,0 5 0 0,7-5-1 0,-10 5-1 16,10-2 0-16,-11 3 0 0,4-1-3 0,4-2 0 15,-1 3 0-15,-7-4 0 0,4 4-1 0,0-7-1 16,0 7 0-16,4-7 0 0,3 1 4 0,-7 5 1 16,3-5 0-16,4-7 0 0,-7 6-15 0,4 1-4 15,3-10 0-15,0 0 0 0,0 6-2 0,0-6-1 0,0 0 0 16,0 0 0-16,0 0 0 0,0 0 0 0,0 0 0 0,0 0 0 16,0 0-9-16,0 0 12 0,0 0-12 15,0 0 12-15,0 0 12 0,0 0 4 0,0 0 0 0,0 0 0 16,0 0-28-16,10 0 0 0,-10 0 0 0,4 0 0 15,6 0 11-15,-3 0-3 0,-7 0-8 0,14 0 12 16,-3 0-12-16,-7 3 0 0,6-3 0 0,1 6 0 16,-11-6 0-16,10 0 0 0,-3 0 0 0,4 7 0 15,0-4 0-15,-8-3 0 0,8 0 0 0,-4 9 0 16,3-9 0-16,-3 6 0 0,0-2 0 0,4 2 0 16,-4 3 0-16,4 1 0 0,-4-10 0 0,3 9 0 15,-3-3 12-15,4-3-4 0,-1 4-8 0,1-4 12 16,-7 3-4-16,6-3-8 0,-3 4 11 0,7-4-11 15,-10 3 11-15,3 3-11 0,-4-2 10 0,8-4-10 0,-7 6 12 16,3 1-3-16,-4-1-1 0,1-3 0 0,-1 4-8 16,4 5 10-16,0-11-10 0,-3 5 10 0,3 0-10 0,-7 1-9 15,3 5 9-15,1-5-13 0,-4-1 36 0,7 1 7 16,-7-1 2-16,0 0 0 0,4 7-32 0,-4-6 0 16,0-1 0-16,0 0 0 0,0 1 0 0,0-1 0 15,0 4 0-15,-4-1 9 0,4-5-1 0,0 2 0 16,0 0 0-16,-7 1 0 0,3-1 1 0,1 1 0 15,-4-1 0-15,3-3 0 0,-6 4-9 0,6-1 0 16,1 0 0-16,-1 1 0 0,-6-1 12 0,6 1-2 16,4-1-1-16,-11-3 0 0,8 4-9 0,-8-1 0 15,4-3 0-15,4 4 0 0,-1-7 8 0,-6 6 0 16,10-2 0-16,-11 2 0 0,4-9-8 0,0 9 0 0,0-2-12 16,3-4 12-16,-10 3 0 0,7-3 13 0,-3-3 0 15,-1 7 0-15,4-4 7 0,-4-3 0 0,-3 0 1 0,4 6 0 16,-1-6-21-16,-3 0-16 0,3 3 2 0,-3-3 1 15,4 0 21-15,-8 6 4 0,11-6 0 0,-11 4 1 16,11 2-13-16,-3-6-16 0,-8 0 3 0,11 0 1 16,-4 6 12-16,-3-3 16 0,4-3-3 0,-1 0-1 15,1 0-12-15,6 0-16 0,-6 0 3 0,-5 0 1 16,8 0 12-16,-3 0 16 0,6 0-3 0,-6 0-1 16,-1 0-12-16,8-3 0 0,-8-3 0 0,7 6-10 15,-6-6 2-15,3 2 0 0,3-2 0 0,-6 3 0 16,6-3-13-16,-3-4-3 0,4 1 0 0,3-1 0 15,0 1-42-15,0-7-9 16,-7 7-1-16,-1-10-1 0,8 10-95 0,0-7-20 0,4-3-3 16,0 7-1-16,3-10-9 0,-4 9-3 0,4-28 0 15,7 13 0-15</inkml:trace>
  <inkml:trace contextRef="#ctx0" brushRef="#br0" timeOffset="1746.415">2607 9543 1044 0,'0'0'46'0,"0"0"10"0,0 0-45 0,0 0-11 0,0 0 0 0,0 0 0 15,0 0 67-15,0 0 11 0,0 0 2 0,0 0 1 16,0 0-13-16,0 0-4 0,0 0 0 0,0 0 0 15,0 0 0-15,-7 0-1 0,7 0 0 0,0 0 0 16,0 0 2-16,0 0 1 0,0 0 0 0,0 0 0 0,7 10 4 0,-7-10 1 16,0 0 0-16,7 9 0 0,0-3-19 15,4-2-3-15,-1-4-1 0,4 6 0 0,-3-6-4 0,3 3-2 16,7-3 0-16,-7 0 0 0,4-3-10 0,3-3-1 16,11 2-1-16,-7-2 0 0,3 6-8 0,4-9-2 15,-4 6 0-15,4-4 0 0,3 7-10 0,-3-6-2 16,-1 3-8-16,1-3 12 0,0 6-12 0,0-4 11 15,-4-2-11-15,0 3 10 0,-3-3-10 0,3 6 0 16,4-3 9-16,-4-4-9 0,-3 4 0 0,-1-3 9 16,8 0-9-16,-4 3 0 0,-3-4 0 0,7 7 0 15,-8-3 0-15,5-3 0 0,-5 6 0 0,-2-3 0 16,2 3 0-16,-6-6 0 0,3 6-15 0,-3 0 0 16,-4 0 0-16,0-4 0 15,-4 4-118-15,5 0-24 0,-5-6-5 0,-3 6-915 0</inkml:trace>
  <inkml:trace contextRef="#ctx0" brushRef="#br0" timeOffset="3304.954">4078 9703 403 0,'0'0'36'0,"0"0"-36"0,0 0 0 0,0 0 0 0,0 0 153 0,0 0 24 16,0 0 5-16,0 0 1 0,0 0-115 0,0 0-22 15,0 0-5-15,0 0-1 0,0 0-3 0,0 0-1 16,0 0 0-16,0 0 0 0,0 0-6 0,0 0-2 15,0-6 0-15,0 6 0 0,0 0 18 0,7-3 3 16,-3-7 1-16,3 4 0 0,-7 6 6 0,0-3 2 16,0 3 0-16,10-6 0 0,-3-4-24 0,0 4-5 15,-3 3-1-15,3-3 0 0,7 6 7 0,-10-3 1 16,3-4 0-16,3 4 0 0,-3-3-20 0,4 6-4 16,-4-10-1-16,7 10 0 0,-3-3 2 0,-4-3 1 15,10 0 0-15,-10 3 0 0,4-4 1 0,7 4 0 0,-11 3 0 16,10-6 0-16,-10 3 1 0,11-3 0 0,-7 2 0 0,3-2 0 15,0 6-6-15,0-3-1 0,-3-3 0 16,3 6 0-16,3 0-9 0,-10 0 12 0,0 0-12 0,4 0 12 16,3 0-12-16,-7 0 0 0,7 0 9 0,-10 0-9 15,3 6 9-15,0-3-9 0,0-3 12 0,4 10-12 16,-11-10 12-16,10 9-4 0,-3-3 0 0,0 4-8 16,-7-1 17-16,7 0-3 0,-3 1-1 0,3-1 0 15,0 1 4-15,-7-1 1 0,3 7 0 0,1-7 0 16,-4 1-18-16,4 5 0 0,-4-5 8 0,0-1-8 15,0 10 8-15,0-10-8 0,0 7 12 0,-4-7-12 16,4 7 11-16,-4-3-11 0,1 2 10 0,-4 4-10 16,3 0 9-16,1-3-9 0,-4 2 8 0,3 1-8 15,-6 0 8-15,3-3-8 0,0 3 0 0,7-1 8 0,-11 7-8 16,4-6 0-16,0 0 9 0,0 3-9 0,3 0 11 16,-10-3-3-16,7-4 0 0,4 11 0 0,-8-14-8 0,0 10 0 15,4-9 0-15,0 5 8 0,-3-2 11 0,-1 0 1 16,1-4 1-16,6 7 0 0,-14-3-3 0,11-1-1 15,-7-2 0-15,4 6 0 0,-1-4-17 0,-3 1 0 16,3-3-11-16,-6 2 11 0,10 4 0 0,-11-3 0 16,4 3 10-16,3-7-2 0,-6 4-8 0,6 0 11 15,-7-4-11-15,11 4 12 0,-10-7-12 0,3 1 0 16,3-1 0-16,1 0 0 0,-5-2 8 0,5-4 0 16,3 3 0-16,-11-6 0 0,8 3 0 0,-5 4-8 0,5-7 12 15,3 0-4-15,-11 0-8 0,8 0 10 0,-5 0-10 16,5 0 10-16,3-10 0 0,-4 10 0 0,-3-6 0 15,-4 6 0-15,8-10-10 0,3 1 0 0,-4 0 0 0,-3-1 0 16,7 1 0-16,4-1 0 0,-12 1 0 0,12-7 0 16,-4 7 0-16,0 0 0 0,3-1 0 0,4 1 0 15,0-1 0-15,-7 1 0 0,7-1 0 0,0 1 0 16,7-3-8-16,-7 2 8 0,0 1-10 0,0-1 10 16,11 1-10-16,-11-1 10 0,7 1-10 0,-4 3 10 15,5-4 0-15,-1 7-9 0,3-12 9 0,4 5 0 16,-10 7 0-16,6-10-8 0,4 10 8 0,4-3 0 15,-4-3 0-15,4 6 0 0,0-4 0 0,-4-2 0 16,7 9 0-16,-7-3-8 0,0-4 8 0,7 7-12 16,-7 0 12-16,7 0 0 0,-10 7 8 0,3-7-8 0,4 3 0 15,-1-3 0-15,-6 9 0 0,3-2-8 0,0-4 8 0,0 3 0 16,0-3 0-16,-3 6 0 0,0-2 8 0,-1 2-8 16,1 1 8-16,-1 5-8 0,1-5 12 0,3-1-1 15,-3 0-1-15,-8 1 0 0,8-1-2 0,-1 1 0 16,-3-1 0-16,4 7 0 0,0-7 5 0,-1 1 1 15,-3-1 0-15,0 0 0 0,0 7-4 0,0-6-1 16,4 5 0-16,0-5 0 0,-4 2 3 0,-4-6 0 16,4 4 0-16,7-1 0 0,-10 7-4 0,3-7 0 15,0-6 0-15,0 7 0 0,-3-4-8 0,3 4 0 16,0-1 0-16,0 0 8 0,3-2-8 0,-6-4 0 16,-4-3 0-16,10 9 8 0,1-9-8 0,0 6 8 0,-1-6-8 0,-3 4 8 15,4-4-8-15,-1 0-9 0,4 0 9 0,-3 0-13 31,3-4-20-31,-3 4-4 0,3-6-1 0,0 6 0 16,-3-3-91-16,-1-3-19 0,4 6-3 0,-3-3-618 0,-1-4-124 0</inkml:trace>
  <inkml:trace contextRef="#ctx0" brushRef="#br0" timeOffset="3968.319">5249 9562 874 0,'0'0'19'0,"0"0"4"0,0 0 1 0,0 0 1 0,0 0-25 0,0 0 0 0,0 0 0 0,0 0 0 15,0 0 66-15,0 0 8 0,0 0 2 0,0 0 0 16,0 0 32-16,0 0 6 0,0 0 2 0,0 0 0 16,0 0-42-16,0 0-8 0,7 10-2 0,-3-1 0 15,-4 0-28-15,3 1-7 0,-3 2-1 0,4 1 0 16,0 3 16-16,-1-7 4 0,1 10 0 0,-4-4 0 16,0-2-14-16,7 6-2 0,-7 3-1 0,0-3 0 15,0-1 8-15,0 1 1 0,0 6 1 0,0 0 0 16,0-3 3-16,0 3 0 0,0 4 0 0,-7 5 0 15,7-6-19-15,-4 4-3 0,1-4-1 0,3 0 0 16,-4 0-5-16,4-3 0 0,-4 10-1 0,4-10 0 16,-3 3 10-16,3-6 3 0,-4 3 0 0,4 0 0 15,0 4-7-15,-3-4-1 0,3-7 0 0,0 11 0 0,0-10-6 0,0 6-2 16,3-7 0-16,-3 8 0 0,4-8 0 0,-4 1 0 16,3-3 0-16,1 3 0 0,-4-1-4 0,0-8 0 15,4 6-8-15,-4-7 12 0,0 7 1 0,3-7 0 16,-3-6 0-16,0 7 0 0,0-10-13 0,0 6 0 15,0-6 0-15,0 9-10 0,-3 1 10 0,3-10 0 16,0 0 0-16,0 0 0 0,0 6-11 0,0-6 0 16,0 0 0-16,0 0 0 15,0 0-22-15,0 0-5 0,0 0-1 0,0 0 0 16,0 0-81-16,0 0-16 0,7-6-3 0,3 3-593 16,4-13-118-16</inkml:trace>
  <inkml:trace contextRef="#ctx0" brushRef="#br0" timeOffset="5124.265">5754 9669 633 0,'0'0'56'0,"0"0"-44"16,0 0-12-16,0 0 0 0,0 0 75 0,0 0 13 15,0 0 2-15,0 0 1 0,0 0-22 0,3 9-4 16,-3-9-1-16,0 0 0 0,4 6 23 0,-4-6 4 16,0 0 1-16,0 0 0 0,0 0 6 0,0 0 2 15,0 0 0-15,0 0 0 0,0 0-35 0,0 0-6 16,0 0-2-16,10 0 0 0,-2-6-8 0,-1 6-1 16,3-3-1-16,-3-3 0 0,4 6-31 0,-4-10-5 15,3 4-2-15,1 3 0 0,0-3 6 0,-1-4 1 0,1 1 0 16,3 6 0-16,0-4-4 0,0-2 0 0,0 0 0 0,4-1 0 15,-4 4-2-15,4-3-1 0,-1 5 0 0,1-2 0 16,-4 6-9-16,0-3 0 0,4 3 9 0,-1-6-9 16,-6 6 0-16,0 0 0 0,3 0 0 0,0 6 0 15,0-3 14-15,-4-3-2 0,5 0 0 0,-5 0 0 16,4 0-12-16,-3 0 8 0,3 6-8 0,-3-6 0 16,-1 0 12-16,-3 0-3 0,4 0-1 0,-4 4 0 15,-4-4-8-15,4 6 0 0,0-3 0 0,-7-3 0 16,8 6 0-16,-5-3 8 0,1 4-8 0,-1 2 8 15,1-3-8-15,-4-6 8 0,0 13-8 0,0-4 8 16,3 1 0-16,-6-4 0 0,3 3 0 0,-7 1 0 16,3 5 4-16,-3-5 0 0,3-1 0 0,-3 1 0 15,0-7 12-15,0 9 4 0,0-9 0 0,0 7 0 16,-3-1-28-16,-1 1-9 0,0-4 0 0,1-3 0 16,-4 3 9-16,0 4 12 0,-4-1-2 0,4 1-1 0,-7-1-9 15,3-3 0-15,4-3 0 0,-11 4 0 0,8 2 0 16,-1-3 0-16,4-3 8 0,-4 7-8 0,4-10 0 0,0 6 0 15,0-3 0-15,3-3 0 0,4 0 0 0,0 0 12 16,0 0-12-16,4 0 12 0,3 0-12 0,0 0 0 16,0 0 0-16,0 0 0 0,0 0 0 0,0 0 0 15,0 0 0-15,0 0 0 0,0 0 0 0,0 0 0 16,10 0 0-16,1 7 0 0,3-4 0 0,0-3 0 16,0 0-12-16,0 0 12 0,4 0 0 0,0 0 8 15,3 0 2-15,-4 6 0 0,1-3-10 0,0 3 0 16,-1 1 0-16,8-4 0 0,-11 6 0 0,4 1 0 15,3-4 0-15,-4 3 0 0,-2-6 0 0,2 7 10 16,-3-4-10-16,4 4 10 0,-4 5-10 0,0-5 12 16,0-1-12-16,-3 0 12 0,-1 1-3 0,5-1 0 0,-5 7 0 15,1-7 0-15,-1 7-9 0,1-3 0 0,0 2 0 0,-4-2 8 16,3 2-8-16,-3-5 12 0,0 6-12 0,0-4 12 16,0 4-12-16,-3-7 12 0,3 10-12 0,-4-10 12 15,5 7-12-15,-5-7 12 0,1 7-12 0,-1-3 12 16,-3-4-12-16,4 7 0 0,-4-1 9 0,0-2-9 15,0-4 12-15,0 1-3 0,3 5 0 0,-3-5 0 16,-3 6-1-16,3-7-8 0,0 0 12 0,-4 1-4 16,1-1-8-16,-1 1 10 0,1-1-10 0,-1 7 10 15,-3-7-2-15,3 1-8 0,-6-1 12 0,3 0-4 16,-4 1 1-16,1-1 0 0,-1 1 0 0,0 2 0 16,-3 1-9-16,4-7 0 0,-4 3 0 0,0-6 0 0,-1 7 0 15,1-4 12-15,0-6-4 0,-3 10 0 0,-1-10-8 16,-3 6 0-16,7-3 0 0,0 6 0 15,-4-9 0-15,0 7 0 0,4-7 0 0,-3 3 8 16,6 3-8-16,0-3 0 0,-3-3 0 0,4 0 0 0,-1 0 0 16,0 0 0-16,-3 0 8 0,4 0-8 0,-4 0 0 0,3-3 0 15,4-3 0-15,-4 6 0 16,1-10-34-16,3 7 1 0,3-3 0 0,-3 3 0 16,0-3-87-16,4-4-18 0,-4 4-3 0,7 3-1 15,-4-4-84-15,4 7-17 0</inkml:trace>
  <inkml:trace contextRef="#ctx0" brushRef="#br0" timeOffset="13156.018">1887 11952 864 0,'0'0'76'15,"0"0"-60"-15,0 0-16 0,0 0 0 0,0-7 29 0,0 7 3 16,0-3 1-16,0 3 0 0,0-9-33 0,0 3 0 16,0-4 0-16,0 10 0 0,-7-6 56 0,7 3 4 15,-3-4 0-15,3 7 1 0,0-3 51 16,0-6 9-16,0 3 3 0,0-4 0 0,-7 10-24 0,14-9-5 16,-7-1-1-16,0 4 0 0,0 3-38 0,0-3-7 15,3 3-1-15,-3-4-1 0,7 4-14 0,-7-3-2 16,0-4-1-16,0 10 0 0,0-3-8 0,0 3-2 15,4-6 0-15,-4 6 0 0,0 0-7 0,0 0-1 16,0 0-1-16,0 0 0 0,0 0 4 0,0 0 1 16,0 0 0-16,0 0 0 0,0 0-2 0,0 0 0 15,0 0 0-15,0 0 0 0,0 0 1 0,0 0 0 16,0 0 0-16,0 0 0 0,0 0-5 0,0 0-1 0,0 0 0 16,0 0 0-16,0 0 2 0,0 0 0 0,0 0 0 15,0 0 0-15,0 0-2 0,0 0 0 0,0 0 0 0,0 0 0 16,0 0 0-16,0 0 0 0,0 0 0 0,0 0 0 15,0 0 3-15,0 0 0 0,0 0 0 0,0 0 0 16,0 9-12-16,0 1-16 0,7 6 4 0,-7-7 1 16,0 0 11-16,0 10 16 0,-7 0-4 0,7-3-1 15,0 12-3-15,-4-9 0 0,4 12 0 0,-7-3 0 16,7 1-8-16,-3-1 0 0,3 6 0 0,-7 1-11 16,7 2 11-16,-4-2 0 0,1 9 0 0,-4-7 0 15,3 4 8-15,-3-3-8 0,4 6 8 0,3-7-8 16,-11 7 0-16,7-6 0 0,4 6 0 0,0-3 0 15,-7-4 11-15,4 1-3 0,3-4 0 0,0 1 0 16,0-7 2-16,0 0 0 0,0-3 0 0,0-6 0 16,3 0-10-16,-3-3 8 0,-3-1-8 0,3-2 8 0,0-4 13 15,0-2 3-15,0-7 0 0,0 0 0 0,0 3-8 16,0-3 0-16,0 0-1 0,0 0 0 0,0 0-6 0,0 0-1 16,0 0 0-16,0 0 0 15,0-10-31-15,0 1-6 0,-7-1-2 16,3 1 0-16,1-7-117 0,3 4-24 0,0-4-5 0,3-3-573 15,1 0-114-15</inkml:trace>
  <inkml:trace contextRef="#ctx0" brushRef="#br0" timeOffset="14210.875">2709 11757 1238 0,'0'0'55'0,"0"0"11"0,0 0-53 0,0 0-13 16,0 0 0-16,0 0 0 0,0 0 59 0,0 0 9 15,0 0 1-15,-3 0 1 0,3 0-30 0,0 0-5 16,0 0-2-16,0 0 0 0,0 0 19 0,0 0 4 0,0 0 1 16,0 0 0-16,-4 0 3 0,4 0 1 15,-7 0 0-15,7 0 0 0,-3 0-12 0,3 0-2 16,-11 0-1-16,11 6 0 0,-10-2-17 0,10-4-3 0,-4 6-1 0,-3 3 0 15,3 1-17-15,-3-1-8 0,0 7 8 0,7-4-8 16,-10-2 16-16,3 5-1 0,-4 1-1 0,8-3 0 16,-1 5 18-16,-3-2 4 0,3 0 1 0,-6-4 0 15,6-2-23-15,-3 5-5 0,4 1-1 0,-4-3 0 16,3-4 8-16,4 0 2 0,-7 1 0 0,7-4 0 16,-3 4-1-16,-1-4 0 0,4-6 0 0,0 3 0 15,0-3-4-15,0 6-1 0,-7-3 0 0,7-3 0 16,0 0-12-16,0 0 11 0,0 0-11 0,0 10 10 15,0-10-10-15,0 0 0 0,0 0 0 0,0 0 0 16,0 0 8-16,0 0-8 0,0 0 0 0,0 0 8 16,0 0 0-16,0 0 0 0,0 0 0 0,0 0 0 15,0 0 1-15,11 0 0 0,-1-3 0 0,1-4 0 16,-1 4-9-16,-3-3 10 0,4 6-10 0,-4-3 10 0,0-3-10 16,4 6 0-16,-1 0 0 0,-3-4 0 0,7 4 0 15,-10 4 0-15,7-4-9 0,-1 0 9 0,-6 6 0 0,6-3-8 16,-3 3 8-16,7-3 0 0,-10 4-8 0,7-4 8 15,-1 3 0-15,1 3 0 0,-1-9 0 0,-3 10 0 16,0-10 0-16,4 9 0 0,3-9 0 0,-3 10 0 16,-8-4 0-16,4-3 0 0,0 6 0 0,0-2 0 15,4-4 0-15,-8 3 9 0,8 4-9 0,0-1 0 16,-8 7 0-16,4-7 0 0,0 0 0 0,0 1 0 16,-3 9 0-16,3-10 0 0,0 7 0 0,0-7 0 15,-3 7 0-15,3-7 0 0,-4 4 0 0,1-4 0 0,3 7-10 16,-4-7 10-16,4 7 0 0,-7-7 0 0,4 1 0 15,-4-1 0-15,0 7 0 0,0-7 0 0,0 1 10 16,-4-1-10-16,4 1 12 0,-7-1-2 0,4 0-1 0,-4 7 0 16,0-7-1-16,-4 1 0 0,-3-1 0 0,3 7 0 15,-3-4-8-15,4-2 0 0,-8-1 0 0,4 7-11 16,-4 0 19-16,1-7 4 0,-1 4 1 0,0-7 0 16,-6 10-3-16,6-4-1 0,-7-3 0 0,4 1 0 15,-4-4-9-15,1 4 12 0,-1-4-12 0,0-3 12 16,-3 6-4-16,3-9-8 0,-3 7 12 0,4-7-4 15,-1 3-8-15,0-3 0 0,0 0 9 0,8 0-9 16,3 0 8-16,0 0-8 0,-11-3 10 0,7-4-10 16,4 7 0-16,-4-3-18 0,8-3 2 0,-1-3 1 15,-3 2-118-15,7-2-24 16,4-1-5-16,-8-8-979 0</inkml:trace>
  <inkml:trace contextRef="#ctx0" brushRef="#br0" timeOffset="14769.704">2656 11826 633 0,'0'0'56'0,"0"0"-44"0,0 0-12 0,0 0 0 16,0 0 200-16,0 0 37 0,0 0 8 0,-7 0 2 16,7 0-107-16,0 0-20 0,0 0-5 0,0 0-1 0,0 0-26 0,0 0-4 15,0 0-2-15,0 0 0 16,0 0-32-16,0 0-6 0,0 0-2 0,0 0 0 16,0 0-16-16,7-6-3 0,4 6-1 0,3-10 0 0,-3 7 12 0,6-3 2 15,1 0 1-15,7 3 0 0,-1-4-5 0,1-2 0 16,10 0-1-16,1 5 0 0,-1-5-7 0,4 3-2 15,0-4 0-15,3 4 0 0,0-3-5 0,1 9-1 16,-8-10 0-16,0 7 0 0,4-3-16 0,0-4 0 16,-1 10 0-16,5-9 0 0,-4 9 0 0,-4-6 15 15,4 3-3-15,-4 3-1 0,-3-7-11 0,3 7 0 16,-7-3 0-16,4 3 8 0,-7-6-8 0,-8 6 0 16,8 0 0-16,-4-3 0 0,0 3-13 0,-7 0-8 15,8 0-2-15,-12 0 0 16,8 0-117-16,-1 0-24 0,-2-6-5 0,-1 6-559 0,7 0-111 15</inkml:trace>
  <inkml:trace contextRef="#ctx0" brushRef="#br0" timeOffset="15347.666">4233 11694 1666 0,'0'0'36'0,"0"0"8"0,0 0 2 0,0 0 2 0,0 0-39 0,0 0-9 0,0 0 0 0,0 0 0 16,0 0 31-16,7 0 4 15,-7 0 1-15,0 0 0 0,0 0-4 0,4 10 0 0,-4-10 0 0,3 6 0 16,-3 4 16-16,4-7 4 0,-4 6 0 0,0 1 0 16,0 5-11-16,-4 1-1 0,4-4-1 0,-3 4 0 15,-1 3-6-15,4 6-1 0,-10-6 0 0,3 9 0 16,0-3 11-16,0 0 1 0,3 3 1 0,-6 1 0 16,-1 5-15-16,7 1-3 0,-6 2-1 0,3-9 0 15,0 7 0-15,0-1 0 0,3 1 0 0,-3-7 0 16,0 0-10-16,4-3-3 0,-1 4 0 0,0-4 0 15,4 3-3-15,0-9-1 0,-7 6 0 0,7-6 0 16,0 0-9-16,0 6 0 0,0-10 0 0,0-2 0 16,-3 3 9-16,3-7-9 0,0 7 10 0,0-13-10 15,-4 6 0-15,4-9-15 0,0 0 2 0,0 0 0 16,0 0-136-16,0 0-27 16,0 0-6-16,0 0-861 0</inkml:trace>
  <inkml:trace contextRef="#ctx0" brushRef="#br0" timeOffset="16494.18">5154 11848 57 0,'0'0'0'0,"0"0"0"0,0 0 0 0,0 0 0 0,11-3 176 0,-11 3 29 16,0 0 7-16,3-6 0 0,4 6-79 0,-7 0-16 15,0 0-3-15,0 0-1 0,7-3 7 0,-7 3 0 16,4-7 1-16,-4 7 0 0,7-9-20 0,-4 9-4 15,1-10-1-15,-1 7 0 0,-3 3-25 0,8-6-6 16,-5-3-1-16,8 9 0 0,-11-7-10 0,7-2-2 16,-4 6-1-16,4-3 0 0,0 2-24 0,0-2-5 15,0-3-1-15,1-1 0 0,6 4-11 0,-7 3-2 16,3-6-8-16,1 2 12 0,-1 4-12 0,1-3 9 16,3-4-9-16,-3 1 8 0,3 9-8 0,-4-9 0 15,5 2 9-15,-5 4-9 0,1-3 8 0,-1 3-8 16,1-3 10-16,-1 2-10 0,5-2 13 0,-8 6-3 15,0-9-1-15,0 9 0 0,3 0-9 0,-6 0 10 16,3 0-10-16,0 0 10 0,4 6-10 0,-8-3 0 16,4-3 0-16,0 6 0 0,0-2 0 0,0 2 0 0,0-3 0 15,4 3 0-15,-8 4-11 0,4-1 11 0,-3 0-8 0,3 1 8 16,0-1 0-16,0 1 0 0,-3 5 0 0,3 1-8 16,-4-3 8-16,1 2 0 0,-4-5 0 0,0 8 8 15,0-2-8-15,0 3 8 0,0-6-8 0,-4 8 8 16,-3-2 0-16,4 0 0 0,3 0 0 0,-4 0 0 15,-3 6-8-15,4-6 0 0,-1 6 0 0,1-6-8 16,-1-1 8-16,0 1 0 0,-3 3 0 0,0-3 8 16,4 0-8-16,-4 0 9 0,0-1-9 0,0-2 10 15,-4 3-10-15,4 0 12 0,-7-10-12 0,0 7 12 16,0 3-3-16,0-4 0 0,-1-2 0 0,-2-4 0 16,3 7-1-16,0-7 0 0,0 1 0 0,-1-1 0 15,1-3-8-15,-3-2 10 0,3 2-10 0,3 3 10 16,-3-9-10-16,3 10 8 0,-3-10-8 0,4 6 8 0,-1-6 0 15,0 3-8-15,1-3 12 0,-4 0-4 0,7 0-8 16,-7 0 0-16,3 0 0 0,-3 0 0 0,3 0-10 0,1 0 10 16,-1 0-13-16,1 0 5 0,2 0 8 0,1 0 0 15,0 0-9-15,7 0 9 0,0 0 0 0,0 0 0 16,0 0-9-16,0 0 9 0,0 0 0 0,0 0 0 16,0-9 0-16,0 9 0 0,7-10-12 0,-3 10 0 15,3-9 1-15,0 9 0 0,-7 0 11 0,7-6-12 16,4 2 12-16,-4-2-12 0,0 6 12 0,3 0-8 15,1-3 8-15,0 3-8 0,-4 0 8 0,3 0 0 16,4 0 0-16,-3 3-8 0,-1-3 8 0,1 0 0 16,0 6 0-16,3-2 0 0,-4 2 0 0,1-6 0 0,3 3 0 15,-3 3 0-15,-1 0 10 0,4-2-2 0,-3 2-8 16,3-3 12-16,0 6 2 0,0-2 0 0,0-4 0 16,0 3 0-16,1 4-2 0,-5-4 0 0,8-3 0 0,-4 6 0 15,4 1-4-15,-11-1 0 0,7 1-8 0,0-1 12 16,0 4-12-16,-4-4 11 0,1 0-11 0,3 1 10 15,-3-1 0-15,3 1 0 0,-4-1 0 0,-2-3 0 16,2 4-10-16,1-7 0 0,-1 6 0 0,1-3 0 16,-4-2 0-16,7 2 8 0,-3-6-8 0,-1 3 8 15,1 3-8-15,-1-6 8 0,-3 7-8 0,4-4 8 16,0-3-22-16,-1 0-5 0,-10 0-1 0,7-3 0 16,0-4-74-16,-7 7-15 15,11 0-3-15,-8-6-660 0,4 3-131 0</inkml:trace>
  <inkml:trace contextRef="#ctx0" brushRef="#br0" timeOffset="17678.937">6209 11854 864 0,'0'0'76'0,"0"0"-60"15,0 0-16-15,0 0 0 0,0 0 84 0,3-6 15 16,-3 6 2-16,7-3 1 0,1-3-50 0,-1 3-11 16,0-4-1-16,0-2-1 0,-4 6 9 0,1-4 3 15,3-2 0-15,0 0 0 0,0 2 19 0,-4 4 4 16,8-6 1-16,-4 3 0 0,0-4-11 0,0 1-1 16,4-1-1-16,-4 1 0 0,0 0-11 0,3-1-3 15,1 1 0-15,3-1 0 0,-3-2-22 0,-1 2-5 16,4 7-1-16,-3-6 0 0,3 3-2 0,0-4-1 15,0 7 0-15,-3-3 0 0,3-4-5 0,0 10-2 16,0-6 0-16,0 3 0 0,1-3-2 0,-1 6-8 16,0 0 12-16,3-3-4 0,-3 3 9 0,-3-7 2 0,0 7 0 15,-1 7 0-15,4-7-19 0,-7 3-12 0,4 3 1 16,0-3 1-16,-1 3 10 0,-3 4 12 0,0-1-2 16,0 1-1-16,0 5-9 0,0-5 0 0,4-1 0 15,-4 7 0-15,0-4 0 0,-3 4 0 0,3-7 0 0,0 10 0 16,-4-9 8-16,1 8-8 0,-1-8 0 0,4 5 8 15,-3 1-8-15,-1-3 0 0,1 2 0 0,-4 4 8 16,0-3 0-16,0-4 0 0,0 4 0 0,-4 3 0 16,1 0-8-16,-1-4 0 0,1 4 9 0,-4 0-9 15,0-3 10-15,0 3-2 0,-4-1-8 0,4 1 12 16,-4 3-4-16,1-3-8 0,-1 0 11 0,1-4-11 16,-4-2 12-16,3 6-12 0,-7-4 12 0,4 4-12 15,4-3 12-15,-4-3-4 0,-4 2 0 0,0-5-8 16,1 8 12-16,-1-8-12 0,4 5 12 0,-4-5-12 15,1 6 10-15,-1-7-10 0,4 4 8 0,0-7-8 0,-4 3 0 16,4 1 0-16,0-1 8 0,3-3-8 0,1-3 10 16,-1 4 0-16,1-4 0 0,-1 3 0 0,0-6-10 15,1 3-9-15,3-3 9 0,-4 7-13 0,4-7 13 0,-3 0 0 16,-1 0 0-16,0 0 0 0,4 0 0 0,0 0 0 16,7 0 8-16,-7 0-8 0,0-7 0 0,0 4 0 15,0-3 0-15,7 6 0 0,0-3 0 0,0-4 0 16,0-2 0-16,4 6-9 0,-1-7 9 0,4 4-8 15,0-3 8-15,0-1-8 0,4 4 8 0,-1-3-8 16,1-1 8-16,0 1-8 0,-1 6 8 0,1-4 0 16,-1 1-9-16,4 3 9 0,-3-3 0 0,3 6-11 15,0 0 11-15,0 0-8 0,1-3 8 0,2 3 0 0,-3 0 0 16,0 0 0-16,4 0 0 0,0 3 0 0,-4-3 8 16,7 0-8-16,-3 6 11 0,3-6-3 0,-7 3 0 0,3 3 0 15,5 1 4-15,-5-4 0 0,4 6 0 16,1-2 0-16,-1 2-2 0,-4 0 0 0,5 1 0 0,-5-1 0 15,1 1 0-15,0-1 0 0,-4 0 0 0,3 7 0 16,-3-6 2-16,0-1 1 0,1 7 0 0,2-4 0 16,-3-2 5-16,4 5 1 0,-4-5 0 0,4-1 0 15,-4 0-6-15,3 1-1 0,1-1 0 0,0 7 0 16,-1-7-4-16,5-2 0 0,2-4-8 0,-6 6 12 16,0-3-3-16,-1-2-1 0,4-4 0 0,1 6 0 15,-5-3-8-15,4 3 8 0,0-6-8 0,-3 0 8 16,0 7-8-16,-1-4 0 0,1-3 0 0,-4 0 0 15,0 6 0-15,0-3-14 0,-3-3 2 0,3 0 0 16,-3 0-122-16,3 0-24 16,-7-3-5-16,3-3-996 0</inkml:trace>
  <inkml:trace contextRef="#ctx0" brushRef="#br0" timeOffset="18990.153">1697 14369 748 0,'0'0'33'0,"0"0"7"0,0 0-32 0,0 0-8 0,3-6 0 0,4-3 0 15,-7 2 77-15,0 7 14 0,4-3 2 0,-4 3 1 16,0-9 5-16,0 9 1 0,0-6 0 0,0 6 0 16,0 0-4-16,0 0 0 0,0 0 0 0,0 0 0 15,-4-10-51-15,4 10-10 0,0 0-3 0,0 0 0 16,-7 6 0-16,7-6-1 0,0 0 0 0,-3 4 0 16,-1-4-23-16,-3 9-8 0,7-3 0 0,0 4 9 15,0-1 13-15,7 0 2 0,-7 7 1 0,4-6 0 16,-1 8 5-16,4 1 1 0,4-3 0 0,-7 3 0 15,-1 6 0-15,4-6 0 0,-3 6 0 0,3-3 0 16,-7 9 5-16,0 0 2 0,0 4 0 0,0-7 0 16,0 3-14-16,-7-2-2 0,7 5-1 0,0 1 0 0,0-4-9 15,-4 0-1-15,4-2-1 0,-7-1 0 0,7 0 23 16,0-3 5-16,-3 3 1 0,-1-3 0 0,4 0-17 0,-7-3-3 16,7 3-1-16,-4 1 0 0,4-1-6 0,0-3-2 15,0-4 0-15,0-2 0 0,-7 3-10 0,4 0 12 16,3-10-12-16,0 7 12 0,-4-7-4 15,4 7-8-15,0-13 12 0,-7 6-4 0,7 1-8 0,0-4 12 16,-3 4-12-16,3-1 12 0,-7-9-12 0,3 9 0 16,4-9 0-16,-7 7 0 0,4-7-13 0,3 0-5 15,0 0-1-15,-4 3 0 16,-7-3-19-16,11 0-4 0,0 0-1 0,-7-3 0 16,4 3-14-16,3-7-3 0,-11 4-1 0,11-3 0 15,-3 3-145-15,3-7-29 0</inkml:trace>
  <inkml:trace contextRef="#ctx0" brushRef="#br0" timeOffset="19978.589">2441 14391 288 0,'0'0'25'0,"0"0"-25"16,0 0 0-16,0 0 0 0,0 0 244 0,0 0 44 15,0-9 9-15,0 9 2 0,4 0-211 0,-4 0-41 0,0 0-9 0,0 0-2 16,7-10 22-16,-7 10 4 16,0 0 1-16,0 0 0 0,0 0 1 0,0 0 0 15,0 0 0-15,0 0 0 0,0 0-15 0,0 0-2 16,0 0-1-16,0 0 0 0,0 0-10 0,0 0-1 0,0 0-1 0,0 0 0 15,0 0-13-15,0 0-2 0,-7 7-1 0,3-4 0 16,4 13-6-16,-7-1 0 0,0-2-1 0,0 6 0 16,-4-1 8-16,4 4 1 0,-3-3 1 0,-8 0 0 15,11 0 5-15,-3 0 1 0,-1 6 0 0,0-7 0 16,1 1-7-16,6 6-2 0,-6-9 0 0,-1 3 0 16,8 0-3-16,-8-4-1 0,7-5 0 0,-3 2 0 15,4-2 0-15,-4 5 0 0,3-5 0 0,1-1 0 16,-4-2-6-16,3 2 0 0,4-6-8 0,0-3 12 15,0 0-4-15,0 0 0 0,-7 6-8 0,7-6 12 16,0 0-2-16,0 0-1 0,0 0 0 0,0 0 0 16,0 0 2-16,0 0 0 0,0 0 0 0,7-6 0 15,4 3-2-15,-4 3 0 0,0-6 0 0,3-4 0 16,5 10-9-16,-5-3 10 0,-10-3-10 0,7 6 10 16,0-3-10-16,4 3 0 0,-1-7 0 0,-2 7 0 0,-1 0 0 15,3 0-11-15,4 0 11 0,0 0-8 0,0 0 8 0,4 7 0 16,-11-4-9-16,11 3 9 0,-8-3 0 0,5 4 0 15,-1-4 0-15,-4 3 0 0,4-6 0 0,0 3 0 16,4 3 0-16,-4-6 0 0,0 10 0 0,0-10 0 16,4 9 0-16,-4-3 0 0,0-2 0 0,0 5 0 15,-3-3 0-15,3 4 0 0,-3-1 0 0,-1 0 0 16,1 1 0-16,-1-1 0 0,1 1 0 0,3 5 0 16,-3-5 8-16,-8 5-8 0,4-2 0 0,7-4 0 15,-3 7 0-15,-8-7 0 0,1 7 8 0,3-6-8 16,-3-1 8-16,3 0-8 0,-7 1 10 0,0-1-10 15,0 1 12-15,0-1-12 0,0 0 13 0,0 7-4 0,-7-7-1 16,3 7 0-16,-7-3 0 0,1 2 0 0,-1 4 0 0,4-9 0 16,-10 8-8-16,3-8 8 0,-1 12-8 0,1-10 8 15,-3-2-8-15,3 5 10 0,-1-5-10 0,1 6 10 16,-7-4-10-16,7-3 0 0,-4 1 9 0,1-4-9 16,-1 4 0-16,0-1 9 0,4-3-9 0,-7 4 0 15,7-7 10-15,-11 3-10 0,4-6 8 0,0 3-8 16,3 3 9-16,-3-6-9 0,0 0 10 0,3-6-10 15,-3 6 0-15,0-3 0 0,3-3 0 0,1 6 0 16,-1-10-10-16,-3 1-8 0,0 0-2 0,7-1 0 16,-7 4-20-1,6-4-5-15,1 1-1 0,0 6 0 0,-3-6-10 16,10 2-3-16,-4-2 0 0,0 6 0 0,1-4-79 0,6 7-16 16,-3-9-3-16</inkml:trace>
  <inkml:trace contextRef="#ctx0" brushRef="#br0" timeOffset="20546.274">2494 14382 633 0,'-3'0'56'0,"-8"0"-44"0,0 6-12 0,4-6 0 16,-3 3 209-16,3-3 40 0,3 0 8 0,-6 0 2 15,6 7-207-15,4-7-42 0,0 0-10 0,-7 0 0 16,4 9 8-16,-5-9-8 0,8 0 12 0,0 0-4 16,0 0 39-16,0 0 7 0,0 0 2 0,0 9 0 15,0-9 7-15,0 0 1 0,0 10 1 0,0-10 0 0,8 6-1 16,2-3-1-16,-3 3 0 0,4-2 0 0,6-4 7 0,-2 0 2 15,9 0 0-15,-3-4 0 0,4-2-16 0,3 3-4 16,8-3 0-16,-5-4 0 0,8 1-16 0,0 0-4 16,3-1-1-16,8 1 0 0,-8-1-14 0,11 1-2 15,-4-4-1-15,-6 4 0 0,10 0-3 0,-11-1-1 16,0 7 0-16,4-6 0 0,3-1-10 0,-6-2 8 16,-1 9-8-16,0-4 8 0,1 4-8 0,-8-3 0 15,0 6 0-15,1 0 0 0,-5 0 0 0,1 0 0 16,0-3 0-16,0 3-11 15,-1 0-28-15,-6 0-5 0,3-7-2 0,1 7 0 16,-1-3-168-16,0-3-34 0,0 6-6 0,0-3-2 0</inkml:trace>
  <inkml:trace contextRef="#ctx0" brushRef="#br0" timeOffset="21690.913">3923 14391 633 0,'0'0'56'0,"0"0"-44"0,0 0-12 0,0 0 0 16,0 0 51-16,0 0 8 0,0 0 1 0,0 0 1 16,0 0 28-16,0 0 6 0,0 0 1 0,0 0 0 15,0 0 56-15,10 0 11 0,-10 0 2 0,0 0 1 16,8-9-53-16,-8 6-10 0,10-4-3 0,-6 4 0 16,6-6-21-16,1 3-5 0,-1-4-1 0,5 1 0 15,-1 3-21-15,0-4-4 0,0 1 0 0,3 6-1 16,-6-7-9-16,3-2-2 0,4 2 0 0,-1 7 0 15,1-6-28-15,0 2-8 0,-1-2 0 0,1 0 0 16,0-1 0-16,-1 4 0 0,1-3-11 0,-4 5 11 16,4-2 0-16,6 6 0 0,-10-3 0 0,8-3 0 15,-8 3 12-15,7-4 3 0,4 7 0 0,-1 0 0 16,-13 0-7-16,14 0 0 0,-11 0-8 0,7 0 12 16,-3 7-12-16,-4-4 0 0,3 3 0 0,-6-3 0 15,6 3 0-15,-2 4 0 0,-5-1 0 0,1 1 0 0,3-1 0 16,-7 7 0-16,0-4 0 0,-3 4 0 0,-1 3 9 15,1 0-9-15,-1 6 8 0,-3-7-8 0,-3 8 8 16,3-8-8-16,3 7 0 0,-6-3 8 0,-1 3-8 0,1 1 0 16,-5 2 0-16,5-3 0 0,-8 3 0 0,4 0 0 15,0 4 8-15,-7-4-8 0,0 0 0 0,7 0 0 16,-11 4 9-16,11-4-9 0,-7 0 0 0,4 0 8 16,-12-3-8-16,8 4 0 0,-10 2 0 0,6-9 9 15,0 3-9-15,-6 3 0 0,-1-3 9 0,4 0-9 16,0-3 0-16,-4 0 9 0,4-3-9 0,3 0 8 15,-3 0-8-15,0 0 8 0,-4-4 10 0,7 4 2 16,-6-9 0-16,3 5 0 0,6-5-20 0,-9-1 0 0,-1 0 0 16,4-2 0-16,0-4 0 0,3-3-16 0,0 9 4 15,1-2 0-15,-8-4 3 0,-3 3 1 0,10-3 0 16,-6 3 0-16,-1-3-9 0,4 4-2 0,0-4 0 0,6-3 0 16,1 6 9-16,-7-6 2 0,7 0 0 0,3 0 0 15,1-6 8-15,6 3 0 0,-10 3 0 0,7-7-8 16,4 4 8-16,-4-3 0 0,0-3 0 0,7-1 8 15,-4 7-8-15,4-13 0 0,0 7 0 0,4 0 8 16,-1-7-8-16,1 3 0 0,3-2 0 0,3-1 0 16,-3 3 0-16,4-2-12 0,3-1 4 0,4 7 0 15,-8-4 8-15,8 4 0 0,-4-1-9 0,4-2 9 16,-1 9 0-16,1-4 10 0,0-2-1 0,-1 9 0 16,-3-3-9-16,0-3 0 0,8 6 0 0,-8 0 8 15,7 0-8-15,-4 0 8 0,1 6-8 0,7-3 8 0,-11 6 0 16,4-2 0-16,3-4 0 0,-4 9 0 0,1-2 20 15,-4-1 3-15,4-6 1 0,-1 7 0 0,-3-1-32 16,4 7 0-16,-7-1 0 0,6-2 0 0,-3 3 0 16,4 3 0-16,0-10 0 0,3 10 0 0,0-10 12 0,-7 7-3 15,7-7-1-15,-10 10 0 0,7-3-8 0,-4-1 0 16,3-2 0-16,-3 3 0 0,1-4 0 0,-8 4 0 16,7 0 0-16,-4-4 0 0,4 4 0 0,-3-1 8 15,0-2-8-15,3-4 8 0,0 7-8 0,0-7 0 16,-4 1 0-16,-2-1 8 0,6 1-8 0,-4-1 0 15,1-3 0-15,3-2 8 0,-7 2-8 0,4-3-11 16,-1 3 3-16,-3-6 0 16,-7 0-93-16,11 0-19 0,-4-6-3 0,3 3-685 0,-6-3-136 15</inkml:trace>
  <inkml:trace contextRef="#ctx0" brushRef="#br0" timeOffset="22419.207">5320 14272 230 0,'0'0'20'0,"0"0"-20"0,0 0 0 0,0 0 0 15,0-6 199-15,-4 3 35 0,4 3 7 0,0-7 2 16,0 7-124-16,-3-3-25 0,3 3-5 0,0 0-1 15,-4-6 20-15,4 6 3 0,0-3 1 0,0 3 0 16,0 0-36-16,0 0-6 0,0-6-2 0,0 6 0 16,0 0-29-16,0 0-7 0,0 0 0 0,0 0-1 15,0 0 1-15,0 0 1 0,0 0 0 0,0 6 0 16,4 3-11-16,-4 1-2 0,0 2-1 0,0 4 0 16,0 3 17-16,0 0 4 0,0-4 1 0,0 10 0 15,-4-3-13-15,4 3-4 0,0 0 0 0,0 4 0 16,0-4 7-16,0 3 1 0,0 0 0 0,4 7 0 0,-4-7-16 15,0 6-4-15,0 1 0 0,0 3 0 0,0-4 0 16,0 1 0-16,0-7 0 0,0 9 0 0,0-2-3 16,3-7-1-16,-3 7 0 0,0-7 0 0,0 6 20 15,0-9 3-15,0 4 1 0,0-4 0 0,0 3-32 0,0 0 0 16,0-3 0-16,0 0-10 0,0 0 10 0,0-6 0 16,4-6 0-16,-4 2 8 0,3 4 0 0,-3-9 1 15,4-1 0-15,-4 7 0 0,0-13-9 0,3 9 0 16,-3-12 0-16,0 0 0 15,0 0-39-15,0 0-9 0,0 0-3 0,0 0 0 16,0 0-124-16,8-6-25 0,-1-3-4 0</inkml:trace>
  <inkml:trace contextRef="#ctx0" brushRef="#br0" timeOffset="23229.108">5803 14416 403 0,'0'0'36'0,"0"0"-36"16,0 0 0-16,0 0 0 0,0-9 40 0,0 3 0 15,0 3 1-15,0 3 0 16,4-7-104-16,-4-2-21 0,0 6-4 0,0 3 0 0,0 0 143 0,0 0 29 16,-4-7 5-16,4 7 2 0,-3-3 70 0,3 3 15 15,0 0 2-15,0 0 1 0,0 0-46 0,0 0-9 16,0 0-1-16,0 0-1 0,0 0-45 0,0 0-9 15,0 0-1-15,0 0-1 0,0 0-13 0,0 0-2 16,0 0-1-16,0 0 0 0,0 0 8 0,0 0 2 16,0 0 0-16,10 3 0 0,-3 4-4 0,4-4 0 15,3 3 0-15,0-3 0 0,0-3-7 0,7 0-1 16,4 0-1-16,0 0 0 0,3 0-21 0,0 0-4 0,0-3-1 16,8 3 0-16,-1-6-9 0,-3 6-3 0,3-3 0 15,0 3 0-15,1 0-1 0,-1-7-8 0,-3 7 12 16,-4 0-4-16,4 0-8 0,-8 0 10 0,1 7-10 0,0-7 10 15,-4 0-10-15,0 3 0 0,0-3 0 0,-3 0 0 16,-4 6 0-16,0-6 8 0,4 3-8 0,-4-3 0 16,-4 0 11-16,-3 0-3 0,4 0-8 0,-4 0 12 15,-3 0 15-15,3 0 2 0,-7 0 1 0,7 0 0 16,-7 0-18-16,0 0-4 0,0 0-8 0,0 0 12 16,7 0 12-16,-7 0 3 0,0 0 0 0,0 0 0 15,0 0-27-15,0 0 0 0,0 0 0 0,-11 0 0 16,4 7 0-16,0-4 0 0,7-3 0 0,-7 6 0 15,0 3 0-15,0 7 10 0,-4-7-1 0,8 4 0 16,-4 3-9-16,0-1-11 0,0 4 3 0,0 0 0 16,0 0 8-16,-1 0 0 0,5 6 0 0,-4 0 0 0,0 3 0 15,0-3 12-15,0-3-2 0,0 9-1 0,-4-9-9 0,4 10 0 16,-4-4 0-16,1 0 8 0,-4 0-8 0,3 7-16 16,-6-7 4-16,6 3 1 0,-3-9 34 0,7 10 6 15,-4-4 2-15,1 0 0 0,-1-3-23 0,0 0-8 16,4-3 0-16,0 10 0 0,4-10 0 0,-4 3 0 15,3 0 0-15,-3-6 0 0,4-7 0 0,-4 4 0 16,7 3 0-16,-4-1 0 0,1-8 0 0,-1 6 0 16,0-7 0-16,4 7 0 0,-3-13 0 0,3 6 0 15,0-9 0-15,-4 6 0 16,4-6-60-16,0 0-6 0,0 0-1 0,0 0 0 16,0 0-109-16,0 0-23 0,-7 7-4 0</inkml:trace>
  <inkml:trace contextRef="#ctx0" brushRef="#br0" timeOffset="24930.383">9797 9572 1116 0,'0'0'49'0,"0"0"11"0,0 0-48 0,0 0-12 0,0 0 0 0,0 0 0 15,0 0 23-15,0 0 2 0,7-4 1 0,-7 4 0 16,0 0 42-16,0 0 9 0,7-6 2 0,0 6 0 16,-7 0 13-16,7 0 2 0,0-9 1 0,0 9 0 15,0 0-35-15,0-3-6 0,-3-4-2 0,3 1 0 16,0 3-17-16,-7 3-4 0,3-6-1 0,1 2 0 15,3-2 36-15,-7 6 7 0,0 0 2 0,3-9 0 16,-3-1-17-16,4 7-3 0,-4 3-1 0,0-6 0 16,0-3-12-16,0 2-2 0,0-2-1 0,0 0 0 15,-4-1-21-15,4 1-4 0,-7-1-1 0,7 1 0 0,-3 3 4 16,-1 2 1-16,-3-5 0 0,7 3 0 0,-3-4-8 0,-1 10-2 16,-3-9 0-16,4 3 0 0,-4 3 10 15,7 3 2-15,-8 0 0 0,1 0 0 0,-3 3-30 16,-1-3-6-16,1 6 0 0,-1 0-1 0,-3-3 17 0,0 7-8 15,0-1 8-15,-4 7 0 0,4-7 0 0,-4 7 0 16,-3-3 0-16,0 2 0 0,-4 4 9 0,4 0 9 16,-4 0 2-16,1 6 0 0,-4-6-20 0,6 6 0 15,-2-7 0-15,-1 11 0 0,0-7 0 0,4 6-19 16,7-6 4-16,3 9 1 0,4-3 22 0,0 1 4 16,0 5 0-16,4 1 1 0,-4-1 3 0,3-6 0 15,1 10 0-15,3-10 0 0,-4 7-4 0,4-1 0 16,0 4 0-16,4-7 0 0,-4 0-4 0,3 4 0 0,-3-10-8 15,4 10 12-15,3-14-3 0,3 11-1 0,1-10 0 0,-1 3 0 16,5-6 2-16,-1 0 0 0,0 2 0 16,7-2 0-16,0-6 7 0,0 3 2 0,0 2 0 0,1-8 0 15,2 5-19-15,-2-5 0 0,2 5 0 0,1-5 0 16,0-7 0-16,-1 6 8 0,5-2-8 0,-5-4 0 16,4-3 0-16,-3 6 0 0,0-6-10 0,0 0 10 31,-1 0-43-31,-3 0-1 0,4-6 0 0,-7 6 0 15,3-3-25-15,-3-4-6 0,3 7-1 0,0-9 0 0,0 0-98 16,-3-1-20-16,6 1-4 0,-2-1-1 0,-8 1 9 0,3 3 2 16,1-4 0-16,0 1 0 0</inkml:trace>
  <inkml:trace contextRef="#ctx0" brushRef="#br0" timeOffset="26219.522">10231 10424 288 0,'0'0'25'0,"0"0"-25"15,0 0 0-15,-4 4 0 0,-7 2 222 0,11-6 39 16,0 0 8-16,0 0 2 0,0 0-166 0,0 0-33 16,0 0-6-16,0 0-2 0,0 0-6 0,0 0-2 15,0 0 0-15,0 0 0 0,0 0 4 0,0 0 1 16,0 0 0-16,0 0 0 0,0 0 26 0,0 0 5 16,8-6 0-16,-8 6 1 0,7 0-33 0,0-10-6 15,3 1-2-15,1 3 0 0,-8-4-5 0,1 1-2 16,6-1 0-16,1-2 0 0,-7-4 6 0,6 7 1 15,-3-7 0-15,7-3 0 0,0 0-19 0,1 4-3 0,-8-7-1 16,7-3 0-16,0 0-12 0,3-4-2 0,-6 1-1 0,0-3 0 16,-1 3-14-16,1-7 11 0,-1 7-11 0,-3 0 10 15,-7-7-10-15,7 10 0 0,4-3 0 0,0 3 0 16,-11-4 0-16,3 4 0 0,4 7 0 0,4-4 0 16,-1 0 8-16,-3 3-8 0,0 0 0 0,1 3 8 15,2 7-8-15,-3-4 8 0,-3-2-8 0,-1 5 8 16,4 1-8-16,0 3 0 0,-3-4 0 0,-4 7 0 15,0 3 0-15,0 0 0 0,3-6 0 0,-3 6-11 16,0 0 11-16,0 0 0 0,0 0 0 0,0 0 0 16,0 0 0-16,0 0 0 0,0 0 0 0,11 9 0 15,-4 7 0-15,0 3 0 0,-7 0 0 0,7-4 0 16,0 4 0-16,-3 6-12 0,-8 3 4 0,4-3 0 16,0-3 8-16,0 10 0 0,0-4 0 0,-3 0 0 0,-1 7-10 15,4-7 10-15,7-3-12 0,-3 3 12 0,-8-3 0 16,1 0 0-16,6-3 0 0,1-6 0 0,-1 3 0 0,1 0 0 15,-4-10 0-15,7 7 0 0,0-7 15 0,-4 1-3 16,-6-4-1-16,3-6 0 0,7 3-2 0,-7-3 0 16,0 0 0-16,0 0 0 0,0 0 17 0,0 0 3 15,0 0 1-15,0 0 0 0,0 0 5 0,0-3 1 16,7-7 0-16,-3-5 0 0,-1 5-19 0,-3-5-3 16,7-4-1-16,0-6 0 0,0 6-5 0,0-9 0 15,-3 3-8-15,3 3 12 0,7-10-12 0,-3 4 0 16,-8 0 8-16,4-7-8 0,0 7 0 0,4-6 0 0,-1 9 0 15,-3-4 0-15,0-5 0 0,4 6 0 0,7-7 0 16,-8 7 0-16,-3 0 0 0,4-4 0 0,3 4 0 16,0 3 0-16,-3 3 0 0,-4-3 0 0,0 9 0 15,3-2 0-15,8-1 0 0,-7 3 0 0,-15 7 0 0,8-4-10 16,10 4 10-16,-7-1 0 0,-7-2-9 0,0 9 9 16,0 3 0-16,0 0-11 0,0 0 11 0,0 0-8 15,-11 0 8-15,11 0-12 0,7 0 12 0,-7 0-12 16,0 0 12-16,0 18-13 0,4-8 5 0,-1 9 8 15,4-4-9-15,-3 10 9 0,-8-3 0 0,8 0 0 16,10 0 0-16,-7 3-8 0,-10 4 8 0,3 5 0 16,7-6 0-16,0 4 0 0,-7-1 0 0,-4 3 0 15,1 1 0-15,3 9 0 0,3-7 0 0,-6-2 0 16,-4 9 0-16,3-6 0 0,11-4 8 0,-3 4-8 0,-4 2 10 16,3-2-10-16,1-3 10 0,6-1-10 0,4-3 10 15,-7-6-10-15,-7 4 10 0,4-4-10 0,10 0 9 0,-7-6-9 16,-7-1 8-16,0 1-8 0,0-3 11 15,4-7-3-15,-1 7-8 0,-6-7 12 0,-1 1-12 0,4-7 0 16,7 6 8-16,-7-9-8 0,-7 0 0 0,7 0-16 16,0 0 3-16,0 0 1 15,0 0-60-15,7-3-12 0,-7-6-3 16,7-1 0-16,4 1-115 0,-4-7-23 0,-7 1-5 0</inkml:trace>
  <inkml:trace contextRef="#ctx0" brushRef="#br0" timeOffset="27273.441">11444 9496 864 0,'0'0'76'0,"0"0"-60"15,0 0-16-15,0 0 0 0,7-6 139 0,-7 6 25 16,-3 0 4-16,3 0 2 0,0 0-111 0,0 0-23 0,-7-6-4 0,3 3 0 15,4 3 24-15,0 0 6 0,0 0 1 0,0 0 0 16,-11 3 3-16,4-3 1 0,7 0 0 16,0 0 0-16,-3 15-30 0,3-5-5 0,-7 5-2 0,7-5 0 15,3 9 9-15,-3 0 1 0,-7-1 1 0,0 7 0 16,7 1 5-16,-3-8 1 0,-4 11 0 0,0-4 0 16,0 9-13-16,0-6-2 0,3 7-1 0,-7-7 0 15,1 7 3-15,-1-1 1 0,8-3 0 0,-1 4 0 16,-3-1-12-16,0 4-3 0,4-3 0 0,3-7 0 15,3 3 4-15,1-3 0 0,-8-3 0 0,8-3 0 16,3-3-4-16,-4 6 0 0,1-9 0 0,-1 3 0 16,1-10 0-16,3 7-1 0,0-4 0 0,-4-2 0 15,-3-4 2-15,7 3 1 0,4-2 0 0,0-4 0 16,-11-3 0-16,10 0 0 0,4 0 0 0,4 0 0 16,-4 0-3-16,4-10-1 0,-1 4 0 0,5 3 0 0,6-6-6 15,-11-1 0-15,1 1-1 0,3-7 0 16,4 7-3-16,0-7-8 0,-4-3 12 0,-4 7-4 0,1-10-8 15,0 3 0-15,-1-3 0 0,1 0 0 0,0-6 9 16,-4 3 0-16,3-3 0 0,-3-1 0 0,1 4-9 0,-5-3 0 16,4 9 0-16,-3-12 0 0,-1 9 0 0,1-6 0 15,0 3 0-15,-4-1 0 0,3-2 0 0,-3 3 0 16,0-3 0-16,0 9 0 0,-3-6 0 0,-1 0 0 16,1 6 0-16,-1-9 0 0,-3 12 0 0,4-6 0 15,0-3 0-15,-1 10 0 0,-3-4 0 0,4 9 0 16,-4-5 0-16,3 2 0 0,-3-3-8 0,0 7 8 15,-3-7 0-15,3 7 0 0,0 0 0 0,0 5-9 16,-4-5 9-16,4 3 0 0,0-4-12 0,0 10 12 16,0 0-12-16,0 0 12 0,0 0-12 0,0 0 12 0,-7 10-12 15,3-1 12-15,1 1-12 0,-1-1 4 0,4 7 8 16,-3-7-13-16,6 10 13 0,-3 0 0 0,0 3 0 16,0 0 0-16,0 3 0 0,0 3 0 0,4-3 0 15,-1 3 0-15,1 0 0 0,-4 7 0 0,7-1 0 0,-3 1 0 16,-1-1 0-16,1 4 0 0,-1-4 0 0,4-2 0 15,-3 2 9-15,3 7-1 0,3-10-8 0,-3 4 12 16,4-7 1-16,0 7 0 0,-1-10 0 0,-3 3 0 16,7-3-5-16,-3 3-8 0,3-3 11 0,0 0-11 15,-7-3 10-15,7-6-10 0,-3 3 8 0,0-3-8 16,-4-7 9-16,-4 4-9 0,4-1 10 0,0-3-10 16,0 1 0-16,-3-1 0 0,-1-6 0 0,1 7 0 15,3-4-11-15,-4 4-8 0,1-4-1 0,-4-3-1 16,3 6-62-16,-3-9-12 0,0 0-2 15,0 0-823-15,0 0-164 0</inkml:trace>
  <inkml:trace contextRef="#ctx0" brushRef="#br0" timeOffset="28932.522">9892 11409 864 0,'0'0'76'0,"0"0"-60"0,0 0-16 0,0 0 0 15,0 0 130-15,0 0 23 0,0 0 5 0,0 0 1 16,0 0-127-16,0 0-32 0,0 0 0 0,0 10 0 16,0-10 35-16,-4 9 1 0,4 0 0 0,0 7 0 15,-3-7 22-15,3 7 5 0,0-3 1 0,3 5 0 16,-3 4 9-16,0 0 3 0,0 3 0 0,4 1 0 15,-4 2-16-15,0 9-2 0,0-2-1 0,-4-1 0 16,4 4 1-16,0 6 0 0,-3-6 0 0,-1 5 0 0,-3 8-40 16,4-7-8-16,-4 3-2 0,0-4 0 0,3 4 8 15,-3 4 2-15,0-14 0 0,0 7 0 0,3-9 1 16,-3-7 0-16,-3 10 0 0,3-13 0 0,0 3 4 16,3-3 1-16,-6 3 0 0,2-9 0 0,-2 6-15 0,3-6-9 15,-4-3 12-15,4 2-12 0,-3-8 9 0,3-1-9 16,-4 1 0-16,7-4 9 0,-3-3-9 0,-3 3-11 15,3-6 3-15,7 0 0 16,-7 0-42-16,3-9-8 0,-6 3-2 0,3-4 0 16,3 1-134-16,0-1-27 0,4-8-6 0</inkml:trace>
  <inkml:trace contextRef="#ctx0" brushRef="#br0" timeOffset="29685.178">10446 11459 1324 0,'-14'-6'118'0,"7"6"-94"16,10-6-24-16,-3 6 0 0,0 0 116 0,0 0 20 16,4-10 3-16,6 10 1 0,4-3-116 0,-3 3-24 15,-11 0 0-15,0 0 0 0,11-6-8 0,-4 6 8 16,-7 0-10-16,-7 0 10 0,-4 6 8 0,11-6 7 16,0 0 1-16,-4 3 1 0,-6 7 31 0,3 2 5 15,7 1 2-15,-4 3 0 0,-10 2-3 0,4 1-1 16,2 0 0-16,1 0 0 0,0 6-6 0,-7 3-1 15,0-3 0-15,0 10 0 0,7-7 4 0,-7 0 0 16,-4 7 0-16,1-10 0 0,2 9-16 0,-2-6-2 16,-4 1-1-16,3-4 0 0,0 3-7 0,1 0-2 15,-1-3 0-15,0 0 0 0,-3-6-12 0,4 6-8 16,3-6 10-16,-1 0-10 0,1 0 23 0,0-10-2 16,4 0 0-16,-1 7 0 0,0-6-7 0,-3-1-2 15,4-3 0-15,-1-3 0 0,1 7-4 0,-1-10-8 0,0 0 11 16,1 0-11-16,-1 0 12 0,4 0-12 0,-3 0 12 0,-1-3-12 15,4 3 11-15,-4-7-11 0,4 4 10 0,0-3-10 16,-3 6 8-16,3-3-8 0,0-3 0 0,0 2 0 16,7 4 8-16,-4-6-8 0,4 6 0 0,-3 0 0 15,-5 0 0-15,8 0 0 0,0 0 0 0,0 0 0 16,0 0-8-16,0 0 8 0,0 0 0 0,0 0 0 16,0 0 0-16,0 0 0 0,0 0 0 0,0 0 0 15,8 0 0-15,-1 6 0 0,3-2 0 0,1 2 0 16,3-3 10-16,3 3 2 0,-2-3 1 0,6 7 0 15,-4-4 3-15,5 3 0 0,-8-5 0 0,7 8 0 16,-4-2-16-16,1-1 9 0,0 4-9 0,-1-7 8 0,1 9-8 16,3-2 10-16,-7-4-10 0,7 1 10 15,-6 5-2-15,-1 1 0 0,3-3 0 0,1-4 0 0,-7 7-8 16,3-1 0-16,3-2 9 0,1-4-9 0,-4 7 0 16,-3-6 8-16,-1-1-8 0,8 0 0 0,0 7 0 0,-4-7 9 15,-11-5-9-15,8 5 0 0,3-3 8 0,-7 4-8 16,-7-10 0-16,0 0 0 0,0 0 0 0,3 9 0 15,8-9 0-15,-11 0-9 16,-7 9-34-16,7-9-6 0,7 0-2 0,-7 0 0 16,0 0-107-16,0 0-22 0,0 0-4 0,4-9-940 0</inkml:trace>
  <inkml:trace contextRef="#ctx0" brushRef="#br0" timeOffset="30625.018">10566 12133 288 0,'0'0'25'0,"0"0"-25"16,0 0 0-16,0 0 0 0,0 0 238 0,0 0 42 15,0 0 9-15,0 0 2 0,0 0-193 0,0 0-38 16,0 0-8-16,0 0-2 0,0 0 2 0,0 0 1 16,0 0 0-16,0 0 0 0,0 0 20 0,0 0 4 15,7 0 1-15,-7 0 0 0,0 0-13 0,0 0-2 16,0 0-1-16,10 7 0 0,4-4-7 0,-6 3-2 0,-8-6 0 0,14 0 0 15,0 0-10-15,-4 0-3 0,-3 0 0 0,0 0 0 16,0 0-9-16,4 0-3 0,0 0 0 0,-1 0 0 16,1-6-10-16,-1 3-2 0,1 3-1 0,0-7 0 15,-4 7-2-15,0-9 0 0,7 9 0 0,0-9 0 16,0 6 3-16,-3-4 1 0,-1-2 0 0,4 9 0 16,4-10 0-16,-4 1 0 0,-7 3 0 0,7-4 0 15,4 1-5-15,-4 6-2 0,-3-7 0 0,-1-2 0 16,-6 2-2-16,6 1-8 0,1 0 12 0,-1-1-4 15,-10-9 2-15,0 10 0 0,11 0 0 0,-7-7 0 16,-4 7-10-16,0-7 0 0,3 6-10 0,1-2 10 16,-1 2 0-16,-6-5 0 0,-8 5 0 0,7 1 0 15,15 3 0-15,-11-4 0 0,-18 1 0 0,4 6-9 16,4-4 9-16,-1 4 0 0,1-3 0 0,-5 6 0 0,-6-6 0 16,7 6-12-16,4 0 12 0,-5 6-12 0,-2-6 12 0,-1 6 0 15,4-3 0-15,3 4-8 0,-3-4 8 0,-3 6 0 16,-1-2-9-16,0 2 9 0,11-6 0 0,-10 7 0 15,-4 2 0-15,6 1 0 0,1-4-8 0,0 0 8 16,0 7 0-16,-3-6 0 0,2 5 0 0,1-5 0 16,4 2 0-16,-1 4 0 0,-7-7 12 0,8 7 0 15,3-4 0-15,3 4 0 0,-6 3-12 0,3 0 0 16,0-4 0-16,10 4 0 0,4 0 0 0,-7-3 0 16,-7 9 14-16,11-6-4 0,6-1-1 0,-3 1 0 15,-7 0 0-15,4-3 0 0,3 3-9 0,-4-1 0 0,4-2 0 16,1 3 8-16,-5-3-8 0,4-4 10 0,4-2-10 15,-1 5 10-15,-6-5-10 0,3-1 8 0,7 0-8 16,-3-2 8-16,-1-4-8 0,1 3 10 0,-1 4-10 0,1-10 10 16,7 6-10-16,-8-3 0 0,1-3 0 0,3 0 0 15,-4 6-20-15,5-6 0 0,-5 0 0 0,-3-6 0 32,4 6-19-32,-4 0-3 0,3 0-1 0,-10 0 0 15,0 0-97-15,4-9-20 0,10 2-4 0,-7 4-575 0,-7-3-114 0</inkml:trace>
  <inkml:trace contextRef="#ctx0" brushRef="#br0" timeOffset="31526.694">11155 11911 172 0,'-18'-3'8'0,"15"3"1"0,-4 0-9 0,7 0 0 16,0 0 0-16,0 0 0 0,-4-7 267 0,4 7 51 15,7 0 10-15,-7 0 3 0,-3-9-262 0,3 9-52 16,0 0-17-16,7 0 10 0,3-3 52 0,-10 3 10 15,0 0 3-15,0 0 0 0,0 0 30 0,0 0 7 0,0 0 0 16,0 0 1-16,0 0-58 0,0 0-12 0,0 0-3 0,-3 9 0 16,-4 1-4-16,3-1-2 0,11 1 0 0,-7-1 0 15,-10 7 2-15,6-7 1 0,4 10 0 0,0-3 0 16,4-4 2-16,-4 4 0 0,-4 3 0 0,8-1 0 16,3 1 1-16,-4 3 0 0,-6-3 0 0,3 0 0 15,3 0-14-15,1 6-2 0,-4-7-1 0,-4 1 0 16,1 0-3-16,-1-3-1 0,4 3 0 0,0-1 0 15,-10-2 1-15,6 0 0 0,4-4 0 0,0 4 0 16,-3-3-8-16,-1-7 0 0,4 3-1 0,0 1 0 16,7-1-3-16,-3 0 0 0,-8-2 0 0,4-7 0 15,11 3 1-15,-11-3 0 0,0 0 0 0,0 0 0 16,0 0 1-16,0 0 0 0,0 0 0 0,0 0 0 16,0 0 4-16,0 0 1 0,0 0 0 0,0 0 0 0,0 0-1 15,0-3 0-15,3-7 0 0,4 1 0 0,-3-1-14 16,-4-5 11-16,3 5-11 0,4-5 10 0,4-4-10 15,-4 3 0-15,-7-3 0 0,3-3 0 0,5 1 0 0,-1 2 0 16,-4-10 0-16,4 11 0 0,0-7 0 0,4-1-9 16,-11 8 9-16,3-7-10 0,-6 6 10 0,10 0-8 15,0 0 8-15,0 3-8 0,-3-2 8 0,-1 5 0 16,4-3 0-16,4 7-8 0,-1-7 8 0,-6 7 0 16,-1 0 0-16,1-7 0 0,6 13 0 0,-3-7 0 15,-7 4 0-15,4-3-8 0,3 9 8 0,0-10 0 16,-3 10 0-16,-4 0 0 0,0 0 0 0,0 0-10 15,0 0 10-15,0 0 0 0,0 0-12 0,0 0 12 0,0 0-12 16,7 0 12-16,0 10-9 0,-4-4 9 0,1 3 0 16,-1-6-9-16,11 4 9 0,-6 2 0 0,-5 1 0 0,1 5 0 15,13-2 0-15,-6-4 0 0,-8 7 0 0,1 0 0 16,-1-4 0-16,4 4 0 0,4-1 0 0,-11-2 0 16,-4 6 0-16,4-4 0 0,11 1 0 0,-7-3 8 15,-4 2 0-15,0-2 0 0,3 3 0 0,1 2 0 16,3-2 1-16,-7 3 1 0,-4 0 0 0,4-4 0 15,11-2-10-15,-8 9 12 0,-10-10-12 0,4 4 12 16,6 3-12-16,1 0 0 0,-4-10 9 0,0 7-9 16,-7-1 0-16,7-2 8 0,3-4-8 0,-3 1 0 15,-7-1 0-15,7 4 8 0,7-4-8 0,-3-6 0 16,-4 7 0-16,0-10 9 0,0 0-9 0,0 0 0 0,-4 6 9 16,4-6-9-16,0 0 0 0,7 3 9 0,4-3-9 15,-11 0-12-15,0 0 2 0,0 0 1 16,0 0-81-16,0 0-16 0,7-3-3 15,-4-3-784-15,-13-4-157 0</inkml:trace>
  <inkml:trace contextRef="#ctx0" brushRef="#br0" timeOffset="32516.02">11673 11901 1537 0,'0'0'68'0,"0"0"14"0,-3-3-66 0,3 3-16 15,0 0 0-15,0 0 0 0,0 0 50 0,0 0 6 16,0 0 2-16,0 0 0 0,0 0-37 0,0 0-7 15,0 0-2-15,0 0 0 0,0 0 34 0,0 0 6 16,0 0 2-16,0 0 0 0,0 3 16 0,0 4 3 16,0 2 1-16,-4 1 0 0,-3-1-29 0,7 7-5 15,0-7-2-15,0 10 0 0,-3 0 2 0,-1-4 0 16,1 4 0-16,3 0 0 0,-4 0-10 0,4 6-2 16,-7 0 0-16,4-6 0 0,6 6 0 0,-6-3 0 15,-1-7 0-15,-3 11 0 0,7-8 0 0,0-5 0 16,-3 3 0-16,-5 2 0 0,5-8-3 0,3 5-1 15,3 1 0-15,-3-3 0 0,-3-4-6 0,-1 1-2 16,8-4 0-16,-1 3 0 0,-3-9-4 0,0 0 0 0,0 0-1 0,0 6 0 16,8-2-3-16,-8-4-8 0,0 0 12 15,0 0-4-15,0 0 4 0,0 0 0 0,0 0 0 16,0 0 0-16,0 0 7 0,0 0 1 0,3-4 1 0,1-8 0 16,-8 3-10-16,8-1-3 0,-1-2 0 0,1-4 0 15,-1-3-8-15,1 3 0 0,-1-2 9 0,4-7-9 16,-3 6 0-16,-1-6 0 0,4 3 0 0,0-3 0 15,0-1 0-15,1-2 0 0,-5 3 0 0,1 6 8 16,6 1-8-16,-6-1 0 0,3 0 0 0,-4 3 0 16,4-3 0-16,-3 4-15 0,3 2 3 0,0-2 0 15,0 5 12-15,-3 1-9 0,3-1 9 0,0-5-8 16,3 5 8-16,-3 1-8 0,0-1 8 0,0 1-8 16,0 3 8-16,1 3 0 0,-1-4 0 0,0 4 0 0,-4-3 0 15,-3 6-8-15,0 0 8 0,7 0 0 16,0 0 0-16,-7 0-10 0,7 6 10 0,4-3 0 0,-4 4-8 15,-3-4 8-15,3 3 0 0,0 3 0 0,0 1 0 16,0-1 0-16,0 1 0 0,0-1 0 0,3 0 0 0,-3 7 0 16,1-6 0-16,-1 5 0 0,3-2 0 0,-3 2 0 15,0-5 0-15,-3 9 0 0,3-1 11 0,0-2-11 16,-4 3 12-16,1-3-12 0,3-4 12 0,-3 10-4 16,-1-9 0-16,1 5-8 0,-1-2 13 0,1 3-4 15,-4 0-1-15,3-4 0 0,-3 1-8 0,4-3 10 16,-4 2-10-16,3-5 10 0,-3 9-10 0,7-10 0 15,-7 0 9-15,4 1-9 0,3-1 0 0,-7 4 9 0,0-10-9 16,0 6 0-16,0-9 9 0,0 10-9 0,0-10 0 16,0 9 9-16,0-9-9 0,3 6 0 0,-3 4 0 15,0-10 0-15,0 0 0 0,0 0 0 0,4 3 0 0,-4-3 0 16,0 0-20-16,0 12 3 0,0-12 1 0,0 0 0 31,0 0-39-31,0 0-7 0,0 0-2 0,7 4 0 16,-7-4-101-16,0 0-21 0,0 0-4 0,7 0-569 0,0-4-113 0</inkml:trace>
  <inkml:trace contextRef="#ctx0" brushRef="#br0" timeOffset="33005.248">12390 11908 1195 0,'0'0'52'0,"0"0"12"0,0 0-51 0,-4 0-13 16,4 0 0-16,0-7 0 0,0 7 50 0,0 0 7 16,-3-9 2-16,3 9 0 0,-4-9-13 0,4 9-2 15,0 0-1-15,0 0 0 0,0-10 36 0,0 10 7 16,0 0 2-16,0 0 0 0,0 0-1 0,0 0 0 15,0 0 0-15,0 0 0 0,0 0-22 0,0 0-4 16,0 0-1-16,0 0 0 0,0 0-29 0,0 0-7 16,0 0 0-16,0 0-1 0,0 0-12 0,0 0-3 15,0 0 0-15,0 10 0 0,4-1 16 0,-1 0 2 0,-3-2 1 0,4 8 0 16,-1-2 10-16,4-4 3 0,-7 1 0 0,7 5 0 16,0 4-22-16,-3-3-4 0,3-4-1 0,0 4 0 15,0 3-13-15,0-3 11 0,0-4-11 0,0 10 10 16,-3-9-10-16,3 5 8 0,3-2-8 0,-3-6 8 15,0 8-8-15,4-2 0 0,0-7 0 0,-4 7 0 16,3-3 8-16,1-4-8 0,-1 1 0 0,4-1 8 16,-3 3-8-16,0-2 0 0,-4-7 0 0,0 6 0 15,3-2 0-15,-10-7 0 0,0 0-9 0,7 3 9 16,0 3-19-16,-7-6 3 0,0 0 1 0,8 3 0 16,-8-3-29-16,0 0-7 15,0 0-1-15,0 0 0 0,7 0-116 16,0-3-24-16,0-3-5 0,0 6-1 0</inkml:trace>
  <inkml:trace contextRef="#ctx0" brushRef="#br0" timeOffset="33469.46">12852 11864 1267 0,'0'0'112'0,"0"0"-89"0,0 0-23 0,0 0 0 16,0 0 121-16,0 0 20 0,0 0 4 0,0 0 1 16,0 0-118-16,0 0-28 0,0 0 0 0,0 0 0 15,0 0 0-15,0 0-9 0,0 0 9 0,0 0-12 16,0 0 32-16,-4 0 7 0,-6 6 1 0,6-3 0 15,-7 7 29-15,8-4 7 0,-8-3 0 0,4 6 1 16,-3 7-5-16,3-6-2 0,-4 8 0 0,1-2 0 16,-5 3 0-16,5 0 0 0,-4 6 0 0,3-6 0 15,-3 9-34-15,-4-3-8 0,4 3 0 0,-3 7-1 16,-1-1 5-16,0 1 0 0,-6-7 1 0,2 9 0 16,1-2-12-16,-3-1-9 0,-1-5 12 0,0 5-12 15,1 4 25-15,-1-4-1 0,0 1-1 0,0-1 0 16,1 4-7-16,-4-1 0 0,-1-2-1 0,1 3 0 15,-4-4-4-15,8 1-1 0,-5-7 0 0,1-3 0 0,4 3-10 16,6-3 0-16,-3 0 9 0,3-3-9 0,0-3 0 16,4 6 0-16,0-9 0 0,4 3 8 0,3-4-17 0,-4-2-3 15,4-4-1-15,0 7 0 16,3-7-106-16,-3 1-21 0,7-1-4 16,-3 1-959-16</inkml:trace>
  <inkml:trace contextRef="#ctx0" brushRef="#br0" timeOffset="34837.013">13162 11801 572 0,'0'0'25'0,"0"0"6"0,0 0-31 0,0 0 0 0,0 0 0 0,0 0 0 16,0 0 128-16,0 0 20 0,0 0 4 0,0 0 1 16,0 0-14-16,0 0-3 0,0 0-1 0,0 0 0 15,0 0-54-15,0 0-10 0,0 0-3 0,0 0 0 16,0 0-24-16,0 0-6 0,0 0-1 0,0 0 0 15,0 0 7-15,4 9 0 0,-1 1 1 0,1-1 0 0,-4 1-11 16,0-1-2-16,3 1-1 0,1 5 0 16,-4-5 10-16,0 5 3 0,0-5 0 0,0 9 0 0,3-4-8 0,1-2-2 15,-1 12 0-15,1-6 0 0,-1-1-4 0,-3 8-1 16,4-1 0-16,-4-3 0 0,3 3-10 0,-3 0-3 16,0 0 0-16,0-3 0 0,0 3 7 0,0 0 1 15,0-6 0-15,4 0 0 0,-4-1 3 0,0 1 1 16,4-3 0-16,-4 3 0 0,3-4-4 0,1-5-1 15,-4 5 0-15,0-2 0 0,3-7-15 0,1 4-8 16,-1-7 10-16,-3 6-10 0,0-9 12 0,0 0-3 16,0 0-1-16,0 0 0 0,0 0 4 0,0 0 0 15,0 0 0-15,0 0 0 0,11 0 3 0,-11 0 1 0,7 0 0 16,3-3 0-16,-3-3-1 0,4 3 0 0,-4-4 0 16,4-2 0-16,-1 0-7 0,-3-1-8 0,0-5 11 0,4 2-11 15,0-3 0-15,-1-3 0 0,-6 4 0 0,6 2-9 16,-3-2 9-16,0-4-12 0,0 3 12 0,4-3-12 15,-7 4 12-15,3 2 0 0,0-3 0 0,0 7 0 16,-4 0 0-16,1-1 0 0,3-6 0 0,-4 7-8 16,4 6 8-16,-3-6 9 0,-1 2-1 0,1-2-8 15,-4 9 0-15,0 0 0 0,0 0 0 0,0 0 0 16,3-6 0-16,-3 6 0 0,4-4 0 0,-4 4 0 16,0 0 0-16,0 0 0 0,0 0 0 0,0 0 0 15,0 0 0-15,0 0 0 0,0 0 0 0,4 10 0 16,-1-1-24-16,-3 7-6 15,0-4-1-15,0-2 0 0,0 6 31 0,0-1 13 0,0-2-1 0,0 2 0 16,0-5-12-16,4 6 0 0,-4-4 0 0,0-2 0 0,0-1 0 0,0 7 0 16,3-7 8-16,-3-3-8 0,0-6 17 0,4 13 1 15,-4-13 0-15,3 6 0 0,1 3-18 0,-4 1-11 16,0-10 2-16,7 9 0 0,-4 1 9 0,1-1 9 16,-1 1-1-16,-3-10-8 0,7 6 11 0,-3 3-11 15,-4-9 10-15,7 6-10 0,-7-6 11 0,7 4-11 16,0-4 12-16,-7 0-12 0,0 0 15 0,0 0-4 15,7 0-1-15,4 0 0 0,-8 0 5 0,8-4 1 16,-4-2 0-16,3 0 0 0,-2 3-1 0,-1-7 0 16,-4 1 0-16,8 0 0 0,-1-7-6 0,1 0-1 15,-8 4 0-15,4-7 0 0,1-3-8 0,2 3 0 16,1-3 9-16,-1-3-9 0,-3 0 0 0,4 0 0 0,-1 3 0 16,1-3 8-16,3 0 0 0,-3 3 1 0,-1-3 0 0,1 0 0 15,0 6-9-15,-4-6-12 0,3 6 2 0,1 0 1 16,-4 3 9-16,0-2 0 0,0 5 0 0,0-3 0 15,-4 1 0-15,5 2 0 0,-5-3 0 0,1 7 0 16,-1 0-16-16,-3 2 3 0,4 4 0 0,-4-3 0 31,0 6-24-31,0-9-5 0,0 9-1 0,0 0 0 16,3 0-94-16,-3 0-19 0,0 0-4 0,0 0-688 0,0 0-138 0</inkml:trace>
  <inkml:trace contextRef="#ctx0" brushRef="#br0" timeOffset="35509.592">14355 11873 576 0,'0'0'51'0,"0"0"-41"0,0 0-10 0,0 0 0 15,0 0 171-15,0 0 32 0,0 0 6 0,0 0 2 16,0 0-104-16,0 0-21 0,0 0-4 0,0 0-1 15,0 0-34-15,0 0-7 0,0 0-2 0,0 0 0 16,0 0-8-16,0 0-2 0,0 0 0 0,0 0 0 16,0 0 30-16,-8 0 6 0,1 0 0 0,0 0 1 15,0 6-1-15,-3-2-1 0,3-4 0 0,-4 6 0 16,1-3-15-16,-5 6-2 0,1-2-1 0,-3 2 0 16,3 1-17-16,-4-1-3 0,4 7-1 0,-4-7 0 15,4 0 12-15,-4 10 1 0,4-3 1 0,0-4 0 16,4 4-22-16,-5 0-5 0,5-4-1 0,3 7 0 15,0-3 1-15,0 3 0 0,0-1 0 0,3-2 0 16,1 3 1-16,3 0 1 0,0-4 0 0,0-5 0 16,0 9-4-16,3-10-1 0,4 7 0 0,4-7 0 15,-8 1 0-15,4-1-8 0,7 0 12 0,-3 1-4 16,3-4-8-16,0-3 0 0,0-3 0 0,4 6 8 0,0-6-8 0,3 0 0 16,-4-6 9-16,5 3-9 0,-5-3 8 15,1 3-8-15,0-4 10 0,-1-2-10 0,-3 0 12 0,0-1-3 16,-3-5-1-16,0 5 0 0,-4-9 6 0,0 0 1 15,0 4 0-15,0-4 0 0,-4-9-5 0,-3 9-1 16,4-6 0-16,-1 6 0 0,-3-6-9 0,0 0 8 16,-3 6-8-16,3-3 8 0,-4 0-8 0,-3 10 0 15,4-4 0-15,-4-3 8 0,3 3-8 0,-3 4 0 16,0 2-10-16,0 1 10 16,3-3-37-16,1 8-2 0,-4-5 0 0,3 9 0 15,1-6-80-15,3 6-16 0,0 0-3 0,0 0-1 16,0 0-41-16,0 0-9 0,0 0-2 0,0 0-685 0</inkml:trace>
  <inkml:trace contextRef="#ctx0" brushRef="#br0" timeOffset="36232.433">14796 11901 770 0,'0'0'34'0,"0"0"7"0,0 0-33 0,0 0-8 16,0 0 0-16,0 0 0 0,0 0 111 0,0 0 20 15,0 0 4-15,0 0 1 0,0 0-43 0,0 0-8 16,0 0-1-16,0 0-1 0,0 0-16 0,0 0-3 16,0 0-1-16,0 0 0 0,3-3 9 0,-3 3 3 15,-3-6 0-15,3 6 0 0,-4-9-31 0,4 9-5 16,0 0-2-16,0 0 0 0,-4-4-16 0,4 4-3 0,0 0-1 15,-7-6 0-15,-3 6 0 0,3 0 0 0,-4 0 0 0,1 0 0 16,-1 0 8-16,0 6 2 0,1-2 0 0,3-4 0 16,-4 9 2-16,1-3 1 0,-4-3 0 0,-1 4 0 15,5 2-4-15,-1 7-1 0,-6-7 0 0,2 4 0 16,5-4-5-16,-4 7-2 0,3 0 0 0,1-4 0 16,-1 4-1-16,0-1 0 0,4-2 0 0,0 6 0 15,4-4-6-15,-1 4-2 0,1-3 0 0,3-4 0 16,0 4-9-16,0-6 10 0,3-1-10 0,1 7 10 15,-1-13-10-15,4 6 12 0,-3 1-12 0,7-4 12 16,-4 3-3-16,3-2 0 0,1-4 0 0,3 3 0 16,0-3-1-16,4-3-8 0,-1 0 12 0,1 0-4 15,-4 0-8-15,4 0 10 0,-1 0-10 0,4 0 10 16,-3-3-10-16,0-3 12 0,-1 6-12 0,1-10 12 0,-4 7-1 16,-3-3 0-16,-1 0 0 0,1-4 0 0,-1 7 5 0,-3-6 2 15,-3-1 0-15,3 1 0 0,-3-7-1 0,-4 0 0 16,0 4 0-16,-4-4 0 0,4-3-6 0,-3 4-2 15,3-4 0-15,-8 6 0 0,5-9-9 0,-1 10 0 16,-3-4 0-16,4-3 0 0,-4 10 0 0,0-7 0 16,0 7-12-16,0-4 12 15,3 1-32-15,1 9 0 0,-1-4 1 0,1-2 0 16,3 9-81-16,0-3-16 0,0 3-3 0,0 0-1 16,0 0-94-16,0 0-19 0,0-16-4 0,0 16-1 0</inkml:trace>
  <inkml:trace contextRef="#ctx0" brushRef="#br0" timeOffset="37344.476">15378 11942 990 0,'0'0'44'0,"0"0"8"0,0 0-41 0,0 0-11 16,0 0 0-16,0 0 0 0,0 0-14 0,0 0-5 16,0 0-1-16,0 0 0 0,0 0 7 0,0 0 1 15,0 0 0-15,0 0 0 0,0 0 61 0,3-6 13 0,-3 6 2 0,0 0 1 16,7-3 50-16,-7 3 9 15,0 0 3-15,0 0 0 0,4-6-47 0,-4 6-8 0,3-10-3 16,-3 10 0-16,0 0-5 0,0 0 0 0,4-6-1 0,-4 6 0 16,0 0-3-16,0 0 0 0,0 0 0 0,0 0 0 15,0 0-31-15,0-3-6 0,0 3-2 0,0 0 0 16,0 0 7-16,-4-7 0 0,-3 4 1 0,0-3 0 16,4 6-9-16,-8 0-1 0,0-3-1 0,1 3 0 15,-1 0-6-15,-3 0 0 0,7 3-1 0,-7-3 0 16,0 6-11-16,-4-3 12 0,1-3-12 0,-1 7 12 15,-3-4-12-15,0 3 10 0,3 4-10 0,-3-1 10 16,0 0-10-16,3 1 12 0,-3 5-12 0,3-5 12 16,1 9-12-16,2-10 0 0,-2 7 0 0,3-1 0 15,0-2 28-15,3 6 3 0,0-4 1 0,4 4 0 16,0-3-32-16,0 3 0 0,4-4-13 0,-1-2 4 16,4 6 9-16,0-10 14 0,0 7-3 0,4-7-1 15,-4 7 2-15,7-7 0 0,-4 1 0 0,4-1 0 0,0-3 6 16,4-2 2-16,-4 2 0 0,4-3 0 0,3-3-3 0,0 0 0 15,0-3 0-15,4-3 0 0,-1 2-1 0,-3-2 0 16,8-3 0-16,-5 3 0 0,1-4-4 0,-1 1-2 16,1-1 0-16,0-9 0 0,-1 10-1 0,-3-7 0 15,1 7 0-15,-1-10 0 0,3 3-1 0,-3-2 0 16,1-7 0-16,-5 6 0 0,4 0-8 0,-3-9 8 16,-1 3-8-16,1 0 8 0,0 3-8 0,-1-3 0 15,1-4 0-15,-1 4 8 0,1-3-8 0,0 3 0 16,-1-10 0-16,-3 13 0 0,0-3 0 0,0-3 0 0,0 3 0 15,-3 0 0-15,-1 3 0 0,1-3 0 0,-1 0 0 16,-3 6 0-16,4 0 0 0,-4 0-9 0,0 4 9 16,0-1-10-16,0 4 10 0,0 2 0 0,-4-6 0 0,1 7 0 15,3 3 8-15,0-4-8 0,-4 10 8 0,1-3-8 16,-1-3 0-16,1 3 0 0,-4 3 0 0,3-6-8 16,-6 6 8-16,6 0-10 0,-6 6 10 0,6-3-10 15,-7 3 10-15,4-3 0 0,0 4-9 0,0 2 9 16,0 0 0-16,0 1 0 0,4 6 0 0,-4-4 0 15,-1 4 0-15,1 3 0 0,0-4 0 0,0 4 0 16,4 0 0-16,-4 0 0 0,0-1 0 0,0 8 0 16,0-1 0-16,3 0 0 0,-3-3 0 0,3 3 0 15,1 3 9-15,-1-3 0 0,1 3 0 0,3-3 0 16,-4 4 14-16,4-4 2 0,4 3 1 0,-4 0 0 0,3-3-18 16,1 10-8-16,-4-7 0 0,3 6 8 0,1-5-8 15,0-1 0-15,3 3 0 0,-4-9-11 0,1 10 11 0,-1-10 12 16,4 3-2-16,0 0-1 0,0-7-9 15,0 1 0-15,0-3 0 0,4-3 0 0,0 2 0 0,-1-5 8 16,1-1-8-16,-1 0 12 0,-3 1-12 0,4-4 0 16,-4-3 9-16,0 4-9 0,0-1 0 0,-7-6 0 15,0 0 0-15,0 0-12 16,0 0-73-16,0 0-15 0,0 0-4 0,0 0-784 16,0 0-156-16</inkml:trace>
  <inkml:trace contextRef="#ctx0" brushRef="#br0" timeOffset="38088.65">15984 11390 576 0,'0'0'51'0,"0"0"-41"0,0 0-10 0,0 0 0 16,0 0 195-16,7 0 37 0,-7 0 7 0,4-6 1 16,-4 6-110-16,0 0-22 0,0 0-5 0,0 0-1 15,0 0-18-15,0 0-4 0,0 0-1 0,0 0 0 16,0 0-8-16,0 0-2 0,0 0 0 0,0 0 0 15,0 0-7-15,0 9-2 0,0 7 0 0,-4 0 0 16,1-4-4-16,-1 10-2 0,-3 0 0 0,4-3 0 16,-4 6-8-16,0 3-2 0,3-3 0 0,1 4 0 15,-1 5-9-15,1-6-3 0,3 7 0 0,-4-7 0 16,4 3-9-16,0-2-3 0,0-1 0 0,0-3 0 16,0 3-9-16,0-3-3 0,0-6 0 0,0 6 0 0,0-6-8 15,0 0 12-15,0 0-12 0,-3-1 12 16,-1-2-12-16,4 3 8 0,0-10-8 0,0 7 8 0,0-7-8 15,-4 1 0-15,8-1 9 0,-4 1-9 0,0-4 0 16,0-6 0-16,0 0 0 0,0 0 0 16,0 0-33-16,0 0-5 0,0 0-1 0,0 0 0 15,0 0-129-15,0 0-27 0,-11 0-5 0,8-6-944 16</inkml:trace>
  <inkml:trace contextRef="#ctx0" brushRef="#br0" timeOffset="38557.843">15903 12353 1152 0,'0'0'102'0,"0"0"-82"15,0 0-20-15,0 0 0 0,0 0 176 0,0 0 30 16,7-6 6-16,-7 6 2 0,0 0-67 0,0 0-14 15,0 0-2-15,0 0-1 0,0 0 4 0,0 0 1 16,0 0 0-16,0 0 0 0,0 0-55 0,0 0-10 16,0 0-2-16,0 0-1 0,0 0-19 0,0 0-4 15,0 0-1-15,0 0 0 0,0 0-10 0,0 0-1 16,0 0-1-16,0 0 0 0,0 9-11 0,0-9-1 16,0 0-1-16,0 10 0 0,0-10-18 0,4 6 10 15,-4-6-10-15,0 0 8 0,0 9-8 0,0-9 0 16,0 10 0-16,0-10 0 0,0 9 0 0,0-9 0 15,0 0 0-15,3 6 0 16,-3-6-44-16,0 0-10 0,0 0-2 0,4 10-1 16,-4-10-119-16,3 0-24 0</inkml:trace>
  <inkml:trace contextRef="#ctx0" brushRef="#br0" timeOffset="41049.696">10308 14087 403 0,'0'0'36'0,"0"0"-36"15,0 0 0-15,0 0 0 0,0 0 220 0,0 0 38 16,0 0 7-16,0 0 2 0,0 0-174 0,0 0-34 16,0 0-7-16,0 0-2 0,0 0-22 0,0 0-4 15,0 0 0-15,0 0-1 0,-7 0-11 0,7 0-1 16,0 0-1-16,-10 0 0 0,-5 0 3 0,5 0 1 15,3 6 0-15,0-6 0 0,-7 3 17 0,3 4 3 16,-3-7 1-16,3 3 0 0,-3 3 13 0,0 4 4 16,-4-10 0-16,1 9 0 0,3-9-16 0,-4 9-4 15,0-2 0-15,1 2 0 0,-4-6 8 0,7 3 2 16,-4-6 0-16,4 4 0 0,0 2-22 0,0 0-4 0,-1-3 0 16,5 7-1-16,-1-10-15 0,4 9 8 0,0-9-8 15,0 10 0-15,4-4 11 0,-4-3-11 0,7-3 12 16,0 0-12-16,-8 9 0 0,8-2 0 0,0-7 0 0,-3 15 0 15,3-5 20-15,-4-1 11 0,4-6 1 0,0 7 1 16,0 2-19-16,0-2-4 0,0-10-1 0,7 3 0 16,-3 6 2-16,3 1 0 0,-3-10 0 0,6 6 0 15,1 3 1-15,-1-6 0 0,1 4 0 0,3-7 0 16,-3 9 16-16,3-3 4 0,-4-3 1 0,4 4 0 16,-3-4-33-16,3 6 0 0,-3-2 0 0,-1-7 0 15,1 9 0-15,-1-3 0 0,1 4 0 0,-4-7 0 16,4 3 0-16,-1 3 0 0,-3-5 0 0,0 2-9 15,-3 3 17-15,6 1 4 0,-2-1 1 0,2 0 0 16,-3-2-5-16,4 2-8 0,-4 1 11 0,3-1-11 16,1 0 10-16,0 1-10 0,-1-1 8 0,1 1-8 0,3-1 0 15,-4 7 0-15,1-7 8 0,0 0-8 0,-4 1 0 16,3 6 0-16,4-7 9 0,-7 10-9 0,-7-10 0 0,7 7 9 16,4 3-9-16,-4-4 0 0,-7-5 0 0,4 2 0 15,-1 4 0-15,4 0 0 0,4-4 10 0,-8 4-2 16,-3 0 0-16,7-4 0 0,4 4-8 0,-8-4 12 15,-10 4-12-15,4 0 12 0,3-4-1 0,-4 4 0 16,4 3 0-16,-3-10 0 0,-8 7-3 0,11-4-8 16,4-5 12-16,-8 8-4 0,-10-2 0 0,7-4-8 15,7 1 12-15,-3-1-4 0,-4 4 4 0,3-1 0 0,-3-2 0 16,3-1 0-16,1 7-3 0,-8-7 0 0,1 7 0 16,-1-4 0-16,4-2-9 0,0-1 8 0,-7 4-8 15,3-4 8-15,1 0 3 0,3 1 0 0,-4-1 0 16,1 1 0-16,-1-10-11 0,0 9 0 0,4 1 0 0,-3-1 0 15,-1-3 0-15,1-3 0 0,-1 4 0 0,0-4 8 16,-3 3 0-16,4-6-8 0,-4 3 12 0,-4 3-4 16,0-6 4-16,1 0 0 0,-8 7 0 0,4-14 0 15,-4 7 0-15,4-6 0 0,-4 6 0 0,4-3 0 16,-4-3-12-16,4 3 12 0,0-4-12 0,0 4 12 16,3-3-12-16,1-3 0 0,-1-1 0 0,0 10 0 15,4-9 0-15,4 2 0 0,-1 4 0 0,0-3 0 16,1-3-8-16,-1 5-1 0,4-2 0 0,4-3 0 15,-4 6-38-15,3-4-7 16,4 7-2-16,0-6 0 0,0 3-189 0,0-6-39 0</inkml:trace>
  <inkml:trace contextRef="#ctx0" brushRef="#br0" timeOffset="42134.056">10915 14771 691 0,'-14'-7'61'0,"14"7"-49"0,7 0-12 0,3 0 0 16,-2 0 162-16,-1 0 30 0,-7 0 5 0,10-3 2 16,8-3-126-16,-8 6-25 0,-17 0-4 0,7 0-2 15,7-6-28-15,-7 6-6 0,0 0 0 0,0 0-8 16,0 0 24-16,0 0-1 0,7 0-1 0,-7 0 0 15,-10-3 31-15,10 3 7 0,0 0 0 0,0 0 1 16,7 0 9-16,-7 0 2 0,0 0 0 0,0 0 0 16,7-7-13-16,-7 7-3 0,0 0 0 0,0 0 0 15,7 0-8-15,-7 0-3 0,0 0 0 0,-3-3 0 16,3 3-7-16,0 0-2 0,0 0 0 0,-4-6 0 0,-10 3-10 16,3-3-2-16,11 6-1 0,0 0 0 0,-17 0-15 0,3 0-8 15,3 6 10-15,0-3-10 0,4-3 0 0,-3 6 8 16,-8-3-8-16,4 4 0 0,7 2 0 0,-4 0 0 15,-3 1 0-15,0-1 0 0,0 1 0 0,-4-1 0 16,1 7 8-16,-1 3-8 0,-7-10 0 0,8 10 9 16,-1-4-9-16,0 4 8 0,-6-3 0 0,6 3 0 15,4-4 0-15,3-2 0 0,-3 3-8 0,4-7 8 16,-1 7-8-16,8-4 8 0,3-2 26 0,-4-1 5 16,1-3 1-16,-1 4 0 0,11 5-32 0,-3-5-8 15,-8-1 0-15,8 1 0 0,-1-7 8 0,8 9 0 0,-4-9 0 16,-4 4 0-16,-3-7-8 0,7 9 8 0,8-6-8 15,-5 4 8-15,-10-7-8 0,11 3 12 0,-1-3-4 16,4 6 0-16,0-6 0 0,1 0 1 0,-5 0 0 0,4-6 0 16,7 6-9-16,-3 0 10 0,-7-3-10 0,6-4 10 15,4 4-2-15,-3-3 0 0,-4 3 0 0,0-4 0 16,0-2 0-16,4 0 0 0,3-1 0 0,-7 1 0 16,-10-7 0-16,6 7 0 0,12-10 0 0,-5 3 0 15,-3-3-8-15,1 4 10 0,2-4-10 0,4 0 10 16,4 0-10-16,-4 1 0 0,-3 2 0 0,-1-3 0 15,5 0 12-15,-8 4-4 0,-4-4 0 0,1 3 0 16,3 7-8-16,0-4-11 0,-3 4 3 0,-4-1 0 16,-4-2 8-16,4 9 9 0,0-7-1 0,-3 1-8 15,-4 3 0-15,0 6 0 0,7-4-12 0,-7 4 3 16,0 0 9-16,0 0 0 0,0 0 0 0,0 0-8 0,7 0 8 16,-7 0 0-16,0 0 8 0,0 0-8 0,0 10 0 15,-3-7-10-15,-1 6 1 0,-3 1 0 0,-4 2 9 0,4 1 11 16,0-4-3-16,-3 7 0 0,-8 3-8 15,7-4 0-15,1-2 0 0,-1 6 0 0,-6 3 0 0,-1-3 0 16,4-1 0-16,0 7 0 0,3-3 0 0,-3 3 0 16,-7-6 0-16,10 6 0 0,8 0 0 0,-8-3 0 15,-10 3 0-15,7 4 0 0,0 2 0 0,0-3 0 16,0 1 0-16,-4-1 0 0,-3 3 0 0,3 0-19 16,8-5 3-16,-5 8 1 0,1-6 15 0,0-3 0 15,7 0 0-15,0-3 0 0,0 3 0 0,0 1 0 16,0-8 0-16,7 1 0 0,3 0 0 0,1-3 0 0,-8 2 8 15,8-2-8-15,3-3 0 0,-3 2 0 0,-4-2 0 0,3 3 0 16,1-1 8-16,6-5-8 0,1-1 0 0,-4 1 0 16,0 5 18-16,7-5-3 0,4-1-1 0,3 0 0 15,-7 1-14-15,0-7 0 0,7 3 0 0,4 1-10 16,0-4 10-16,-1 3 0 0,-3-3 0 0,4-3 8 16,3 0-8-16,-3 0-13 0,-7 0 3 0,3 0 1 31,-3 0-99-31,3 0-20 0,-7-3-4 0,0-3-1142 0</inkml:trace>
  <inkml:trace contextRef="#ctx0" brushRef="#br0" timeOffset="42679.879">11621 14764 288 0,'-11'0'25'0,"11"0"-25"16,0 0 0-16</inkml:trace>
  <inkml:trace contextRef="#ctx0" brushRef="#br0" timeOffset="43377.134">11617 14736 288 0,'0'0'12'0,"0"0"4"0,0 0-16 0,0 0 0 15,0 0 0-15,0 0 0 0,0 0 267 0,0 0 50 16,0 0 11-16,0 0 1 0,0 0-219 0,0 0-44 0,0 0-9 0,0 0-1 15,0 0-12-15,0 0-3 0,-4 10 0 16,4-7 0-16,0-3 13 0,0 6 2 0,-7 3 1 0,0 1 0 16,0-1-17-16,0 1-3 0,4-1-1 0,-8-3 0 15,-3 10 12-15,3-3 3 0,4-4 0 16,4 0 0-16,-8 7-11 0,1-7-1 0,3 10-1 0,0-3 0 16,7 0-26-16,-7-4-12 0,-4 7 10 0,4-3-10 15,10 2 16-15,-3 1-2 0,-10-3-1 0,-1 3 0 16,8 0 1-16,-1-4 0 0,1-2 0 0,-4 2 0 15,-4-5 17-15,7 6 3 0,8-7 1 0,-4 0 0 16,-4 1-25-16,4-1-10 0,11 1 8 0,-4-1-8 16,-10 0 12-16,6-2-2 0,4 2-1 0,4-3 0 15,3-2-1-15,-4 5-8 0,1-9 12 0,3 6-4 16,11-3 4-16,-8-3 0 0,-17 0 0 0,18 0 0 16,3 0 15-16,0 0 3 0,-3 0 1 0,-4-3 0 15,4-3-19-15,-4 3-3 0,7-3-1 0,-3-4 0 0,-1 4-8 16,1-4 8-16,0 1-8 0,-1 6 8 0,1-7 0 15,0 1 0-15,-1-7 0 0,1 7 0 0,0 0-8 0,-4-7 0 16,3 6 0-16,1-8 8 0,3 2-8 0,0-3 8 16,-3 7-8-16,-4-10 8 0,4 3-8 0,-4 0 0 15,0-6 0-15,0 6 0 0,4-6 0 0,-1 6 0 16,-6 0 0-16,-1-6 0 0,5 7 0 0,-5 5 0 16,-3-3 8-16,0 7-8 0,-3-7 0 0,3 7 0 15,-4-4-9-15,1-2 9 0,-1 8 0 0,1-2 0 16,-1 0 0-16,1-1 0 0,-4 10-12 0,0 0 2 15,0 0 0-15,0 0 0 0,3-9 10 0,-3 9-12 0,0 0 12 16,0 0-12-16,0 0 12 0,0 0 0 0,0 0 0 16,0 0-8-16,-3 9 8 0,-4 1 0 0,3-1 0 15,1 0 0-15,-4 1 0 0,0 5 0 0,0 1 0 0,3-3 0 16,-6 2 0-16,3 4 0 0,-1 0 0 0,1 0-8 16,4 6 8-16,-4-9 0 0,3 2 0 0,-3 1 8 15,4 0-8-15,3-3 12 0,0 2-4 0,0 1 0 16,3-3-8-16,-3 3 12 0,0-4-4 0,7-2 0 15,-7 3-8-15,4 2 0 0,-1-2 0 0,1-3 0 16,-1 2 0-16,-3 1 0 0,4-3 0 0,3-4 8 16,-3 7-8-16,-1-7 0 0,4 1 0 0,-3-1 0 15,3 0 9-15,-4 1-9 0,4-4 12 0,-3 3-12 16,3 1 0-16,0-10-9 0,-7 0-1 0,0 0 0 16,7 0-33-16,4 0-6 0,-11 0-2 15,7 6 0-15,0-3-132 0,3-3-26 0,-6-3-6 16</inkml:trace>
  <inkml:trace contextRef="#ctx0" brushRef="#br0" timeOffset="43980.134">12439 14808 1461 0,'0'0'32'0,"0"0"6"0,0 0 2 0,0 0 2 0,0 0-34 0,0 0-8 15,0 0 0-15,0 0 0 0,0 0 60 0,0 0 9 16,0 0 3-16,0 0 0 0,0 10 13 0,0-1 3 16,3-3 1-16,-3 4 0 0,-3 2-5 0,3 4-2 15,-4 0 0-15,4 3 0 0,-7-7-11 0,7 4-3 16,-3 3 0-16,-4-1 0 0,3-2-14 0,1 3-3 15,-4 0-1-15,0-4 0 0,3 4-31 0,1-3-7 16,-1-4 0-16,1-2-1 0,-1 5-11 0,4-5 10 16,-4-1-10-16,4 1 10 0,-3-4-10 0,3 3 0 0,0-9 0 15,0 0-11-15,0 0-1 0,0 0 0 0,0 0 0 16,0 0 0 0,0 0-104-16,0 0-22 0,0 0-4 0,0 0-942 0</inkml:trace>
  <inkml:trace contextRef="#ctx0" brushRef="#br0" timeOffset="44268.939">12510 14523 633 0,'0'0'56'0,"0"0"-44"0,0 0-12 0,0 0 0 0,0 0 244 0,0 0 46 16,0 0 10-16,0 0 1 0,0 0-215 0,0 0-43 15,3-6-9-15,-3 6-2 0,0 0 12 0,0 0 1 16,0 0 1-16,0 0 0 0,0 0-22 0,0 0-4 16,0 0 0-16,0 0-1 0,0 0-19 0,0 0 0 15,0 0 8-15,0 0-8 0,0 0-13 0,7 0-7 16,4 0 0-16,-4 0-583 15,-7 0-116-15</inkml:trace>
  <inkml:trace contextRef="#ctx0" brushRef="#br0" timeOffset="44877.602">12823 14871 932 0</inkml:trace>
  <inkml:trace contextRef="#ctx0" brushRef="#br0" timeOffset="45349.532">12827 14871 288 0,'0'0'25'0,"0"0"-25"16,0 0 0-16,0 0 0 0,0 0 288 0,0 0 52 15,0 0 10-15,0 9 2 0,-4 1-221 0,4-1-45 16,0 1-9-16,-3-4-1 0,3 3-14 0,0 7-2 16,-4-3-1-16,1-4 0 0,-1 7-10 0,4-1-1 15,-7-2-1-15,4 6 0 0,-1-4 1 0,1 4 1 16,-1-3 0-16,1 3 0 0,3-1-7 0,-7 1-2 15,3-3 0-15,1 3 0 0,-1 0-16 0,1-4-3 16,-1 4-1-16,0-3 0 0,4-4 13 0,-3-2 3 16,3 5 0-16,0-5 0 0,0-1-12 0,0-2-3 15,0-4 0-15,0-3 0 0,0 0 15 0,0 0 2 16,0 0 1-16,0 0 0 0,0 0-13 0,0 0-2 0,0 0-1 16,0 0 0-16,-4-10 12 0,4 1 2 0,-3-1 1 15,3 1 0-15,3 0-30 0,-3-7-8 0,0-3 0 0,4 3 0 16,-1-2 15-16,5-1-2 0,-5 0 0 0,4 3 0 15,0-6-13-15,0 0 9 0,4 0-9 0,-1-3 8 16,1 0-8-16,0-3 10 0,3 0-10 0,-4 3 10 16,4 0-10-16,4-4 0 0,-4 1 0 0,4 3 0 15,-4 0 0-15,3 3-9 0,-2-3 9 0,-1 6-10 16,3 4 10-16,-3-4 0 0,4 0 0 0,-4 9 0 16,0-5 0-16,0 5 0 0,-3 1 0 0,3 0-8 15,-3 2 8-15,3-2 0 0,-7 9 0 0,3-3 0 16,-2-4 0-16,2 7-10 0,4 7 10 0,-3-7 0 15,3 3-9-15,-4-3 9 0,1 6 0 0,0-3-9 16,-1 4 9-16,1 2 0 0,-1 0 0 0,1 1-8 0,-4-1 8 16,0 1 0-16,0-1-9 0,-3-3 9 15,-1 4-62-15,4-1-8 0,-3-3-2 0,3 4 0 16,-7-10-81-16,0 3-17 0,0-3-3 0,3 9-587 16,1-2-118-16</inkml:trace>
  <inkml:trace contextRef="#ctx0" brushRef="#br0" timeOffset="46137.305">13367 14833 313 0,'0'0'13'0,"0"0"4"0,0 0-17 0,0 0 0 15,0 0 0-15,0 0 0 0,0 10 72 0,0-7 10 16,0 6 2-16,0 1 1 0,-4-4 96 0,4 3 19 16,0 1 4-16,0-1 1 0,0 1-57 0,0 5-11 15,0-5-2-15,0 9-1 0,0-10-39 0,-3 7-8 16,-1 2-2-16,1-2 0 0,-1 3-24 0,4-3-5 15,-3 2 0-15,-1-5-1 0,1 3-3 0,3 2 0 16,-4 1 0-16,0 0 0 0,1-3-9 0,3 3-3 16,0-1 0-16,-4-2 0 0,4 0-6 0,-3-4-2 15,3-2 0-15,0-1 0 0,0-3 10 0,0 4 2 16,0-1 0-16,0-2 0 0,0-7-30 0,0 0-6 0,0 0 0 16,0 0-8-16,0 0 20 0,0 0-2 0,0 0-1 15,0 0 0-15,0 0 17 0,0 0 3 0,0 0 1 16,0 0 0-16,3-10-14 0,-3-6-4 0,4 10 0 15,-4-6 0-15,3-4-12 0,1 3-8 0,-4-2 8 0,4-4-8 16,-1 0 0-16,-3-3 8 0,4 3-8 0,-1 0 0 16,1 1 9-16,-1-1-9 0,4-6 12 0,-3 6-12 15,3 0 0-15,-4 0 0 0,4-3 0 0,-3 4-12 16,3-4 12-16,0 0 0 0,0 3 0 0,0 0 10 16,4 0-10-16,-1 4 0 0,1-4 0 0,-1 3 0 15,1 7-8-15,3-4 8 0,-3-3 0 0,-1 7 0 16,1-7 0-16,-4 7 0 0,7 6-9 0,-3-3 9 15,-4-4 0-15,0 7 0 0,0-3-8 0,3 6 8 16,-3-3 0-16,1 3-8 0,2 3 8 0,-3-3 0 16,4 9-9-16,-4-3 9 0,-4-2 0 0,4 5-9 0,-3 0 9 15,3-2-8-15,-3 2 8 0,-1-3-8 16,4-3-4-16,0 7-1 0,0-4 0 0,0 4 0 16,0-7-40-16,0 3-8 0,0 3-2 15,0-9 0-15,1 10-101 0,-5-10-21 0,8 6-4 0,-4-3-568 16,0 3-114-16</inkml:trace>
  <inkml:trace contextRef="#ctx0" brushRef="#br0" timeOffset="46819.451">13839 15006 1785 0,'0'0'159'0,"0"0"-127"0,0 0-32 0,0 0 0 15,0 0-69-15,0 0-20 16,0 0-4-16,0 0-1 0,0 0 25 0,0 0 5 15,4-3 0-15,-4 3 1 0,0 0 137 0,0 0 27 0,0 0 6 0,0 0 1 16,0 0 0-16,0 0 0 0,0 0 0 0,0 0 0 16,0 0-15-16,0 0-2 0,0 0-1 0,7 0 0 15,-7 0-3-15,7 0-1 0,-7 0 0 0,11 0 0 16,-4 3-24-16,0-3-5 0,3 0-1 0,-3 0 0 0,1 0-3 0,2 0-1 16,-3 0 0-16,4-3 0 0,-1-4-30 0,4 7-6 15,1 0-2-15,-5-9 0 0,4 9-3 0,0-6-1 16,-3 3 0-16,3-4 0 0,0-2 7 0,0 9 2 15,0-9 0-15,0-1 0 0,1 7-8 0,-5-3-2 16,4-4 0-16,0 1 0 0,1 0-9 0,-8-7 0 16,0 6 0-16,0 1 0 0,0 0 0 0,0-7 0 15,-4 7 9-15,1-1-9 0,-4-9 0 0,3 10 0 16,-3 3 0-16,-3-4 0 0,-1 1 0 0,1-1 0 0,-1 1 0 16,1 9-8-16,-8-9-4 0,1 9-1 15,-1 0 0-15,0 0 0 0,-6 3 4 0,-1 3 1 0,0 0 0 16,-3 4 0-16,0 2 16 0,0-2 4 0,0 5 1 15,3 1 0-15,-3-3-13 0,3 5 0 0,-3-2 0 0,0 3 0 16,0 0 0-16,0 3 0 0,7-4 0 0,-1 4 0 16,1-6 0-16,4 3 0 0,-1 0 0 0,4-4 0 15,0 4 0-15,4 0 0 0,-1-3 0 0,1-1-10 16,6-2 10-16,1-4 9 0,-1 7-1 0,4-7-8 16,0 1 10-16,4 5-10 0,3-5 8 0,0-1-8 15,0-6 8-15,4 7-8 0,-1-4 8 0,1 0-8 16,0-6 0-16,3 4 0 0,-4-4 0 0,1 0 0 15,0-4-18-15,3-2-2 0,-7 6-1 0,4 0 0 16,-1-9-97-16,-3 2-19 16,-3-2-4-16,3 6-1 0,-3-7-101 0,-1-5-20 15,4-10-4-15,8 3-1 0</inkml:trace>
  <inkml:trace contextRef="#ctx0" brushRef="#br0" timeOffset="47340.422">14711 14059 345 0,'10'0'31'0,"-10"0"-31"0,0 0 0 0,0 0 0 16,0 0 245-16,0 0 43 0,0 0 9 0,0 0 2 16,-3-6-160-16,3 6-32 0,3-4-7 0,-3 4 0 15,0 0-30-15,0 0-6 0,0 0 0 0,0 0-1 16,-3-6 5-16,3 6 2 0,0 0 0 0,0 0 0 15,0 0-42-15,0 0-8 0,0 0-1 0,0 0-1 16,0 0-8-16,-4 6-2 0,-3 4 0 0,4 6 0 16,-1-4 24-16,-3-3 5 0,0 7 1 0,0 9 0 15,0-3 5-15,0 3 1 0,0 4 0 0,0-4 0 16,-4 12-8-16,4-2-2 0,-3-1 0 0,-1 1 0 16,0 2-6-16,1 1-2 0,-1 6 0 0,1 6 0 0,-4-3 4 0,0 3 1 15,-1-3 0-15,1 7 0 0,0-1-23 0,-3-6-8 16,2 6 0-16,1-9 9 0,-3 0-1 0,3-6 0 15,-1 2 0-15,5-2 0 0,-1 0 2 0,1-4 0 16,3-6 0-16,0 4 0 0,0-4-2 0,3-9 0 16,0 6 0-16,1-6 0 0,3-10-8 0,-4 7 0 15,4-7 0-15,-3 1 0 16,3-10-79-16,0 0-17 0,0 0-4 0,0 0-1168 0</inkml:trace>
  <inkml:trace contextRef="#ctx0" brushRef="#br0" timeOffset="48591.206">16006 14106 518 0,'0'0'46'0,"0"0"-37"0,0 0-9 0,0 0 0 15,0 0 158-15,0 0 30 0,0 0 5 0,0 0 2 16,0 0-131-16,0 0-25 0,-8 0-6 0,1 0-1 15,0 0-6-15,7 0-2 0,0 0 0 0,-7 0 0 16,0-3 20-16,7 3 3 0,0 0 1 0,0 0 0 16,-7 0 12-16,7 0 4 0,0 0 0 0,0 0 0 15,0 0 3-15,0 0 1 0,0 0 0 0,0 0 0 16,0 0-7-16,0 0-1 0,-7 3 0 0,7-3 0 16,-3 6-31-16,-4 4-6 0,3-4-2 0,1-3 0 0,-5 6 11 15,5 1 3-15,-1-1 0 0,1-3 0 0,-4 13-12 16,0-3-3-16,0-3 0 0,3 5 0 15,-6 7 20-15,3-6 3 0,-1 6 1 0,1 4 0 0,0-4-21 16,0 3-4-16,-3 3-1 0,-1 1 0 0,4 2 22 0,0 1 5 16,0-1 1-16,-4 1 0 0,1 5-30 0,-1-5-7 15,1-1-1-15,-4 4 0 0,3 3 13 0,0-10 3 16,1 4 0-16,-1-1 0 0,-3 1-4 0,4-7-1 16,-5 0 0-16,5-3 0 0,3 3-7 0,-4-3 0 15,1 0-1-15,3-3 0 0,-4 3-11 0,4-6 10 16,-4 0-10-16,4 3 10 0,0-3-10 0,0-7 10 15,0-2-10-15,0 6 10 0,4-7-10 0,-5 0 10 0,5-2-10 16,-1-4 10-16,4-3-10 0,0 0-9 0,0 0 9 16,0 0-13-1,0 0-28-15,0 0-6 0,0 0-1 0,0 0 0 16,7-3-118-16,1-13-24 0,-1 7-5 0,3-7-954 0</inkml:trace>
  <inkml:trace contextRef="#ctx0" brushRef="#br0" timeOffset="49061.019">15688 14793 748 0,'0'0'33'0,"0"0"7"0,0 0-32 0,0 0-8 16,0 0 0-16,0 0 0 0,0 0 174 0,0 0 33 15,0 0 6-15,0-3 2 0,0 3-94 0,0 0-18 16,7-7-4-16,0 4-1 0,-3-3-17 0,3 6-3 15,3 0-1-15,-3 0 0 0,4 0 13 0,0 0 2 16,-1 0 1-16,-3-3 0 0,4 6-24 0,-1-3-5 16,1-3 0-16,3-4-1 0,0 7-8 0,4 0-2 15,-4-3 0-15,0-3 0 0,4 0-21 0,-1 3-4 0,-3 3 0 0,4-7-1 16,-4 7-15-16,4-3-2 0,-4 3-1 16,0 0 0-16,0 0-9 0,-3-6 0 0,-1 6 0 0,1 0-11 15,-1 0 2-15,-2 0 0 0,2 0 0 0,-3 0 0 16,0 0-2-16,-7 0 0 0,7 0 0 0,-7 0 0 31,7 0-23-31,-7 0-5 0,0 0-1 0,7 0 0 16,-7 0-90-16,0 0-18 0,4-3-4 0,-4 3-588 0,7-6-116 0</inkml:trace>
  <inkml:trace contextRef="#ctx0" brushRef="#br0" timeOffset="49710.644">16496 14068 1173 0,'-7'-3'52'0,"7"3"11"0,0 0-51 0,0 0-12 0,0 0 0 0,0 0 0 15,0 0 32-15,0 0 4 0,0 0 1 0,0 0 0 16,0 0-13-16,0 0-4 0,0 0 0 0,0 0 0 15,0 0 32-15,0 3 5 0,-4-3 2 0,4 0 0 16,0 0-2-16,0 0 0 0,-3 10 0 0,-4-10 0 16,3 9 6-16,-3-3 1 0,4-3 0 0,-4 7 0 15,3-4-1-15,-3 4 0 0,3-1 0 0,-3 0 0 16,4 1 1-16,-4-1 1 0,0 7 0 0,3-7 0 16,-3 7-37-16,0-3-7 0,0 2-1 0,-4 4-1 15,4-3 21-15,0 3 4 0,4-1 0 0,-1 7 1 16,-3-3-12-16,0 3-2 0,-3 1-1 0,-1 8 0 15,-3-6 8-15,3 7 2 0,-3-7 0 0,4 10 0 0,-4-4-12 16,-1 10-3-16,1-6 0 0,4 2 0 0,-4 4 4 0,0-3 1 16,3 0 0-16,0-4 0 0,1-2-22 0,-1 3-8 15,-3-10 0-15,3 6 9 0,1-9-1 16,-1 4-8-16,1-1 12 0,-1-3-4 0,4 0-8 0,-3 3 10 16,2-9-10-16,-2 6 10 0,3 0-2 0,-4-6 0 15,1 6 0-15,3-3 0 0,-4-6-8 0,4 3 0 16,0-1 0-16,3-8 0 0,-3 5 0 0,0 1 0 15,4-6 0-15,-1-1 8 0,1 0-8 0,3-6 0 16,0-3 0-16,0 0 0 0,0 0-21 0,0 0 0 16,0 0 0-16,0 0 0 15,0 0-85-15,0 0-17 0,0 0-3 0,0 0-1 16,0 0-116-16,7-3-23 0</inkml:trace>
  <inkml:trace contextRef="#ctx0" brushRef="#br0" timeOffset="50531.458">16581 14846 1148 0,'0'0'51'0,"0"0"10"0,0 0-49 0,0 0-12 16,0 0 0-16,0 0 0 0,0 0 70 0,0 0 11 16,0 0 3-16,0 0 0 0,0 0 15 0,0 0 3 15,0 0 1-15,0 0 0 0,0 0-11 0,0 0-3 16,0 0 0-16,0 0 0 0,0 0-26 0,0 0-6 16,0 0-1-16,-4 9 0 0,1 1 4 0,-1 2 0 15,-3 1 0-15,0-4 0 0,0 1-7 0,0 5-1 16,0 1 0-16,-4-3 0 0,1 5-22 0,2-2-5 15,-2 3-1-15,-1-3 0 0,4 2 12 0,-3-2 3 16,3-3 0-16,-4 5 0 0,4-8-27 0,0 5-12 16,0 4 10-16,3-3-10 0,1 0 10 0,-4-4-10 15,3 4 10-15,4-7-10 0,-7 1 8 0,4-1-8 0,-1 1 0 16,4-1 9-16,-3-3-9 0,3 4 0 0,0-10 0 16,0 3 0-16,0-3 0 0,0 0-17 0,7 6 4 15,-4-3 1 1,-3-3-42-16,7 0-8 0,4 0-2 0,-1-3 0 15,5 3-76-15,-1-6-15 0,0 3-3 0,0-7-560 0,0 1-112 0</inkml:trace>
  <inkml:trace contextRef="#ctx0" brushRef="#br0" timeOffset="50873.838">16775 14548 1764 0,'0'0'39'0,"0"0"8"0,0 0 1 0,0 0 1 0,0 0-39 0,0 0-10 15,0-6 0-15,0 6 0 0,3-3 93 0,-3 3 17 16,0 0 3-16,0 0 1 0,0 0-13 0,0 0-2 15,0 0-1-15,0 0 0 0,0 0-22 0,0 0-5 16,0 0-1-16,0 0 0 0,0 0-18 0,0 0-4 16,0 0-1-16,0 0 0 0,0 0-47 0,0 0 0 15,-3 3 0-15,3-3 0 0,0 0 0 0,0 0 0 0,0 0 0 16,0 0 9-16,0 0-27 0,0 0-6 16,0 0 0-16,0 0-1 15,0 0-124-15,3 9-25 0,-3-9-5 0,7 0-911 0</inkml:trace>
  <inkml:trace contextRef="#ctx0" brushRef="#br0" timeOffset="51530.355">17258 14184 482 0,'0'0'21'0,"0"0"5"0,0 0-26 0,3-9 0 0,1 3 0 0,-4 6 0 16,0 0 47-16,0 0 4 0,0 0 1 0,3-4 0 15,-3 4 74-15,0 0 15 0,0 0 3 0,0 0 1 16,0 0-17-16,0 0-3 0,0 0-1 0,0 0 0 15,0 0-40-15,0 0-8 0,0 0-1 0,0 0-1 16,0 0-17-16,0 0-3 0,0 0-1 0,0 10 0 16,0 6 3-16,-3-4 1 0,-1 4 0 0,-3 3 0 15,4-1 1-15,-4 1 0 0,0 6 0 0,0 0 0 16,3-3 0-16,-3 3 0 0,-3 1 0 0,2 2 0 16,1-3-18-16,0 3-3 0,-3 0-1 0,-1-3 0 15,1 10-6-15,-1-7-2 0,-3 7 0 0,3-1 0 16,-3 1-18-16,-3-4-10 0,-1 3 10 0,4-5-10 15,-4 5 26-15,4 1-1 0,-4-7 0 0,4 0 0 16,4 3-4-16,-4-2-1 0,0-4 0 0,6-3 0 16,1 3-8-16,0 0-1 0,0-6-1 0,0 9 0 0,4-9-10 15,3 3 0-15,-4-4 0 0,4-5 8 0,-3 3-8 16,3 3 0-16,0-10 0 0,0 7 0 0,0-13 9 0,0 6-9 16,0-3 10-16,0-6-10 0,0 0-8 0,0 0-8 15,0 0-2-15,0 0 0 16,0 0-30-16,0 0-7 0,0 0-1 0,0 0 0 15,0 0-149-15,-4-6-31 0,4-3-5 0,-3-4-2 16</inkml:trace>
  <inkml:trace contextRef="#ctx0" brushRef="#br0" timeOffset="52175.648">17759 14093 1105 0,'0'0'48'0,"0"0"12"0,0 0-48 0,0 0-12 16,0 0 0-16,0 0 0 0,0 0 21 0,0 0 3 15,0 0 0-15,0 0 0 0,0 0-14 0,0 0-2 16,0 0-8-16,0 0 12 0,0 0 68 0,0 0 14 15,0 0 2-15,0 0 1 0,0 0-17 0,0 0-3 16,0 0-1-16,0 0 0 0,0 0-9 0,0 0-3 16,0 0 0-16,0 0 0 0,0 0-2 0,0 0-1 15,0 0 0-15,0 0 0 0,0 0-5 0,3 3 0 16,-3 7-1-16,-3-1 0 0,3-2-40 0,0 8-15 16,-4-5 11-16,4 2-11 0,0 4 37 0,-3 3 2 15,-1 6 0-15,1-6 0 0,-1 6-1 0,1-3 0 0,-4 9 0 16,3-3 0-16,-3 7-2 0,0-7 0 0,0 10 0 15,0-4 0-15,-4 1-6 0,1 2-2 0,3 4 0 16,-4 0 0-16,0 3-8 0,1 0-1 0,-1-1-1 0,-3 1 0 16,4 0-5-16,-4-6-1 0,-1 6 0 0,1-7 0 15,0 7 4-15,0-3 0 0,-4-3 0 0,8 9 0 16,-4-3-6-16,3 0-1 0,1-7 0 0,-5 4 0 16,5-13 0-16,-1 7 0 0,4-7 0 0,0 0 0 15,0-9-9-15,0 6 12 0,4-6-12 0,-1-4 12 16,4 1-12-16,0-6 0 0,0-1 0 0,0 0 0 15,4-5-68 1,-4-4-8-16,7 6-3 0,-7-6 0 0,0 0-120 0,0 0-24 16</inkml:trace>
  <inkml:trace contextRef="#ctx0" brushRef="#br0" timeOffset="65597.899">13162 9929 345 0,'0'0'31'0,"0"0"-31"16,-3 0 0-16,-1-3 0 0,1 3 138 0,-1 0 22 16,1-6 4-16,-1 6 0 0,4 0-120 0,0 0-24 15,0 0-4-15,0 0-2 0,0 0-5 0,0 0-1 16,0 0 0-16,0 0 0 0,0 0 16 0,0 0 2 15,0 0 1-15,0 0 0 0,0 0 7 0,0 0 2 16,0 0 0-16,0 0 0 0,0 0 12 0,0 0 4 0,0 0 0 16,0 0 0-16,0 0 2 0,0 0 1 0,0 0 0 0,0 0 0 15,0 0-33-15,7 0-6 0,4 0-2 0,-1 6 0 16,-10-6 7-16,11 3 2 0,-4-3 0 0,3 0 0 16,-3 0-8-16,4 6-2 0,-4-6 0 0,4 0 0 15,-1 0 6-15,1 0 1 0,-4 0 0 0,4 0 0 16,-1 0 1-16,1-6 1 0,-1 6 0 0,1 0 0 15,-1 0-6-15,1 0-2 0,0 0 0 0,3 0 0 16,-7 0-3-16,3 0-1 0,4 0 0 0,-3 6 0 16,0-6-10-16,3 0 0 0,-4 3 9 0,1-3-9 15,-1 0 0-15,5 0 8 0,-5 7-8 0,4-7 0 16,-3 3 0-16,3-3 0 0,0 6 0 0,0-6 0 16,0 0 0-16,0 0 9 0,1 0-9 0,-5 0 0 0,4-6 21 15,-3 6-2-15,-1-3-1 0,5 3 0 0,-1 0-8 16,0 0-2-16,-4 0 0 0,4 0 0 0,4 0-8 0,-4 0 8 15,0 0-8-15,0-7 8 0,1 7 9 0,-1 0 2 16,-4-3 0-16,4 3 0 0,0 0-19 0,1 0 0 16,-5-6 0-16,1 6 0 0,3 6 0 0,-4-6 0 15,1 0 0-15,0 0 0 0,-4-6 0 0,3 6 0 16,1 6 0-16,-1-6 0 0,1 0 0 0,0 0 0 16,-4 3 0-16,3-3 0 0,4 0 0 0,-3 0-19 15,-1 0 4-15,1 0 1 0,3 0 14 0,-3 7 0 16,3-7 0-16,-4 0 0 0,5 0 0 0,-1 0 0 15,0 0 0-15,-4 0 0 0,1 0 0 0,0 0 8 16,3-7-8-16,0 7 0 0,0 0 8 0,3 0-8 16,1 0 0-16,-4 0 0 0,0 0 12 0,0 0-12 0,1 0 12 15,-1 0-12-15,0 7 8 0,-4-7-8 0,1 0 0 0,3 0 0 16,-3-7 10-16,3 7-10 0,-4 0 8 0,4 0-8 16,1 0 12-16,-5 0-4 0,4-3 0 0,0 3 0 15,0 0-8-15,1 0 0 0,-1-6 0 0,0 6 0 16,-4 0 0-16,5 0 0 0,-1-3 0 0,0 3 0 15,0 0 0-15,-4 0 0 0,5-6 0 0,-1 6 0 16,0 0 0-16,0 0 0 0,-4 0 0 0,1 0 0 16,3 0 0-16,-3 6 0 0,-1-6 0 0,4 0 0 15,-7 0 0-15,4 0 0 0,0 0 0 0,-1-6 0 16,1 6 0-16,3 0 0 0,-3-4 0 0,6 4 0 16,-6 0 0-16,3 0 0 0,0 0 0 0,0 0 0 15,-3 0 0-15,3-6 0 0,-4 6 0 0,1 0 0 0,0 0 0 16,-1 0 0-16,-10 0 0 0,7 0 0 0,4 0 0 15,-1 0 0-15,-10 0 0 0,7 0 0 0,-7 0 0 0,7-3 8 16,-7 3-8-16,7 0 0 0,-7 0 0 0,11 3 0 16,-4-3 8-16,-7 0-8 0,0 0 0 0,11 0 0 15,-4-3 0-15,0 3 0 0,-7 0 0 0,0 0 0 16,7 0 0-16,-7 0 8 0,0 0-8 0,7 0 0 16,-7 0 0-16,0 0 0 0,0 0 0 0,0 0 0 15,0 0 9-15,0 0-9 0,0 0 0 0,0 0 9 16,7 0-9-16,-7 0 0 0,0 0 12 0,0 0-4 15,0 0 0-15,0 0-8 0,0 0 16 0,0 0-4 16,0 0-1-16,0 0 0 0,0 0-3 0,0 0 0 16,0 0 0-16,0-6 0 0,0 6-8 0,0-10 12 0,0 10-12 15,-4-9 12-15,-3 3 3 0,4 3 1 0,-1-4 0 16,-3 4 0-16,0-3-16 0,0-4 0 0,0 7 0 0,0-3 0 16,0-3 0-16,3 9 0 0,-3-7 0 0,0 4 0 15,0-3 0-15,0 3 9 0,-3-7-9 0,3 4 8 16,0-3-8-16,0 9 0 0,-4-10 0 0,4 4 0 15,0 3 0-15,-4-3 0 0,4 3 0 0,-3-4 0 16,3 4 0-16,-4-3 0 0,4 3 0 0,0-4-11 16,-4 7 11-16,4-3 0 0,4-3 0 0,3 6 8 15,-4 0-8-15,4 0 0 0,0 0 0 0,0 0 0 16,0 0 0-16,0 0 0 0,-3-9 0 0,3 9-8 16,0 0 8-16,0 0 0 0,0 0 0 0,0 0 0 15,0 0 0-15,0 0 0 0,10 9 0 0,-3-9 0 16,4 0-11-16,-4 6 11 0,3-3-13 0,1-3 5 0,0 7 8 15,-1-4 0-15,1 3 0 0,-1-3 0 0,-3-3 0 0,8 7 0 16,-5-7 0-16,1 3 0 0,3 3 0 0,-4-6 0 16,-3 9 0-16,4-9-8 0,0 7 8 0,-1-4 0 15,1 3 0-15,-4-3 0 0,3-3 0 0,-2 6 0 16,-1-2 0-16,-4 2 0 0,-3-6 0 0,0 0 0 16,11 3 0-16,-4 3 0 0,-4 4 0 0,-3-10 0 15,7 0 0-15,0 9 0 0,-3 0 0 0,-4-9-20 16,7 0 4-16,-4 10 1 0,1-10 15 0,-4 0 0 15,0 0-10-15,4 9 10 0,-4-2 0 0,3 2 0 16,1 0 0-16,-4-2 0 0,0-7 0 0,0 0 0 16,3 9 0-16,-3 0 0 0,-3 1 0 0,3-7 0 15,0 13 0-15,3-7 0 0,-3 1 0 0,-3-1 0 0,-1 0 0 16,4 1 0-16,-3 5 8 0,3-5-8 0,-4-1 0 0,0 7 8 16,-3-7 1-16,4 1 0 0,-4-1 0 0,3 1 0 15,-3-1 2-15,0 0 0 0,0 1 0 0,0-1 0 16,0 4 1-16,-4-4 0 0,1-6 0 0,3 7 0 15,-4-1-12-15,4-3 0 0,-3-3 0 0,6 4 8 16,-3-1-8-16,0-3 12 0,0-3-12 0,0 6 12 16,7-6-12-16,-4 4 8 0,-3-4-8 0,0 0 8 15,4 6-22-15,3-6-5 0,-4 3-1 0,4-3 0 16,0 0-140-16,0 0-29 16,0 0-6-16,0 0-1 0</inkml:trace>
  <inkml:trace contextRef="#ctx0" brushRef="#br0" timeOffset="67122.697">16147 9446 403 0,'0'0'17'0,"0"0"5"0,0 0-22 0,0 0 0 0,0 0 0 0,0 0 0 16,0 0 177-16,0 0 31 0,0 0 7 0,3-3 1 15,4-3-123-15,0-4-24 0,0 10-5 0,-7 0 0 16,7-6-14-16,0 3-2 0,-7 3-1 0,8 0 0 16,2-6 0-16,-3 6 0 0,4 0 0 0,-1-10 0 15,1 10-11-15,-4-3-3 0,4-3 0 0,-4 6 0 16,3-3-17-16,-3-4-3 0,7 7-1 0,-3 0 0 16,3-3-1-16,-3-3-1 0,-1 12 0 0,1-6 0 15,3 3 10-15,0-3 3 0,0 0 0 0,4 0 0 16,-4 7-23-16,0-4 0 0,4-3 0 0,-4 6 0 15,0 3 10-15,3-5-2 0,-6-4-8 0,3 6 12 16,-3 3-12-16,-1 1 0 0,4-4 0 0,-6-3 0 0,-1 7 0 16,0-1 0-16,3-3 0 0,-3 4 0 0,-3-7 9 15,3 9-9-15,-4-2 8 0,1-1-8 0,-1 0 11 0,1 1-3 16,-4-7-8-16,0 10 12 0,0-10-1 0,0 6-1 16,0 1 0-16,-4-1 0 0,4-3 20 0,-3 4 4 15,-1-7 1-15,1 3 0 0,-4 0-22 0,0-3-4 16,-4 7-1-16,4-4 0 0,-3-6 4 0,-5 3 0 15,5 4 0-15,-1-4 0 0,-3-3-12 0,-4 6 8 16,1-6-8-16,3 3 8 0,-4 3-8 0,0-6 10 16,1 0-10-16,3 7 10 0,7-4-10 0,0-3 0 15,-8 0 0-15,5 0 0 0,3 0 11 0,0 0-3 0,-4 6-8 16,8-6 12-16,-4-6-12 0,7 6 0 0,0 0-12 16,0 0 12-16,-7 0 0 0,0 0 8 0,7 0 0 15,0 0 1-15,0 0-9 0,0 0-14 0,0 0 3 0,0 0 1 16,0 0 18-16,0 0 3 0,0 0 1 0,10 0 0 15,1 0-12-15,-1 0 0 0,-10 0 0 0,11 6 0 16,-11-6-12-16,10 3 3 0,5-3 0 0,-5 6 0 16,4-6 9-16,-3 4 0 0,3 2 0 0,-3-3-8 15,3 3 8-15,-4 4 9 0,1-7-1 0,-4 3-8 16,3 3 0-16,1 1 0 0,-4-4 0 0,0-3 0 16,4 7 0-16,-4-4 0 0,0 3-8 0,0 1 8 15,0-1 0-15,0 1 0 0,0-1 0 0,0 0 0 16,0 7 0-16,4-7-9 0,-8 1 9 0,4 6 0 15,0-7 0-15,0 7 0 0,0-4 0 0,1-2 0 0,-5 5 0 16,4-5 11-16,0 9-11 0,-3-10 12 0,3 7-12 16,-4-7 0-16,1 0 0 0,-1 7 0 0,1-7 0 15,-1 4 0-15,-3-7 0 0,0 4 0 0,0 5 0 0,0-5 0 16,4-1-12-16,-4 1 12 0,0-1-9 16,0 0 9-16,0 1 0 0,0-1 0 0,0-2 0 0,0 2 0 15,0-6 0-15,0 6 0 0,0-9 0 0,0 7 0 16,0-7 0-16,0 9 0 0,0 1 0 0,-4-1 0 15,4-3 10-15,-3-3-2 0,-1 7-8 0,4-4 12 16,-3-6-4-16,-4 9 0 0,3-2-8 0,-3-4 8 16,4-3-8-16,-4 9 8 0,0-9 0 0,-4 7 1 15,7-4 0-15,-3 3 0 0,-3-3 0 0,3-3 0 16,-4 0 0-16,1 6 0 0,3-6-9 0,-4 3 8 0,-3 4-8 16,3-7 8-16,-3 0-8 0,0 0 0 0,0 0 9 15,0 0-9-15,0 6 0 0,-4-6 8 0,4 0-8 0,-4 0 0 16,4 0 8-16,0 0-8 0,3 0 10 0,-3 0-10 15,0 0 8-15,-3 0-8 0,-1-6 0 0,4 6 0 16,0 0 8-16,-4-7-8 0,4 4 0 0,-4-3 9 16,1 6-9-16,-1-9 10 0,0 9-10 0,4-10 10 15,-3 7-10-15,3-3 0 0,-1-4 0 0,1 1 0 16,-3 3 0-16,6-4-17 0,1 10 2 0,-1-9 1 16,4 9-34-1,0-9-6-15,0 9-2 0,3-4-659 0,4 4-132 0</inkml:trace>
  <inkml:trace contextRef="#ctx0" brushRef="#br0" timeOffset="69598.373">17124 11996 403 0,'0'0'36'0,"0"0"-36"16,0 0 0-16,0 0 0 0,10 3 24 0,-6-3-3 15,3 6 0-15,0-6 0 0,4 3 47 0,-4-3 8 16,3 0 3-16,-3 0 0 0,4 6 2 0,0-6 1 16,-1 0 0-16,1 0 0 0,-1 3-30 0,4-3-5 15,0 0-2-15,4 0 0 0,0 0-10 0,-1 0-3 16,5 0 0-16,-1 0 0 0,0 0-9 0,0 0-3 16,0 0 0-16,4 0 0 0,0 0 18 0,3 0 3 15,-3 0 1-15,-1 0 0 0,1 0-31 0,0 0-11 0,-1 0 0 16,-3 0 9-16,4 0-9 0,-4 0 8 0,4-3-8 15,0 3 8-15,-1 0-8 0,5-6 0 0,-1 6 0 16,0 0 0-16,-3 0 10 0,-1 0-10 0,-2 0 12 0,2 0-12 16,5-3 14-16,-5 3-4 0,1 0-1 0,-4 0 0 15,0 0 6-15,-3 3 1 0,3-3 0 0,0 0 0 16,-7 0-1-16,4 6 0 0,0-6 0 0,-4 0 0 16,3 0-15-16,-2 0 8 0,2 0-8 0,1 0 0 15,-4 3 8-15,0-3-8 0,0 0 0 0,4 0 0 16,-1 0 8-16,-2 0-8 0,-1 0 0 0,0 0 0 15,3 0 8-15,1 0-8 0,-4 0 0 0,4 0 9 16,-4 0 0-16,0 0 0 0,0 0 0 0,0 0 0 16,-3 0-9-16,3 0 8 0,0-3-8 0,4 3 8 15,-4 0 0-15,0 0-8 0,0 0 12 0,0-6-4 0,0 6-8 16,0 0 0-16,0 0 0 0,1 0 8 0,-1 0-8 16,0 0 0-16,0 0 0 0,0 0 0 0,4 0 0 0,-8 0 0 15,4 0 0-15,0 0 0 0,-3 0 0 0,0 0 8 16,3 0-8-16,-4-3 8 0,-3 3 7 0,7 0 1 15,-3 0 0-15,0 0 0 0,-1 0-5 0,1 0-1 16,-1 0 0-16,1 0 0 0,0 0-10 0,3 0 0 16,0 0 0-16,0 0 8 0,0 0-8 0,-3-6 0 15,-1 6 0-15,4 0 0 0,-3 0 11 0,-1 0 0 16,-3 0 0-16,-7 0 0 0,0 0 36 0,8 0 7 16,2 0 2-16,1 0 0 15,-4 0-92-15,0 0-19 0,0 0-3 0,0-3-1 16,0-4 59-16,0 7 0 0,4 0 0 0,-4 0 0 0,0-3 0 0,3-3 0 15,1 6 0-15,-4 0 8 0,4 0-8 0,-1 0 11 0,-3-6-11 16,0 6 12-16,0 0-12 0,4 0 0 0,-4 0 0 0,0 0 0 16,-7 0 0-16,7 0 0 0,-7 0 0 0,7 0 0 15,4-4 0-15,-11 4 0 0,7 0 9 0,0 0-9 16,0 0 12-16,-7 0-3 0,10-6 0 0,-10 6 0 16,7 0 0-16,1 0 0 0,-8 0 0 0,7-3 0 15,-7 3-9-15,7 0 12 0,3-6-12 0,-10 6 12 16,0 0-12-16,0 0 10 0,7 0-10 0,0 0 10 15,-7 0-10-15,0 0 0 0,0 0 0 0,11 0 0 16,-11 0 24-16,0 0-1 0,0 0 0 0,0 0 0 16,0 0-23-16,0 0 0 0,0 0 0 0,0 0 0 15,0 0 11-15,0 0-3 0,0 0 0 0,0 0 0 16,0 0-8-16,0 0 8 0,0-10-8 0,0 10 8 16,-4-3-8-16,1-3 0 0,-1-3 0 0,1-1 0 0,3 10 11 15,0-9-3-15,-4 2-8 0,4 4 12 0,-3-6-12 16,3 3 0-16,-4 2 0 0,1-2-10 0,3-3 10 15,-4 9 0-15,1-10 0 0,-4 10 0 0,3-6 0 0,-3 3-8 16,3-3 8-16,1 3-8 0,-8 3 8 0,4-7 0 16,0 7 0-16,0-3 0 0,-3-3-8 0,3 6 0 15,-4-10 0-15,0 10 0 0,1-3 8 0,3-3 0 16,-7 0 0-16,3 3 0 0,4-4 0 0,-4 4 0 16,4-3 0-16,0-3 0 0,0 9 0 0,0-10 0 15,4 10 0-15,-1-9 0 0,4 9 0 0,0 0 0 16,0 0 0-16,0 0 0 0,-3 0 0 0,3 0 0 15,0 0 0-15,0 0 0 0,0 0 0 0,3-6-12 0,-3 6 12 16,11 0-12-16,-11 0 12 0,7 6 0 0,0-6 0 16,3 0 0-16,1 9 0 0,-4-9 0 0,4 6 0 0,-1-2 0 31,1 2-16-31,3-3-8 0,-3 6-2 0,3-9 0 0,0 7 26 0,-4 2 0 16,4-9 0-16,1 9-8 0,-1-9 8 0,-4 10 0 0,4-4 0 0,-3-3-8 15,3 4 8-15,-3-4 0 0,-4 3 0 0,3-3-8 16,-3 3 8-16,4 4 0 0,-4-4 0 0,0-3 0 15,0 7 0-15,-3-10-8 0,-4 0 8 0,7 9 0 16,-7-9 0-16,3 6 0 0,1-3 0 0,-1 4 0 16,-3-7 0-16,0 9 0 0,0-9 0 0,0 10 0 15,0-4 11-15,0 3-3 0,0 1 0 0,-3-7 0 16,3 3 12-16,-4 3 3 0,1 1 0 0,-1-4 0 16,1 4-23-16,-1-1 0 0,-3 0 0 0,3 1 0 0,1-1 0 15,-4 1 9-15,0-1-1 0,0 0-8 0,0 1 12 16,0-4-4-16,3 3 0 0,-3-5-8 0,0 2 8 0,4 3-8 15,-5 1 0-15,1-1 0 0,4-3 0 0,-4 4 8 16,0-10-8-16,0 9 0 0,3-3 11 0,-3-2-11 16,4 2 10-16,3-6-10 0,0 0 0 0,0 0 0 15,0 0 0-15,-4 3 0 16,4-3-92-16,0 0-17 0,0 0-4 0,0 0-807 16</inkml:trace>
  <inkml:trace contextRef="#ctx0" brushRef="#br0" timeOffset="70704.075">20316 11525 1494 0,'0'-9'66'0,"0"9"14"0,4-7-64 0,3 4-16 16,-3-3 0-16,3 6 0 0,0-3 0 0,3-3-15 15,1 6 3-15,3-3 1 0,-3-4-8 0,-1 4-1 16,1-3-1-16,-1-4 0 0,1 10 21 0,-1-9 0 15,1 9 0-15,0-9 0 0,-1 2 47 0,1 7 13 16,-1-3 4-16,1-3 0 0,0 3 1 0,-1-3 1 0,1 6 0 16,-4-4 0-16,3-2-32 0,4 6-6 0,-3-3-2 0,3 3 0 15,0 0-18-15,0 0-8 0,1 3 0 0,-1-3 8 16,-4 0 8-16,4 10 2 0,0-10 0 16,1 6 0-16,-1-3-18 0,0 3 0 0,0-3 0 0,-4 4 0 15,5-4 8-15,-1 3-8 0,-4 3 0 0,1 1 0 16,-1-1 0-16,1 1 8 0,-4-1-8 0,0 7 0 15,4-1 15-15,-8-2-4 0,1 3-1 0,3 2 0 16,-4 1-2-16,1 0 0 0,3 6 0 0,-7 0 0 16,0 0-8-16,0-3 10 0,0 3-10 0,0 4 10 15,0-4-10-15,-4 3 10 0,4-3-10 0,-3 3 10 16,3 0 1-16,0-2 0 0,-4 2 0 0,1-3 0 16,3 3 8-16,0-3 1 0,-7 0 1 0,3-3 0 0,1 3-5 15,-4-6-2-15,3 6 0 0,-6-6 0 16,2 0-1-16,1-4 0 0,-3 11 0 0,-1-8 0 0,-3 1-4 15,-3 0-1-15,2 0 0 0,5 3 0 0,-1-3-8 0,1-7 0 16,-4 4 9-16,-1 3-9 0,5-10 8 0,-1 7-8 16,-3-7 8-16,4 1-8 0,-5-1 24 0,5-3 0 15,3-3 0-15,-7 7 0 0,3-10-24 0,1 6 0 16,-1-3 0-16,4-3 0 0,-4 0 0 0,1 0 0 16,3 0 0-16,-4-3 0 0,8 3 0 0,-8-6 8 15,0 3-8-15,1-4 11 0,-4-2-11 0,3 0 0 16,1-1 0-16,-1 4 0 0,0-7-20 0,1-2 3 15,-1 5 1-15,4 1 0 0,0-1 3 0,0 1 1 16,0 0 0-16,0-1 0 0,3 1 12 0,1-4 0 0,-1 10 0 16,1-3 0-16,-1-4-11 0,4 1 11 0,4 0-12 15,-1-1 12-15,-3 4-18 0,4 3 3 0,-4-3 1 16,7-4 0-16,-4 1 14 0,5 6 0 0,-5-4-10 0,4-2 10 16,0 9 0-16,0-10-9 0,0 10 9 0,4-6 0 15,-4 3-9-15,0 3 9 0,4 0 0 0,-1 3-9 16,1 3 9-16,3-6 0 0,0 4 0 0,4 2 0 15,-4 3 0-15,3 1 16 0,1-4-4 0,3-3-1 16,-3 7 5-16,-4-1 2 0,4 3 0 0,-4 1 0 16,7-4 3-16,-4 1 1 0,5-4 0 0,-1 3 0 15,-4 7 6-15,5-6 0 0,-1-1 1 0,-4 0 0 16,1 1-2-16,0-1-1 0,-1-3 0 0,1 4 0 16,-4-7-13-16,0 6-2 0,7 1-1 0,-7-4 0 15,4 4-10-15,0-1 12 0,-4 0-12 0,3 1 12 0,1-1-4 16,0 1-8-16,-4 5 12 0,0 1-4 0,4 3-8 15,-4-7 0-15,0 4 0 0,-4 3 0 0,1-4 0 0,3-2-12 16,-3 3 2-16,3-7 1 0,-4 0-1 0,-3 1 0 16,0-1 0-16,4 4 0 15,-4-10-124-15,0 6-25 0,0 1-5 16,-7-1 0-16</inkml:trace>
  <inkml:trace contextRef="#ctx0" brushRef="#br0" timeOffset="72836.255">19255 14730 1105 0,'0'0'48'15,"0"0"12"-15,0 0-48 0,0 0-12 0,0 0 0 0,0 0 0 16,0 0 0-16,0 0 8 0,0 0-8 0,0 0 8 0,0 0 6 0,0 0 1 15,0 0 0-15,0 0 0 16,0 0 33-16,0 0 8 0,0 0 0 0,0 0 1 0,0 0-6 0,7 0-2 16,3 0 0-16,1 0 0 0,-1 0 2 0,1 0 0 15,0 0 0-15,-1 6 0 0,4-6-6 0,0 0-1 16,-3 0 0-16,3 0 0 0,0-6-12 0,7 6-2 16,-3 6-1-16,7-12 0 0,-1 6-9 0,1 0-1 15,0 0-1-15,3 0 0 0,4 0-3 0,3 0-1 16,0 0 0-16,1 0 0 0,-5 0 1 0,5 0 0 15,-1-3 0-15,0 3 0 0,-3 0 4 0,0 0 1 16,3 0 0-16,0 3 0 0,4-6-12 0,-4 3-8 16,-3 3 9-16,0-3-9 0,3 0 9 0,4 0-9 15,-4 0 8-15,-3 0-8 0,3 0 12 0,-3 0-4 16,-4 0 0-16,4 0 0 0,-4 0 3 0,0 0 0 0,1 0 0 16,2 0 0-16,-2 0 6 0,-1 0 2 0,4 0 0 0,-8 0 0 15,1 0-7-15,-4 0-2 0,0 0 0 0,0 0 0 16,1 6-10-16,2-6 0 0,-3 0 9 0,-3 0-9 15,0 0 0-15,-1 0 8 0,1 0-8 0,0 3 0 16,-4-3 9-16,3 0-9 0,-2 0 12 0,2 0-12 16,-3 0 16-16,0 0-3 0,4 0-1 0,-4 0 0 15,4 0-4-15,-4-3-8 0,0-3 11 0,0 6-11 16,7 0 12-16,-7 0-4 0,0 0 0 0,1 0-8 16,-1-3 9-16,0 3-9 0,0 0 0 0,0-6 9 15,-3 6-9-15,3 0 0 0,-4 0 0 0,1 0 8 16,-1-4-8-16,-2 4 0 0,-1-6 0 0,3 6 8 15,1 0-8-15,-1 0 0 0,1 6 0 0,-11-6 0 16,0 0 0-16,7 0 0 0,0 0 0 0,4 0 0 16,-4 0 0-16,-7 0 0 0,0 0 8 0,7 0-8 0,-7 0 0 15,0 0 0-15,0 0 0 0,10 0 0 0,-3-6 0 16,-7 6 0-16,0 0 12 0,0 0-4 0,7 0-8 0,-7 0 0 16,11 0 0-16,-11 0 8 0,0 0-8 0,11 0 8 15,-11 0-8-15,7 0 8 0,-7 0 9 0,0 0 2 16,7 0 0-16,-7 0 0 0,0 0-28 0,0 0-6 15,0 0-1-15,0 0 0 0,0 0 16 0,0 0 0 16,0 0 0-16,0 0 10 0,0 0 6 0,0 0 2 16,0 0 0-16,0 0 0 0,0 0-6 0,0 0 0 15,0-9-1-15,-4-1 0 0,-3 1-11 0,0 3 12 16,0 2-12-16,-4-2 12 0,-3-3-12 0,4-1 8 0,-4 1-8 16,3 3 8-16,-3-4-8 0,0 1 0 0,3 6 0 15,-6-7 0-15,-1-5 0 0,4 5 8 0,3 1 2 0,-6 3 0 16,-1-4-10-16,4 1 0 0,-4-1-10 15,4 1 10-15,-4 0 0 0,4 2 0 0,-3-2 0 16,-1 6 0-16,4-4 0 0,3-2 0 0,-3 6-8 0,4-3 8 16,-1-1 0-16,4 4 0 0,0 3 0 0,3 0 0 15,-3-6 0-15,7 6 0 0,0 0 0 0,0 0 0 16,0 0 0-16,0 0-9 0,0 0 9 0,0 0-8 16,0 0 8-16,0 0 0 0,0 0 0 0,0 0 0 15,11 0 0-15,0 0 0 0,-1 0 0 0,1 6 0 16,3-6 0-16,0 0 0 0,0 3 0 0,4 4 0 15,-1-7 0-15,1 9 0 0,0-3 0 0,-1-3 0 16,1 4 0-16,3-4 0 0,0 6 0 0,-3-2 0 0,3 2 0 16,0 0 0-16,-3 1 0 0,-4-4 0 0,4 3 0 15,-4-5-8-15,3 5 8 0,-3-3-8 0,-3 4 8 16,3-1 0-16,-7-3 0 0,4-3 0 0,-4 7 0 0,0-1 0 16,0-9 0-16,0 7-8 0,0 2 8 0,-3-3 0 15,-4-6 0-15,3 3 0 0,1 7 0 0,-4-4 0 16,0-6 0-16,3 9 0 0,-3-5 0 0,0 5-8 15,0-3 8-15,0 4 0 0,-3-1 0 0,3 1 0 16,-4-1 0-16,-3 0-8 0,4-2 8 0,-4 8 8 16,3-2-8-16,-3 3 11 0,3-7-11 0,-3 7 0 15,0-4 0-15,-3-2 0 0,6 8 0 0,-6-8 12 16,3 5-2-16,-4 1 0 0,4-3 2 0,-4-4 0 0,4 7 0 16,0-7 0-16,0 7-12 0,-3-4 8 0,3-5-8 15,-1 8 8-15,-2-2 9 0,-1-4 2 0,4 1 0 0,0 5 0 16,0 1-27-16,0-7-6 0,-4 4-1 0,4-4 0 15,0-2 15-15,4 2 0 0,-4 0 0 0,0 1 0 16,0-4 16-16,0-3-3 0,7-3-1 0,0 0 0 31,0 0-33-31,0 0-7 0,0 0-2 0,0 0 0 16,0 0-140-16,0 0-28 0,0 0-6 0,10-3 0 0</inkml:trace>
  <inkml:trace contextRef="#ctx0" brushRef="#br0" timeOffset="74493.659">22567 14169 633 0,'0'0'56'0,"0"0"-44"16,-3-4-12-16,3 4 0 0,0 0 126 0,0 0 23 15,0 0 5-15,0 0 1 0,0 0-70 0,0 0-13 16,0 0-4-16,0 0 0 0,0 0-19 0,0 0-4 15,10-6-1-15,-10 6 0 0,0 0-16 0,7 0-4 16,7-9-1-16,-7 9 0 0,-7 0 29 0,0 0 5 16,15-10 2-16,-1 10 0 0,-4-9 1 0,1 6 0 15,-4-3 0-15,4-1 0 0,6 4-15 0,-6-3-2 16,-11 6-1-16,10-3 0 0,4-4-19 0,-3 4-4 16,-4-3-1-16,-7 6 0 0,0-9-2 0,7 6-1 15,7-4 0-15,-3-2 0 0,-4 3 11 0,3 2 2 0,5-5 1 16,-5 3 0-16,1-4-29 0,-1 7-10 0,4-3 0 0,1-3 0 15,6-1 18-15,-7 4 3 0,0 3 1 0,4-4 0 16,-1 7-12-16,1-3 0 0,-4-3 0 0,0 3-11 16,4-3 22-16,-4 3 4 0,0-4 1 0,0 4 0 15,-3-3-4-15,3 6 0 0,-4-6 0 0,1 2 0 16,3 4-3-16,-3-6-1 0,3 6 0 0,-4 0 0 16,1-3 19-16,-4 3 3 0,4 0 1 0,-1-6 0 15,1 6-31-15,-4 0 8 0,3 0-8 0,-3 0 0 16,0 0 0-16,0 0 0 0,4-3 0 0,-4 6 0 15,4-3 0-15,-4 6 0 0,3-6 0 0,1 3 0 16,-4-3 0-16,0 6 0 0,-7-6 0 0,7 0 0 16,0 10 0-16,0-10 0 0,0 9 0 0,0 1 0 15,-3-4 0-15,-1 3 0 0,1-6 0 0,-1 7 0 16,1 6 0-16,-1-7 0 0,-3 0 0 0,0 7 0 0,0-7 0 16,0 1 0-16,0 9 0 0,0-10 0 0,0 0 0 0,0 7 0 15,0 0 0-15,-3-4 0 0,3 4 9 0,-4-7-1 16,4 7 0-16,0-3 0 0,-3-4-8 0,3 7 8 15,-4-4-8-15,4 4 8 0,0 3 0 0,-3-3 0 16,-1 2 0-16,1-2 0 0,-1 3-8 0,1-7 0 16,-1 10 0-16,-3-9 0 0,0 3 0 0,0 2 0 15,4-2 0-15,-5-3 0 0,-2 2 0 0,3 4 10 16,0-3-2-16,0-4-8 0,0 4 10 0,0 0-10 16,-4-4 8-16,4 4-8 0,-4-7 12 0,4 10-4 0,-3-10 0 15,-1 7 0-15,1-6 0 0,-1 8-8 0,0-8 12 16,1 5-4-16,-1-2-8 0,-3 3 0 0,4-7 9 15,-5 7-9-15,-2-4 17 0,3 4-1 0,0-7 0 16,-1 1 0-16,-6-1-16 0,7 1-16 0,0-1 4 16,3-3 0-16,-3 4 12 0,0-1 16 0,4 1-3 0,-4-4-1 15,7-3-12-15,-8 6 0 0,-6-2 0 0,7 2 0 16,14-9 0-16,-10 9 0 0,-8-2 0 0,4 2 0 16,3-6 8-16,4 7 0 0,-3-4-8 0,-5-3 12 15,-6-3-12-15,11 6-12 0,-1 1 3 0,-3-4 0 16,0-3 9-16,0 6 0 0,3-3 0 0,4-3 0 15,-3 6 0-15,-1-6 9 0,0 4-9 0,4-4 0 16,7 0 10-16,-10 0-10 0,-1-4 8 0,4 4-8 16,4-6 8-16,-4 3-8 0,-4-3 8 0,4 6-8 15,0-10 11-15,-4 10-3 0,8-6-8 0,-8-3 12 0,-3 6-12 16,3-7 0-16,8 4 0 0,-1-4 0 0,-3-5 0 16,0 5-8-16,4-2 8 0,-1 2-13 0,1 1 13 0,3 0 0 15,-4-7 0-15,4 10-9 0,0-4 9 16,4 1 0-16,-8-1 0 0,1 7 8 0,6-9-8 0,1 9 0 15,-4-7-11-15,3 1 11 0,-6-1-16 16,6 1 2-16,4-7 1 0,0 7 0 0,-3-1 13 0,-1 1 0 16,8 0 0-16,0 2-9 0,-4-2 9 0,0 3 11 15,3 3-3-15,4-4 0 0,0 4-8 0,-3-3 0 16,0 6 0-16,-1-3 0 0,4 3-14 0,0 0-5 16,1 3-1-16,-1-3 0 0,-4 0 20 0,8 6-10 15,3-3 10-15,-3 4-8 0,-8-7 8 0,4 9 0 16,11-3 0-16,-4-3 0 0,0 7 0 0,1-10 0 0,2 9 0 15,1-3 0-15,0-2 0 0,3 5 0 0,-7-3 8 16,4 4-8-16,-1-1 0 0,-2 1-15 0,-1-1 3 16,-4 0 0-16,1 7 12 0,0-7 0 0,3 1 0 0,-7-1 0 15,4 1 8-15,-1-1 5 0,-3 7 1 0,0-7 0 16,1 1 3-16,-1 5 1 0,0-5 0 0,0-1 0 16,-3 10-18-16,-1-10-17 0,1 1 3 0,3 5 1 15,-4-5 21-15,4-1 4 0,-6 1 0 0,2-1 1 16,1 0-13-16,-1 1 11 0,4 2-11 0,4-2 10 15,-4-7-2-15,0 6-8 0,4 1 12 0,0-4-4 16,3-3 0-16,-4 3 0 0,-3 4 0 0,4-4 0 16,-4-3-8-16,4 3 0 0,-4-2 0 0,0 2 0 15,0-3 0-15,-3 3 0 0,-1-3 0 0,1 4 0 16,-4-7 0-16,4 3 0 0,-4 3-12 0,0 0 12 16,-7-6-80-16,7 3-8 15,-4 4-1-15,-3-7-746 0,0 0-149 0</inkml:trace>
  <inkml:trace contextRef="#ctx0" brushRef="#br0" timeOffset="76225.462">3249 16746 691 0,'0'0'30'0,"0"0"7"0,0 0-29 0,0 0-8 0,0 0 0 0,0 0 0 16,0 0 164-16,0 0 31 0,0 0 6 0,0 0 2 15,0 0-131-15,0 0-25 0,0 0-6 0,0 0-1 16,0 0 3-16,0 0 0 0,0 0 0 0,0 0 0 16,0 0-14-16,0 0-2 0,0 0-1 0,0 0 0 15,7 7 6-15,-3 2 0 0,3-6 1 0,-7 13 0 16,7-1 11-16,0-2 1 0,-7 6 1 0,3-4 0 16,4 11-11-16,-3-5-3 0,-1 11 0 0,1-10 0 15,0 12 2-15,-1-5 0 0,4 5 0 0,-3 1 0 16,-4-7-9-16,0 12-1 0,7-2-1 0,-7 0 0 0,7 6-5 15,0 0-1-15,-7-7 0 0,3 13 0 0,-3-12-2 0,7 6-1 16,-7 0 0-16,0 0 0 0,0 0 0 0,0-7 0 16,0 7 0-16,0-6 0 0,-7 3-6 0,7-4 0 15,-3 1-8-15,3-4 12 0,-7 1-1 0,7-7-1 16,-7 6 0-16,7-8 0 0,0 2 6 0,-7-6 0 16,3 3 1-16,-6-9 0 0,6 2-6 0,0 1-2 15,-3-3 0-15,7-4 0 0,-10 4-1 0,3-7 0 16,3 7 0-16,1-6 0 0,3-7-8 0,-7 6 8 15,7-3-8-15,-4 4 8 0,4-1-8 0,0-9 0 16,0 6 9-16,0-2-9 0,0 5 8 0,0-9-8 16,0 0 10-16,0 0-10 0,0 0 8 0,0 0-8 0,0 0 0 15,0 0 9-15,0 0-25 0,0 0-6 0,0 0-1 16,0 0 0 0,0 0-116-16,0 0-23 0,0 0-5 0</inkml:trace>
  <inkml:trace contextRef="#ctx0" brushRef="#br0" timeOffset="77086.621">3694 17226 748 0,'0'0'67'0,"0"0"-54"0,0 0-13 0,0 0 0 16,0 0 141-16,0 0 26 0,-7 3 5 0,3 3 0 15,4-6-132-15,0 10-28 0,-4-1-4 0,1 1-8 16,3-1 41-16,0 0 3 0,-7-2 0 0,3 2 0 16,4 1 6-16,0-1 2 0,0-9 0 0,-7 6 0 15,4 4-11-15,-1-7-1 0,4 6-1 0,-7-3 0 16,4 4-2-16,-4-1 0 0,3 7 0 0,1-7 0 15,-1 1-5-15,-3-1 0 0,-4 7-1 0,4-4 0 16,0-2-12-16,-3 5-3 0,-1-5 0 0,1 9 0 16,-1-4-5-16,0 4-2 0,-3-9 0 0,0 5 0 15,0-2-1-15,0-4 0 0,3 7 0 0,-6-7 0 16,-1 1 5-16,4 5 1 0,7-5 0 0,-4-1 0 16,-3-3-2-16,4-2-1 0,-1 5 0 0,0-3 0 15,4-3-11-15,-3 4 8 0,3-7-8 0,0 3 8 16,7-3-8-16,0 0 12 0,-7 6-12 0,7-6 12 15,0 0-12-15,0 0 10 0,0 0-10 0,0 0 10 0,0 0-10 16,0 0 8-16,0 0-8 0,0 0 8 0,0 0-8 16,0 0 0-16,0 0 0 0,0 0 8 0,0 0-8 0,0 0 0 15,0 0 0-15,7 3 0 0,7-3 0 0,-4 7 0 16,-3-4 0-16,4 3 0 0,7 3 0 0,-4-9 0 16,-11 10 0-16,4-10 0 0,7 9 0 0,-3-3 8 15,0 4-8-15,3-7 0 0,-4 10 13 0,1-10-2 16,3 6-1-16,-3 0 0 0,3 1-2 0,-4-1-8 15,4 1 12-15,1 5-4 0,-5-5 2 0,4-1 0 16,-3 1 0-16,3 5 0 0,0-5-10 0,4 5 8 16,-15-5-8-16,8 2 8 0,3 13-8 0,-4-9 8 15,-2-7-8-15,-1 4 8 0,0 9 1 0,3-9 0 0,-6 5 0 16,6-8 0-16,-6 5 5 0,3-5 1 0,-4-1 0 16,1 1 0-16,0-1-3 0,3 7 0 0,0-1 0 0,3-5 0 15,-10 2-12-15,7-5 9 0,0 2-9 0,-7 0 8 16,11 1-8-16,-11-1 0 0,0-9 9 0,0 0-9 15,3 7 8-15,-3-7-8 0,0 0 10 0,0 0-10 16,4 9 0-16,-4-9-20 0,0 0 4 0,0 0 0 31,0 0-25-31,0 0-5 0,3 3-1 0,-3-3 0 0,0 0-103 16,0 0-21-16,0 0-4 0,15 0-756 0</inkml:trace>
  <inkml:trace contextRef="#ctx0" brushRef="#br0" timeOffset="78098.823">4205 17737 288 0,'0'0'12'0,"0"0"4"0,0 0-16 0,0 0 0 0,0 0 0 0,0 0 0 15,0 0 236-15,0 0 44 0,0 0 8 0,0 0 3 16,0 0-191-16,0 0-39 0,0 0-7 0,0 0-2 16,0 0 25-16,0 0 5 0,0 0 1 0,0 0 0 15,0 0-23-15,0 0-4 0,0 0 0 0,0 0-1 16,0 0-7-16,0 0 0 0,0 0-1 0,0 0 0 15,0 0-23-15,0 0-5 0,0 0-1 0,0 0 0 16,11 6 4-16,-8-6 1 0,-3 0 0 0,7 4 0 0,-7-4 15 0,14 6 3 16,-7-3 1-16,1 3 0 0,2-12-26 0,1 6-6 15,-4 6-1-15,3-6 0 0,4 0 9 0,-3 0 2 16,7 0 0-16,-11 0 0 0,10 0-20 0,-6 0 0 16,3-6 0-16,-3 3 0 0,6 3 12 0,-6-6-12 15,3 2 12-15,-3 4-12 0,-4-6 12 0,0 3-4 16,3-3 0-16,1 3-8 0,-1-4 0 0,1-2 0 15,0 0 0-15,-1 2 0 0,4 4 0 0,-7-6 0 16,4-1 8-16,-1 1-8 0,-2-1 0 0,2-5 10 16,4-1-10-16,-10 7 8 0,3-10-8 0,0 10 0 0,0-7 9 15,-7 3-9-15,3-2 0 0,1-4 8 16,0 3-8-16,-4 4 0 0,0-4 13 0,-4 0-1 16,4 4-1-16,-4 2 0 0,1 1-11 0,3-7 0 0,-7 7 0 15,0-1 0-15,3 4 0 0,-3-3 0 0,0 6 0 0,0-13 0 16,0 16 0-16,0-10 0 0,3 4 0 0,1 3 0 15,-8-6 0-15,4 9 0 0,0-10 0 0,-7 4 0 16,7 6 0-16,4-9 0 0,-8 9 0 0,4-4 0 16,0-2 0-16,3 6 0 0,4 0 0 0,-7 6 0 15,-3-6-24-15,-1 4 4 0,1 5 0 0,-1-3 0 16,4 4 20-16,-4 2-11 0,-3-2 11 0,4 5-8 16,-1 4 8-16,-7-3-8 0,4 3 8 0,4-1-8 15,-4 1 8-15,-1 6 0 0,5 0 0 0,-1-6 0 16,1 0 0-16,3 0 0 0,-4 6 0 0,1-6 0 15,2 6 0-15,1-6 0 0,0 6 0 0,0-6 0 16,4 9 0-16,-1-3 0 0,1 0 0 0,3-3 0 0,0 3 0 16,-7 3 0-16,7-12 0 0,0 3 0 0,7 6 8 15,-7-13 6-15,0 4 2 0,3 3 0 0,1-4-7 0,-1-2-1 16,4 3 0-16,0-1 0 0,-3-5-8 0,3 2 10 16,0 4-10-16,4-7 10 0,3 1-10 0,-4-1 8 15,1 1-8-15,-1-1 8 0,5 7-8 0,-5-7 8 16,1-3-8-16,3-2 8 0,0 5-8 0,4-3 8 15,-8-3-8-15,4-3 8 0,0 7-8 0,8-7 0 16,-8 0 0-16,7 0 0 0,4-7 0 0,-1 7-16 16,1 0 3-16,0-9 0 15,-4 6-21-15,4-3-4 0,-1 2-1 0,1-2 0 16,-7-3-85-16,3-1-18 0,0 1-3 0,-3 0-528 16,-1 2-106-16</inkml:trace>
  <inkml:trace contextRef="#ctx0" brushRef="#br0" timeOffset="78661.326">4854 17333 1220 0,'0'0'27'0,"0"0"5"0,0 0 2 0,0 0 0 0,0 0-34 0,0 0 0 16,0 0 0-16,0 0 0 0,0 0 36 0,0 0 0 15,0 0 0-15,0 0 0 0,0 0 44 0,0 0 10 16,0 0 2-16,0 3 0 0,0 6-20 0,0-9-3 16,0 0-1-16,0 10 0 0,4 5-20 0,-4-5-5 15,0-1-1-15,7-3 0 0,-7 4-3 0,3-1-1 16,1 1 0-16,-1 5 0 0,1-5 4 0,-1-1 1 16,8 0 0-16,-4 1 0 0,0 9-4 0,4-10-1 15,-4 7 0-15,3 3 0 0,1-10-10 0,3 7-3 0,-3-4 0 16,3 4 0-16,3 0-9 0,1-4-1 0,-11 4-1 0,4-7 0 15,-1 7-6-15,1-4 0 0,-1-5-8 0,1 5 12 16,-4-2-12-16,4-4 0 0,-1 13 8 0,1-10-8 16,-4-3 8-16,3 4 0 0,-2-1-8 0,2-2 12 15,1-4-12-15,-8 6 9 0,4-3-9 0,4-3 8 16,-4 4-8-16,3-4-12 0,-2 6 2 0,6-9 1 16,-7 7-11-16,0 2-3 0,0-9 0 0,3 0 0 15,-6 0-26 1,3 0-6-16,-7 0-1 0,7 0 0 0,-7 0-15 0,11 0-3 15,-8 0-1-15,-3 0 0 0,7-16-151 16,0 16-30-16,0-19-7 0,-3 7-1 0</inkml:trace>
  <inkml:trace contextRef="#ctx0" brushRef="#br0" timeOffset="79205.033">5584 17166 1602 0,'0'0'71'0,"0"0"14"0,0 0-68 0,0 0-17 0,0 0 0 0,0 0 0 16,-7 0 24-16,7 0 2 0,0 0 0 0,0 0 0 15,0 0-26-15,0 0 0 0,0 0-9 0,0 0 9 16,0 0 15-16,0 0 9 0,0 0 3 0,0 0 0 16,0 0 1-16,-3 7 0 0,3-7 0 0,-7 9 0 15,0 1 2-15,3 5 1 0,1-5 0 0,3 2 0 16,-7-2 10-16,3 5 3 0,1 4 0 0,-4-3 0 16,0 3-3-16,-1 6 0 0,1-7 0 0,4 11 0 15,-4-4-2-15,-4 0-1 0,4-3 0 0,-3 3 0 16,3 9-2-16,-4-5-1 0,0-4 0 0,1 3 0 15,-1 6-13-15,4-5-2 0,-3 5-1 0,-1-6 0 16,4 7 6-16,-4 2 2 0,1-2 0 0,3 3 0 16,-4 2-27-16,1-2 0 0,2 0 8 0,-2 6-8 15,3-10 14-15,0 10 1 0,0-6 0 0,0 5 0 0,0-8-4 16,0-1-1-16,0-5 0 0,-4 5 0 0,4-6 0 16,0 7 0-16,-4-7 0 0,4 7 0 0,4-7-10 0,-11 6 0 15,3 1 0-15,0-7-11 0,1 0 11 0,-1-3 14 16,8-6-3-16,-11 6-1 0,7-12-10 0,-1 2 12 15,1 4-12-15,0-3 12 0,0-7-12 0,4 1 0 16,-4-1 9-16,7 7-9 0,0-13 0 0,-7 6-18 16,7-2 3-16,-4-4 1 15,4-3-50-15,0 0-9 0,0 0-3 0,4 9-723 16,-4-9-145-16</inkml:trace>
  <inkml:trace contextRef="#ctx0" brushRef="#br0" timeOffset="82087.564">6265 17850 518 0,'0'0'23'0,"0"0"5"0,0 0-28 0,0 0 0 15,0 0 0-15,7 3 0 0,0 3 138 0,-7-6 22 16,11 0 5-16,-11 0 1 0,7 4-110 0,0-4-21 15,0 0-5-15,4 0-1 0,-11 0 38 0,7 6 7 16,3-6 2-16,1 0 0 0,-4 0-24 0,4 0-4 16,-1 0 0-16,1 0-1 0,-1-6-10 0,1 6-1 15,3 0-1-15,0 0 0 0,-3-4-2 0,3 4 0 16,0 0 0-16,4 0 0 0,-4 0 7 0,3 0 0 16,-2-6 1-16,-1 6 0 0,3 0-7 0,1 0-2 15,-4 0 0-15,0-3 0 0,4 3-1 0,-1 0-1 0,5 0 0 16,-1-6 0-16,0 6-6 0,4-3-2 0,-4-4 0 0,0 7 0 15,4 0-6-15,-4-9 0 0,3 9-1 16,1 0 0-16,-4 0-7 0,4 0 0 0,0 0-8 0,-1 0 12 16,1 0 0-16,0 0 0 0,0 0 0 0,-1 0 0 15,4 0 1-15,-3 0 0 0,-4-9 0 0,0 9 0 16,1 0-1-16,2 0-1 0,1-7 0 0,0 7 0 16,-1 0 25-16,1 0 4 0,-4 0 2 0,4 0 0 15,0 0-29-15,-4 0-5 0,-4-3-8 0,5 3 11 16,-1-6-11-16,0 6 12 0,-3 0-12 0,3 0 12 15,0-3-4-15,0 3-8 0,0 0 12 0,0-7-4 16,1 7-8-16,-5-3 10 0,4 3-10 0,-6-6 10 16,-5 6-2-16,4 0-8 0,11 0 12 0,0-3-4 15,-4-3-8-15,0 6 12 0,0 0-12 0,-3-3 12 16,3-4-4-16,-3 7 0 0,-1 0 0 0,1 0 0 0,3 0-8 16,-3 0 10-16,-4 0-10 0,3 0 10 0,-3 0-10 0,1 0 8 15,-1 0-8-15,0 0 8 0,0 0-8 0,0 0 0 16,0 0 9-16,0 0-9 0,0 0 8 15,0-6-8-15,4 6 10 0,3 0-10 0,-3 0 10 0,0 0-10 16,3-3 10-16,-4 3-10 0,5 0 8 0,-8-6-8 16,0 2 0-16,3 4 0 0,1 0 8 0,3 0-8 15,-7-6 0-15,4 6 9 0,0 0-9 0,-1 0 0 16,1 0 0-16,-4 0 0 0,4 0 0 0,-1 0 0 16,1 0 11-16,0 0-11 0,-4-3 12 0,3 3-3 15,-3 0-1-15,4 0 0 0,-4 0-8 0,0-6 12 16,4 6-12-16,0 0 12 0,-1 0-12 0,1 0 0 15,-1 0 9-15,-2 0-9 0,2 0 0 0,1 0 8 0,-1 0-8 16,-2 0 0-16,-1 0 0 0,3 0 8 0,-3-10-8 0,4 10 0 16,-4 0 8-16,4 0-8 0,-1 0 8 0,1 0-8 15,-4 0 0-15,4 0 0 0,0 0 0 16,-4 0 8-16,3 0-8 0,-3 0 0 0,0 0 8 0,1 0-8 16,2 0 0-16,-3 0 8 0,0 0-8 0,1 0 0 15,-1 0 8-15,0 0-8 0,3 0 8 0,-2-9-8 16,-5 9 0-16,4 0 9 0,7 0-9 0,-6 0 0 15,-1 0 9-15,3 0-9 0,1-6 0 0,3 6 9 16,-3 0-9-16,-4 0 0 0,-4 0 0 0,5 0 8 16,6 6-8-16,-4-6 10 0,-3-6-10 0,1 6 10 15,2 6-10-15,1-6 0 0,-4-6 0 0,4 6 8 16,-4 0-8-16,0 6 0 0,3-6 9 0,1 0-9 16,-4 0 0-16,0 0 0 0,4 0 0 0,-4 0 8 15,0 0-8-15,0-6 0 0,4 6 0 0,0 0 0 0,-1 0 0 16,1 0 0-16,-1 0 0 0,-2 0 0 0,6 0 0 15,-4 0 0-15,-3-3 0 0,4 3 0 0,-4 0 0 0,0 0 0 16,0 3 0-16,1-3 8 0,-1 0-8 0,0 6 0 16,-4-6 0-16,4 0 0 0,1 0 0 0,-1 0 0 15,3 0 0-15,-3 0 0 0,1 0 0 0,-1 0 0 16,0 0 0-16,0 0 0 0,0 0 0 0,0 0 0 16,0 0 0-16,0 0 0 0,0 0 0 0,-3 0 0 15,0 0 0-15,3 0 8 0,-4 0-8 0,4 0 0 16,-3 0 0-16,0 0 0 0,3-9 0 0,-4 9 0 15,1 0 0-15,3 0 0 0,-3 0 0 0,3 0 0 0,-4 0 0 16,1 0 0-16,-1 0 0 0,1-7 0 16,3 7 0-16,-3 0 0 0,-11 0 8 0,10 0-8 0,4 0 8 15,-3 0-8-15,0 0 0 0,-4 0 9 0,3 0-9 0,4 0 0 16,-3 0 8-16,3 0-8 0,-7 0 0 0,7 0 0 16,4-3 0-16,-11 3 0 0,-7 0 0 0,0 0 0 15,14-6 0-15,-3 6 0 0,-4 0 0 0,-7 0 0 16,0 0 0-16,0 0 0 0,10-3 0 0,-10 3 0 15,0 0 8-15,0 0-8 0,11 0 0 0,-4 0 0 16,0 3 0-16,3-3 0 0,-6-3 0 0,7 3 0 16,-1 0 0-16,-3 0 0 0,-7 0 0 0,0 0 0 15,11 0 0-15,-11 0 0 0,0 0 0 0,0 0 0 16,0 0 0-16,0 0 0 0,0 0 0 0,0 0 0 16,0 0 0-16,0 0 0 0,0 0 0 0,0 0 0 0,0 0 0 15,0 0 0-15,0 0 0 0,7 0 0 16,-7 0 0-16,0 0 0 0,0 0 0 0,0 0 0 15,10 0 8-15,-10 0-8 0,0 0 0 0,0 0 0 0,0 0 8 16,0 0-8-16,0 0 0 0,0 0 0 0,0 0 11 0,0 0-11 16,4-7 10-16,-4 7-10 0,-7 0 0 0,0-3 0 15,10-3 0-15,-3-3 0 0,-3 5 0 0,-4-2 0 16,0 0 0-16,7-3 0 0,0 5 0 0,-4-2 0 16,-10 3 0-16,4-3 0 0,10-4 0 0,-8 1 0 15,-2 0 0-15,-4 2 0 0,0-5 0 0,3 5 0 16,1-2 0-16,-8 6 0 0,-7-7 0 0,8-2 0 15,2-1 0-15,-2 7 0 0,-8-3 0 0,4-1 0 16,7 1 0-16,-4-7 0 0,4 7 0 0,0-1 0 0,0 7 0 16,3-6 0-16,-3-7 0 0,4 7 0 0,-1-1 0 15,4 4 0-15,-4-3 0 0,4-1 0 0,0 1 0 16,4 9 0-16,-1-6 0 0,4 6 0 0,-3-10-8 16,3 10 8-16,0 0 0 0,0 0 0 0,0 0 0 0,0 0 0 15,0 0 0-15,0 0 0 0,0 0 0 0,7 0-10 16,3 0 10-16,-3 0 0 0,4 0 0 0,0 6-8 15,-4 4 8-15,7-10 0 0,-4 9 0 0,1-2-8 16,3-4 8-16,0 3 0 0,0-3 0 0,0 3 0 16,-3-3 0-16,3 7 0 0,4-4 0 0,-4-6-8 15,-7 10 8-15,7-1 0 0,4-3 0 0,-4-3 0 16,0 4 0-16,0-4 0 0,-7 6 0 0,4-3 0 16,6 4 0-16,-6-1 0 0,-4-2 0 0,-4-4 0 15,11 3 0-15,-7-3 0 0,1 3 0 0,-5 4 0 16,-3-10 0-16,7 9 0 0,0-3 0 0,-7-6 0 0,0 10 0 15,0-7 0-15,11 6 0 0,-8-2 0 0,-3-7 0 16,0 0 0-16,0 0 0 0,4 3 0 0,3 3 0 0,-7-6 0 16,3 3 0-16,1 4 0 0,3-7 0 0,-7 0 0 15,0 0 0-15,0 0 0 0,0 0 0 0,0 0 0 16,0 0 0-16,-4 9 0 0,1 0 0 0,3-9 0 16,3 7 0-16,-3-7-8 0,-7 9 8 0,4-6 0 15,3-3 0-15,0 0 0 0,0 6 0 0,-4 4 0 16,4-10 0-16,0 3 0 0,0-3 0 0,0 6 0 15,-7 4 0-15,4-1 0 0,6-3 0 0,-6 4 0 16,-4-7 0-16,-4 6 0 0,1 1 0 0,6 5 0 16,0-5 0-16,-6-1 0 0,-8 10 0 0,8-3 0 0,6-1 0 15,-3-2 0-15,-11 12 0 0,4-6 9 0,4-4-9 0,-1-2 10 16,8 12-2-16,-8-9 0 0,-7-4 0 0,4 13 0 16,7-9 0-16,-3-3 0 0,-4 9 0 0,-4-4 0 15,7-5 0-15,1 3-8 0,-1-7 12 0,1 10-4 16,-5-3-8-16,5-4 0 0,3-6 9 0,-4 10-9 15,1-3 0-15,-1-7 0 0,4-3 0 0,-4 6 8 16,1-2-8-16,3 2 0 0,0 0 0 0,-4-2-8 31,4-4-48-31,-3 6-8 0,-1-2-3 0,0 2 0 0,1-9-119 16,-4 3-24-16,0 3-5 0</inkml:trace>
  <inkml:trace contextRef="#ctx0" brushRef="#br0" timeOffset="83092.888">6816 16467 172 0,'0'0'16'0,"-4"0"-16"0,1-6 0 0,-1 6 0 16,-3 0 211-16,7 0 39 0,0 0 8 0,0 0 2 16,0-3-204-16,0 3-40 0,0 0-8 0,0 0-8 15,0 0 52-15,0 0 4 0,0 0 1 0,0 0 0 16,0 0 11-16,0 0 1 0,0 0 1 0,0 0 0 15,0 0-8-15,0 0-2 0,0 0 0 0,0 0 0 16,0 0-8-16,0 0-1 0,0 0-1 0,0 0 0 16,4 9-14-16,-1 1-4 0,1 2 0 0,-4 4 0 15,0-7-9-15,3 10-3 0,-3-10 0 0,4 7 0 16,-1 3 1-16,-3-3 0 0,0 2 0 0,4 1 0 16,-1 0 11-16,1 6 3 0,-4 3 0 0,3-3 0 15,1 4 4-15,-1-4 1 0,1 9 0 0,-1-6 0 16,1 7-14-16,-4-7-2 0,3 0-1 0,1 7 0 15,-4-7 8-15,0 7 1 0,0-10 1 0,0 3 0 16,-4 0-33-16,1 3 0 0,-1-2 0 0,1-1 0 0,-1 0 0 16,1-3 0-16,-4-6 0 0,3 6 0 0,4 0 16 15,-3-3-3-15,-1-6-1 0,1 3 0 0,3-4 0 0,0 4-1 16,0-9 0-16,-4 5 0 0,4-5-2 0,4 2 0 16,-1-6 0-16,-3 4 0 0,0-10-9 0,0 0 10 15,7 9-10-15,-3 1 10 0,-4-10-2 0,0 0 0 16,3 9 0-16,-3-9 0 0,0 0-8 0,0 0 0 15,0 0 0-15,0 0 0 0,0 0 0 0,0 0-17 16,0 0 2-16,0 0 1 16,0 0-24-16,0 0-5 0,0 0-1 0,0 0 0 15,0 0-8-15,0 0-3 0,0 0 0 0,7 0 0 16,-3-3-107-16,3-3-22 0,-4-4-4 0,1 1-724 0</inkml:trace>
  <inkml:trace contextRef="#ctx0" brushRef="#br0" timeOffset="83929.55">7345 16806 864 0,'0'0'76'0,"0"0"-60"0,0-6-16 0,3 2 0 0,-3-2 164 0,0 6 31 16,0 0 5-16,7-9 2 0,-3 9-167 0,-4 0-35 16,0 0 0-16,0 0-10 0,0 0-9 0,0 0-1 15,0 0-1-15,0 0 0 0,0 0 33 0,0 0 6 16,0 0 2-16,0 0 0 0,0 0 4 0,0 0 0 15,0 0 1-15,0 0 0 0,-7 0 22 0,0 9 4 16,0-9 1-16,3 10 0 0,1-4 6 0,-4 3 2 16,-4 1 0-16,4-1 0 0,0 0-18 0,-4 1-3 15,4-1-1-15,-3 1 0 0,3-1-8 0,-4-3-2 16,-3 13 0-16,3-9 0 0,-6-1-15 0,3 7-3 16,3-7-1-16,1 0 0 0,-1 7 2 0,0-6 0 0,1 2 0 15,-4-6 0-15,3 4 9 0,0 9 1 0,-3-10 1 0,0 0 0 16,4-2-2-16,-1 2-1 0,1 1 0 0,-1-1 0 15,4 0-7-15,-4-2 0 0,4 2-1 0,0-6 0 16,-3 3-11-16,3 4 10 0,-1-10-10 0,1 9 10 16,0 1-10-16,0-10 10 0,0 9-10 0,7-9 10 15,-3 0-10-15,3 0 8 0,-7 0-8 0,7 0 8 16,0 0 4-16,0 0 0 0,0 0 0 0,0 0 0 16,0 0-4-16,0 0 0 0,0 0 0 0,0 0 0 15,0 0-8-15,0 0 0 0,0 0 9 0,0 0-9 16,0 0 0-16,0 0 8 0,0 0-8 0,0 0 0 15,0 0 10-15,0 0-2 0,0 0-8 0,3 6 12 16,-3-6-3-16,7 3-1 0,-3 4 0 0,3-4 0 16,0 3-8-16,0 0 0 0,0-2 0 0,0 2 0 0,4-3 0 15,-1 3 8-15,-3 4-8 0,4-7 8 0,-4 6-8 0,0-9 0 16,7 10 0-16,-3-4 0 0,-1-6 8 0,4 9 0 16,0 1 0-16,1-4 0 0,-5-3-8 0,1 6 0 15,3-2 9-15,4 2-9 0,-4-3 10 0,0-2-2 16,0 5-8-16,0 0 12 0,4-2-12 0,-1 2 0 15,-3-6 8-15,4 7-8 0,-4-4 0 0,0 3 0 16,0-2 0-16,0-4 0 0,-3 3 28 0,3-3 4 16,0 3 0-16,-3-3 0 0,-11-3-32 0,10 10 0 15,1-4 0-15,-4 4 0 0,-7-10 0 0,11 0 0 16,-4 9 0-16,0 0 0 0,-7-9 0 0,0 0 0 16,0 0-13-16,0 0 4 0,7 7 9 0,-7-7 0 0,0 0 0 0,0 0 0 15,3 12 0-15,-3-12 0 0,0 0 0 16,0 0 0-16,0 0 0 0,0 0 0 0,7 6-12 15,-7-6 4 1,0 0-19-16,0 0-3 0,0 0-1 0,0 0 0 16,0 0-94-16,0 0-19 0,0 0-4 0,0 0-944 0</inkml:trace>
  <inkml:trace contextRef="#ctx0" brushRef="#br0" timeOffset="85342.326">7832 16549 115 0,'0'0'10'0,"0"0"-10"16,0 0 0-16,0 0 0 0,7 0 59 0,-4-10 9 0,4 4 3 0,-7 6 0 31,0 0-94-31,0 0-18 0,4 0-4 0,-4 0-1 0,0 0 158 0,0 0 31 0,0-3 6 16,0 3 2-16,0 0-20 0,0 0-4 0,0-6-1 0,0 6 0 15,0 0-42-15,0-4-9 0,0 4-2 0,0 0 0 16,0 0-20-16,0 0-4 0,0 0-1 0,-4-6 0 16,-3 3-21-16,4-3-5 0,3 6-1 0,-4 0 0 15,-3-3-1-15,7 3 0 0,-7-7 0 0,7 7 0 16,-7 0-2-16,0 0-1 0,0-6 0 0,0 6 0 16,7 0 6-16,-7 0 1 0,0 0 0 0,0 6 0 15,0-6 2-15,7 0 1 0,-7 0 0 0,-4 10 0 16,4-10-15-16,-4 9-4 0,1-9 0 0,-4 10 0 15,0-4-8-15,-1-3 0 0,5 13 0 0,-4-7 8 16,0 1-8-16,3-1 10 0,-3 0-10 0,3 1 10 16,-3-1 6-16,4 4 0 0,3-1 1 0,0-2 0 15,3-1-4-15,-3-3-1 0,3 4 0 0,1-1 0 0,3 1 2 16,-4-1 0-16,4-3 0 0,0-3 0 0,0 7-6 16,4-4 0-16,-1 3-8 0,1-2 12 0,0-4-3 0,-1 6-1 15,8-2 0-15,-4-4 0 0,0-3 4 0,0 6 0 16,0-3 0-16,3-3 0 0,1 0 0 0,0 0 0 15,-4 0 0-15,7 6 0 0,-4-6-12 0,4 0 12 16,1 0-12-16,-5 0 12 0,-3 0-12 0,4-6 12 16,3 6-12-16,0 0 12 0,-3 0 2 0,3-3 1 15,-4-3 0-15,4 3 0 0,-7-4-15 0,4 4 0 16,0-3 8-16,-1 3-8 0,-6-4 0 0,3-2 0 16,0 3 0-16,-4 3 0 0,4-4 12 0,-3-2-3 15,-1 6-1-15,-3 3 0 0,4-10-8 0,-4 4 0 16,4-3 0-16,-4-1-11 0,0 4 11 0,0 6 0 0,-4-9 8 15,4 5-8-15,-4-2 0 0,1 3 0 0,-1-3-10 16,-3 3 10-16,0-4 0 0,0 7 0 0,0-9 8 0,0 9-8 16,7 0 0-16,-3 0 0 0,-8-6-13 0,11 6 4 15,0 0 9-15,0 0-10 0,-3 0 10 0,3 0-10 16,0 0 10-16,0 0 0 0,0 0 10 0,0 0-10 16,0 0 0-16,0 0 0 0,0 0 0 0,0 0 0 15,7-3 11-15,3 3 2 0,-3 0 1 0,4 0 0 16,-1 3-14-16,4-3 0 0,-3-3 0 0,3 3 0 15,0 3 0-15,0-3 0 0,-3-3 0 0,3 3 0 16,0 0 9-16,0 0-1 0,0 0 0 0,1 0 0 16,-1 0-8-16,0 0 0 0,0 0 0 0,4-7 0 15,-4 7 0-15,0 0 0 0,3 0 0 0,-3-3 0 0,4 3 0 16,-4-6 0-16,-3 6 0 0,6-3 8 0,-6 3-8 16,3 0 8-16,0-6-8 0,-3 6 8 0,-4 0-8 15,0-4 0-15,0-2 0 0,0 6 8 0,4 0-8 16,-1-9 0-16,-3 9 0 0,0 0 8 0,0 0-8 0,4 0 0 15,-4-7 0-15,4 4 8 0,-11 3-8 0,7 0 0 16,0 0 0-16,-7 0 0 0,0 0 0 0,0 0 0 16,0 0 0-16,7-6 0 0,-7 6 0 0,0 0 0 15,0 0 0-15,0 0 0 0,0 0 0 0,0 0 0 16,0 0 0-16,0 0 0 0,0 0 0 0,0 0 0 16,0 0 0-16,0 0 0 0,0 0 0 0,0 0 16 0,0 0-2 15,0 16-1-15,-4-7-13 0,1-3 0 16,-1-2 0-16,1 5 0 0,3 0 22 0,-4-2-2 15,1 2 0-15,-1 0 0 0,1 1-20 0,-1 5 0 0,-7-5 0 16,4-1 0-16,0 1 0 0,4 5 0 0,-4-2 0 0,3-4 0 16,-6 7 0-16,3 3 0 0,0 0 0 0,-4-10 0 15,-3 16 11-15,3-9-3 0,1-4 0 0,3 4 0 16,-4 3-8-16,4 0 0 0,-4-4 0 0,1 4 0 16,3 0 0-16,-4 0 8 0,-3 6-8 0,3-9 8 15,1 2-8-15,-4 11 0 0,3-11 0 0,-3 4 0 16,0-3 0-16,0 0 0 0,3 0 0 0,-3 0 0 15,4-4 0-15,-5-2 0 0,1 3 0 0,4 2 0 16,-4-8 0-16,3 5 10 0,-3 4-10 0,3 0 10 16,1-3-10-16,-1-1 0 0,1 4 0 0,-1-6 8 15,0 2-8-15,1 4 0 0,-4-3 0 0,3-7 0 0,-3 10 0 16,4-9 0-16,-1-1 0 0,-3 7-11 0,-4-7 11 16,8 0 0-16,3 10 0 0,-4-9 8 0,0-4-8 0,4 3 0 15,0 1 0-15,-3-1 0 0,3 1 0 0,0-1 0 16,0-3 0-16,-1-3 0 0,5 4 0 0,3-7 0 15,-7 3 0-15,7-3 0 0,0 0 0 0,0 0 0 16,0 0-10-16,0 0 10 0,0 0-17 0,0 0 3 16,0 0 1-16,0 0 0 15,0 0-19-15,0 0-3 0,3 9-1 0,-3-9 0 16,0 0-118-16,15 0-24 0,-5 0-5 0</inkml:trace>
  <inkml:trace contextRef="#ctx0" brushRef="#br0" timeOffset="85944.295">8446 17101 864 0,'0'0'76'16,"0"0"-60"-16,0 0-16 0,0 0 0 16,0 0 178-16,0 0 33 0,0 0 6 0,0 0 2 15,0-7-130-15,0 7-25 0,0 0-6 0,0 0-1 0,0 0-13 16,0 0-2-16,0 0-1 0,0 0 0 16,-8 0-12-16,5 0-2 0,-4 0-1 0,0 7 0 0,0-7-14 15,0 3-4-15,-4 3 0 0,1-3 0 0,2 3 12 0,-2 4 3 16,3-10 0-16,-4 15 0 0,-3-5 14 0,0-1 3 15,7 1 1-15,-4-1 0 0,-3 7-5 0,7-4-2 16,0-2 0-16,0 5 0 0,0 4-16 0,0-3-3 16,0-4-1-16,3 4 0 0,1 3-6 0,-1-10-8 15,1 7 11-15,3-7-11 0,-4 10 12 0,4-9-4 16,0-10 0-16,4 9-8 0,-4 0 16 0,3 1-4 16,4-4-1-16,-7-6 0 0,0 0-3 0,7 10 0 15,4-1 0-15,7 0 0 0,-4-2-8 0,0 2 0 16,0-6 0-16,0 3 0 0,0-6 18 0,4 4 2 15,-4-4 0-15,0 6 0 0,0-6-20 0,0 0 0 0,0-10 0 16,-3 4 0-16,3 6 0 0,0-3-16 0,-3-6 4 16,3 2 0-16,-3 4 12 0,-1-3 16 0,1-3-3 15,-4-1-1-15,0-9-12 0,3 10 0 0,-3-7 0 16,1-3-10-16,-1 1 10 0,-4 2 16 0,-3 3-4 0,0-9-1 16,0 10-11-16,-3-4 0 0,-1-3 0 0,-3 10 0 15,3-7 0-15,-3-2 0 0,0 8 8 0,0-6-8 16,0 7 0-16,0 0 8 0,0-10-8 0,-3 13 0 15,-1-4-10-15,4 10-7 0,0-9-2 0,3 6 0 32,-3-7-30-32,4 4-7 0,-4 3 0 0,7 3-1 0,0 0-131 0,0 0-25 15,0 0-6-15,0 0-1 0</inkml:trace>
  <inkml:trace contextRef="#ctx0" brushRef="#br0" timeOffset="87383.328">8918 16985 806 0,'0'0'36'0,"-3"0"7"0,-4 0-35 0,7 0-8 0,0 0 0 0,0 0 0 15,0 0 129-15,0 0 24 0,0 0 5 0,0 0 1 0,0 0-121 0,0 0-24 16,0 0-5-16,0 0-1 16,0 0 32-16,0 0 5 0,0 0 2 0,0 0 0 0,0 0-2 15,0 0 0-15,0 0 0 0,0 0 0 16,7 3 3-16,-4 6 0 0,-3-9 0 0,4 6 0 0,-4 4 3 0,0-1 1 15,0 7 0-15,3-7 0 0,-6 1-6 0,3 5-1 16,0-2 0-16,0 3 0 0,-4-4-1 0,4 4-1 16,0 3 0-16,4-1 0 0,-4-2-9 0,0 3-2 15,0-3 0-15,0-4 0 0,0 13-9 0,3-9-3 16,-3 3 0-16,0-4 0 0,0-2 10 0,0 3 2 16,0-4 0-16,0 4 0 0,0 0-32 0,0-7 0 15,0 3 0-15,0-2 0 0,0-10 16 0,0 6-4 16,0 4 0-16,4-1 0 0,-4 0-12 0,0-9 0 15,0 0 0-15,0 0 0 0,3 10 0 0,-3-10 8 16,0 0-8-16,0 0 0 0,0 0 12 0,0 0-3 0,0 0-1 16,0 0 0-16,0 0 1 0,0 0 0 0,0 0 0 15,0 0 0-15,0-10 19 0,0 7 3 0,4-6 1 16,-1-1 0-16,-3-2-32 0,4-1 0 0,-1-2 0 16,5-4 0-16,-5 3 12 0,4 4-3 0,0-13-1 0,0 6 0 15,-3 0-8-15,3-6 0 0,3 6 0 0,-6 0 0 16,3-6 0-16,0 9 0 0,0-2 0 0,0-7 0 15,-3 6 0-15,-1 0 0 0,8 0 0 0,-8 3 0 16,4 4 0-16,0-13-12 0,0 9 4 0,1 4 8 16,-1-4-8-16,3 6 8 0,-6-5 0 0,6 5 0 15,-3-2 0-15,0 2 0 0,0-5 0 0,0 15 0 16,1-10-12-16,-1 4 12 0,0 3-10 0,0-3 10 16,-4 6 0-16,1 0-9 0,3-3 9 0,3-4 0 15,-10 7 0-15,4 0 9 0,7 0 0 0,-4 0 0 0,-7 0-17 16,0 0-4-16,0 0-1 0,3 10 0 0,4-4 13 15,-3-3-11-15,-1 3 11 0,1 4-10 0,-1 5 10 16,1-5 0-16,-1 2 0 0,4 4 0 0,-3-7 0 0,-4 10 0 16,7-3 0-16,-4-3 0 0,-3 2 11 0,4 4-3 15,3-3 0-15,-3 3 0 0,-4-1-8 0,3-2 10 16,1 3-10-16,-1-4 10 0,-3-2-2 0,0 3-8 16,0-1 12-16,0-2-4 0,4 6 0 0,-4-10 0 15,3 7 0-15,1 3 0 0,-4-4 3 0,3-2 0 16,-3 3 0-16,4-7 0 0,-4 7 0 0,3-4 0 15,-3-2 0-15,0-4 0 0,0-6-2 0,0 0 0 16,0 16 0-16,4-7 0 0,-4-9-1 0,0 3-8 16,0-3 12-16,0 0-4 0,0 0 0 0,0 0 0 0,0 0 0 0,0 0 0 15,0 0 6-15,0 0 1 0,0 0 0 16,0 0 0-16,7-3-2 0,-7-3 0 0,3 3 0 0,-3-13 0 16,0 10-13-16,4-4 11 0,0-2-11 0,-1 2 10 15,-3-5-10-15,4-4 0 0,-1 3 0 0,1 4 8 16,-4-10-8-16,0 9 0 0,0-3 0 0,3-2 0 15,8-1 0-15,-4 3 0 0,-4 3 0 0,1-2 0 16,3-1 0-16,0 4 0 0,0-4 0 0,-3-3 0 16,6 10 0-16,-6-7-9 0,3 7 9 0,-4-10 0 15,4 3 0-15,-7 7 0 0,4-1 0 0,3 1 0 16,-4-1 0-16,4 1 0 0,-3 0 0 0,0-1-10 16,3 4 10-16,-4-3 0 0,4-1 0 0,-3 1 8 15,3-1-8-15,0 4 0 0,-4 3 0 0,1-3 0 16,3-4 0-16,0 10-8 0,-4-9 8 0,-3 9-12 0,8 0 12 15,-8 0 0-15,7-10 0 0,-7 10-8 0,0 0 8 0,10 0-8 16,-10 0 8-16,7 0-8 0,4 7 8 0,-8-4 0 16,4 3-9-16,0-3 9 0,4 4 0 0,-7-4 0 15,3 6-9-15,0-3 9 0,0 4 0 0,0 5 0 16,-4-5-8-16,1 2 8 0,-1-2 0 0,1 5 0 16,-1-5 0-16,1 6 0 0,-1-4 0 0,1 4 0 15,0-1 0-15,-4-2 0 0,3-4 0 0,1 7 0 16,-4 3 0-16,3-10 0 0,1 10 0 0,-1-9 0 15,-3 5 0-15,4-5 0 0,-1 5 8 0,1-2-8 16,-4 3 0-16,3-7 9 0,-3 7-9 0,4-4 0 16,-1-2 9-16,1 5-9 0,-4-5 0 0,0 5 8 0,3-5-8 15,1-1 0-15,-4 1 8 0,3-1-8 0,-3-3 8 16,4 4-8-16,-4-10 0 0,0 3 0 0,0-3 0 16,0 0 8-16,4 9-8 0,-4-9 0 0,0 0 0 15,0 0 0 1,0 0-66-16,0 0-18 0,0 0-3 0,0 0-1276 0</inkml:trace>
  <inkml:trace contextRef="#ctx0" brushRef="#br0" timeOffset="89068.091">12160 17612 230 0,'0'0'20'0,"0"0"-20"16,0 0 0-16,0 0 0 0,0 0 117 0,0 0 19 15,0 0 4-15,0 0 1 0,0 0-48 0,0 0-9 0,0 0-3 0,0 0 0 16,0 0 55-16,0 0 10 0,0 0 2 0,0 0 1 16,0 0-49-16,0 0-9 0,0 0-3 0,0 0 0 15,0 0-22-15,0 0-5 0,0 0-1 16,0 0 0-16,0 0-18 0,-3 6-4 0,-1 3-1 0,1 1 0 15,-1 5-1-15,1-2-1 0,-1-4 0 0,1 1 0 16,-4-1 6-16,3 7 2 0,-3 3 0 0,0-4 0 16,0-2-15-16,0 3-2 0,0 2-1 0,0 1 0 15,0-3-4-15,0 9-1 0,3-6 0 0,-3 0 0 16,3-1-3-16,1 1-1 0,-4-3 0 0,3 3 0 16,1-4-1-16,-1-2-1 0,4 3 0 0,0-7 0 15,-3 7-14-15,3-4 0 0,0-5 0 0,0-7 0 16,0 0 12-16,0 9-4 0,0-9-8 0,0 0 12 15,0 0-12-15,0 0 0 0,0 0-12 0,0 0 12 16,0 0-53-16,0 0-4 16,0 0-1-16,0 0 0 0,3-9-146 0,1 2-30 15,3-5-6-15</inkml:trace>
  <inkml:trace contextRef="#ctx0" brushRef="#br0" timeOffset="89369.808">12238 17176 460 0,'0'0'41'0,"0"0"-33"0,0 0-8 0,0 0 0 0,0 0 324 0,0 0 64 0,0 0 12 0,0 0 2 15,7-3-296-15,-7 3-59 0,0 0-12 0,0 0-3 16,7 0 34-16,-7 0 6 0,0 0 2 0,0 0 0 16,0 0-16-16,0 0-3 0,0 0-1 0,0 0 0 15,0 0-43-15,0 0-11 0,0 0 0 0,0 0 0 16,0 0 0-16,7 0 0 0,-7 0 0 0,0 0 0 31,11 0-40-31,-11 0-9 0,0 0-3 0,7 3-653 0,0 3-131 0</inkml:trace>
  <inkml:trace contextRef="#ctx0" brushRef="#br0" timeOffset="90363.468">12442 17515 230 0,'0'0'10'0,"0"0"2"0,0 0-12 0,0 0 0 0,0 0 0 0,0 0 0 16,0 0 193-16,0 0 36 0,0 0 7 0,0 0 2 15,0 0-114-15,0 9-22 0,-3-3-5 0,3 4-1 16,0-1 3-16,0 0 0 0,0-9 0 0,-4 10 0 16,1 6-18-16,3-7-3 0,-4 7-1 0,4-4 0 15,-3-2-14-15,-1 5-3 0,1 4-1 0,3-3 0 0,-4-4-18 0,4 4-3 16,-3 9-1-16,3-12 0 0,-4 9-1 0,4-4-1 16,-3 1 0-16,3 0 0 0,-4 6-8 0,4-12-2 15,-3 2 0-15,-1 4 0 0,1-3-4 0,3-4-1 16,-4 4 0-16,1-7 0 0,-1 1-2 0,4-1-1 15,-4 1 0-15,4-4 0 0,0-6-7 0,0 0-2 16,0 0 0-16,0 0 0 0,0 0 4 0,0 0 0 16,0 0 0-16,0 0 0 0,0 0 4 0,0 0 2 15,0 0 0-15,0 0 0 0,0 0 6 0,0 0 0 16,0 0 1-16,4-6 0 0,3-4-13 0,-3 7-4 16,-1-13 0-16,4 7 0 0,0-7-8 0,0-3 8 15,-3 7-8-15,6-10 8 0,-3 9-8 0,4-5 0 0,0 2 0 16,3 0 8-16,-7-3-8 0,7 1 0 0,0-1 0 15,0 3 0-15,4-3 0 0,-1 4 0 0,1 2 0 0,0-3 0 16,-4-2 0-16,3 8 0 0,-2-5 0 0,2 2 0 16,1 4 0-16,-1-7 0 0,-2 7 9 0,-1-1-9 15,-4 1 0-15,4 2 0 0,-3-2 0 0,0 0-8 16,-1 9 8-16,-3-10 0 0,0 10 0 0,4-6 0 16,-1 3 0-16,-10 3 0 0,7 0 0 0,0 0-12 15,-7 0 12-15,11 0 0 0,-11 0 0 0,11 3 0 16,-4 3 0-16,3 4 0 0,-3-4 0 0,4-3-8 15,-4 6 8-15,0-2 0 0,0 5 0 0,0-5 8 16,4 2 0-16,-4 10 0 0,3-10 0 0,-3 1 0 16,0-1-8-16,1 7 9 0,-1-7-9 0,0 7 10 15,0-4-2-15,-4-2 0 0,4 5 0 0,-3 1 0 0,3-3-8 16,-4 2 10-16,-3 4-10 0,4-3 10 0,-4 3-10 0,0-1 10 16,0 1-10-16,0-3 10 0,0 0-2 15,0-4-8-15,0 4 12 0,0-4-4 0,3 4-8 0,-3-7 12 16,4 7-12-16,-4-7 12 0,0 4-12 0,0 0 8 15,0-10-8-15,0 6 8 0,4 7-8 0,-4-13 0 16,0-3 0-16,0 0 8 0,0 0-8 0,0 9 0 16,0-9 0-16,0 0 8 0,0 0-8 0,0 0-11 15,0 0 3-15,0 0 0 16,0 0-76-16,0 0-14 0,0 0-3 0,0 0-1 16,7-3-93-16,-4-3-18 0,4 3-4 0,-3-7-1 0</inkml:trace>
  <inkml:trace contextRef="#ctx0" brushRef="#br0" timeOffset="91406.973">13734 17656 1364 0,'0'0'60'0,"0"0"13"0,0 0-58 0,0 0-15 16,0 0 0-16,0 0 0 0,0 0 38 0,0 0 5 16,7 0 1-16,0 0 0 0,-7 0 0 0,7-10 0 15,0 10 0-15,-7 0 0 0,0 0-3 0,10-6 0 16,-2 3 0-16,-8 3 0 0,3-10-12 0,1 10-2 15,-4 0-1-15,0 0 0 0,3-9 18 0,-3 9 4 16,4-6 1-16,-4 3 0 0,-4-4 3 0,1-2 1 16,3 9 0-16,-4-6 0 0,1 3-5 0,-5-4 0 15,5 4-1-15,-4-3 0 0,-4 6-13 0,4-3-2 16,-3 3-1-16,-1 3 0 0,0-3-14 0,1 6-2 16,-4-3-1-16,-4-3 0 0,1 7-6 0,2-4-8 15,-2 3 11-15,-4 3-11 0,3 1 8 0,-3-1-8 16,0 1 0-16,3-1 0 0,0 7 0 0,1-1 0 15,-1-5 0-15,4 2 0 0,0 4 0 0,0 3 10 0,3-4-10 16,1 4 8-16,-1 0 5 0,0-3 1 0,4-4 0 16,4 4 0-16,-8 3 6 0,8-4 2 0,3 4 0 15,-7 0 0-15,7-10-14 0,0 7-8 0,3-6 8 0,1-1-8 16,-1 0 15-16,1 1-2 0,-1 5 0 0,4-11 0 16,-3 5-1-16,3-3-1 0,0 1 0 0,4-4 0 15,-1 6 1-15,1-9 0 0,-1 0 0 0,4 0 0 16,4 0-3-16,-4-3 0 0,0-3 0 0,4 3 0 15,-4-10-9-15,4 13 12 0,-1-3-12 0,1-3 12 16,-4-4-12-16,0 1 12 0,4-1-12 0,-4 1 12 16,4-7-12-16,-4 4 10 0,3-4-10 0,-3 4 10 15,4-4-2-15,-4 6-8 0,-3-15 12 0,3 7-4 16,-4-1 8-16,1 3 0 0,0-9 1 0,-1 6 0 0,-3 0-8 16,4-6-1-16,-4 6-8 0,3 1 12 0,-2-11-4 15,2 11 0-15,-3-7-8 0,4-1 12 0,-4 4-12 16,3-9 8-16,1 3-8 0,0 3 0 0,-1-3 13 15,-3 2-3-15,4-2-1 0,-1 3 0 0,-3 6-9 0,0-9 0 16,1 9 0-16,-1-6 0 0,-4 6 0 0,4 1-11 16,0 2 3-16,-3-3 0 0,3 3 8 0,-4-2 9 15,4-1-1-15,-3 3-8 0,-1 7 0 0,1-1 0 16,0-2-15-16,-1-4 5 0,1 7 10 0,-1 2 0 16,-3-2 0-16,0 0-8 0,0-1 8 0,0 1 0 15,0 9 0-15,0-10 0 0,0 4 0 0,0 6 0 16,0-3 0-16,0 3-8 0,0 0 8 0,0-9 0 15,0 9-9-15,0 0 9 0,0 0 0 0,0 0 0 0,0 0-9 16,0 0 9-16,0 0 0 0,0 0-12 0,-3 9 12 0,-1 0-10 16,1 10 10-16,3-3-10 0,-4-4 10 15,0 4-10-15,1 9 10 0,-1-6 0 0,1 0 0 0,-1 0 0 16,1 6 0-16,-4 0 0 0,0-3 0 0,0 3 0 16,3 3 0-16,-3-3 0 0,0 3 0 0,0 1 0 15,-4-4 0-15,1 3 0 0,3 6 0 0,0-9 0 16,0 4 0-16,0-4 0 0,0 3 8 0,3 0-8 15,0 7 10-15,1-10-2 0,-1-6-8 0,1 6 12 16,-1 3-4-16,1-3-8 0,-1-3 11 0,4 3-11 16,-3-6 12-16,3 6-12 0,-4 0 12 0,4-6-12 15,0 0 10-15,0-4-10 0,0-2 8 0,0 3-8 16,4 2 8-16,-4-8-8 0,0 5 0 0,0-5 8 0,3-7-8 16,-3 10 8-16,0-13-8 0,4 9 8 0,-1-6-8 15,-3-3 0-15,0 0 0 0,0 0 0 16,7 10-29-16,-7-10-5 0,0 0-1 15,0 0 0-15,0 0-136 0,0 0-27 0,0 0-6 16,7-4-967-16</inkml:trace>
  <inkml:trace contextRef="#ctx0" brushRef="#br0" timeOffset="92456.536">14129 17762 997 0,'0'0'44'0,"0"0"9"0,0 0-42 0,0 0-11 16,0 0 0-16,0 0 0 0,0 0 33 0,0 0 5 16,0-6 1-16,0 6 0 0,0 0 39 0,0 0 8 15,0-3 2-15,0 3 0 0,0 0 12 0,0 0 2 16,0 0 1-16,0 0 0 0,0 0-29 0,0 0-6 15,0 0 0-15,0 0-1 0,0 0-7 0,0 0 0 0,0 0-1 16,0 0 0-16,7-6-3 0,3 6-1 0,1 6 0 0,-4-3 0 16,0-3-22-16,4 0-4 0,-4 0-1 0,3 0 0 15,4 6 15-15,-3-6 2 0,0 0 1 0,3 0 0 16,0 0-25-16,3 0-5 0,-2 0 0 0,-1-6-1 16,0 6-2-16,-4-3 0 0,4 3 0 0,1-6 0 15,-5 2 13-15,4-2 2 0,0 3 1 0,-3-3 0 16,3 3-29-16,-3-4 0 0,-1-2 0 0,4 9 0 15,-3-9 0-15,0 2 9 0,-1 7-1 0,1-9 0 16,-1 6-8-16,1-7 8 0,-4 4-8 0,4-3 8 16,-1-1-8-16,-3 1 0 0,0-1 9 0,0 1-9 15,-3-7 0-15,3 7 9 0,-4 0-9 0,1 2 0 16,-4-5 10-16,0 2-10 0,0 1 8 0,-4-1-8 16,4-2 8-16,-3 3-8 0,-4-1 8 0,3 1-8 15,1 6 0-15,-1-4 0 0,-3-2 8 0,0-1-8 0,0 10 0 16,0-6 0-16,-4 6 0 0,4-3 0 0,0-3 0 15,0 6 0-15,-3 0-9 0,3-3 9 0,0 3 0 16,-4 0 0-16,4 0 0 0,-4 0 0 0,1-7-9 0,-1 7 9 16,1 0 0-16,-5 0-9 0,5 7 9 0,-1-4 0 15,-3-3 0-15,4 9 0 0,-5 1 0 0,1-4-8 16,0 13 8-16,0-10-8 0,0 1 8 0,0 5 0 16,0 4-9-16,0-10 9 0,0 10 0 0,-1-3 0 15,1 3 0-15,4-4 0 0,-1 4 0 0,4 0 0 16,-3-3 0-16,-1 3 0 0,4 6 8 0,-4-7-8 15,4 1 0-15,0 0 8 0,0 9 0 0,0-12-8 16,4 3 12-16,-4 6-4 0,3-6-8 0,0 6 0 0,4-13 0 16,-3 4 0-16,3 3 8 0,0-4-8 0,0-2 12 15,3 9-4-15,1-9 4 0,-4-4 1 0,7 0 0 16,-3 7 0-16,-1-7-4 0,8 7-1 0,-1-6 0 0,1 2 0 16,-4-6 3-16,4 10 0 0,-4-7 0 0,3 1 0 15,1-1-11-15,3-6 0 0,-4 4 0 0,5 2 0 16,-1-9 8-16,0 9 0 0,3-2 0 0,-2-4 0 15,-1-3-8-15,0 6 0 0,3-3-12 0,-3-3 12 32,1 0-34-32,-1 0 1 0,3-3 0 0,-3 3 0 0,1-6-55 15,-1 3-12-15,3-4-1 0,-3-2-1 0,8 0-146 16,-5 2-28-16</inkml:trace>
  <inkml:trace contextRef="#ctx0" brushRef="#br0" timeOffset="93181.234">15420 17467 990 0,'0'0'44'15,"0"0"8"-15,0 0-41 0,0 0-11 0,0 0 0 0,0 0 0 0,0 0 24 0,0 0 2 16,0 0 1-16,0 0 0 0,0 0-2 0,0 0 0 15,0 0 0-15,0 0 0 0,0 0 25 0,0 0 5 16,0 0 1-16,0 0 0 0,0-6 1 0,0 6 1 16,0 0 0-16,0 0 0 0,0 0 0 15,0 0 0-15,0 0 0 0,0 0 0 0,0 0-6 0,0 0-2 16,0 0 0-16,0 0 0 0,-4 6-6 0,1 4 0 16,-4-10-1-16,0 16 0 0,0-7 1 0,0 0 0 15,0 4 0-15,-4 3 0 0,4-1 7 0,0 4 1 16,-4 0 1-16,1 0 0 0,-4 6-19 0,3 0-4 15,4-3-1-15,-7 3 0 0,0 9 0 0,0-5 0 16,0-4 0-16,-4 3 0 0,0 6-7 0,1 4-2 0,-1-10 0 16,-3 13 0-16,0-6-9 0,3-4-3 15,-3 3 0-15,3-5 0 0,-3 2 5 0,3-3 1 0,4 0 0 16,0-2 0-16,-3-8 2 0,6 7 0 0,0-6 0 16,4 0 0-16,-3 0-5 0,6-10-1 0,-3 7 0 0,4-13 0 15,-1 13 1-15,4-7 0 0,0-9 0 0,0 6 0 31,-3-2-31-31,3-4-5 0,0 0-2 0,0 0 0 16,0 0-87-16,0 0-18 0,3-10-3 0,-3 1-1 16,4-7-108-16,-4 7-23 0,7-20-4 0,-4 4-1 0</inkml:trace>
  <inkml:trace contextRef="#ctx0" brushRef="#br0" timeOffset="93682.177">14901 17502 115 0,'0'0'10'0,"0"0"-10"15,0 0 0-15,0 0 0 0,0 0 346 0,0 0 67 16,0 0 14-16,0 0 2 0,0 0-341 0,0 0-68 0,0 0-20 16,0 0 9-16,0 0 43 0,0 0 8 0,0 0 1 15,0 0 1-15,4 9 5 0,-4-9 1 16,0 0 0-16,7 4 0 0,-4 5-5 0,5 3-1 0,-1-2 0 0,0-1 0 16,0 1-10-16,0 2-3 0,3-5 0 0,-3 2 0 15,0 10-5-15,0-4-2 0,-3-2 0 0,3 3 0 16,0-1-10-16,0 4-3 0,-3 0 0 0,6 6 0 15,-3-6-11-15,0 0-2 0,0 6-1 0,4-3 0 16,-4 3 9-16,4 0 3 0,-1-6 0 0,4 6 0 16,-3-6-12-16,7-1-3 0,-1 7 0 0,-3-6 0 15,8 6 0-15,-5-3 0 0,4 3 0 0,-3 1 0 16,-4-8-12-16,-3 11 0 0,3-11 8 0,0 7-8 16,-7-9 0-16,4-3 9 0,-4 2-9 0,0 4 8 15,0-3-8-15,0-4 10 0,-4-5-10 0,4 2 10 16,-3 0-10-16,3 1 0 0,-7-10 0 0,0 0-11 15,0 0 11-15,7 6 0 0,0-3 0 0,-7-3-8 16,0 0-68-16,7 0-14 16,0-3-2-16,0-3-757 0,0-4-151 0</inkml:trace>
  <inkml:trace contextRef="#ctx0" brushRef="#br0" timeOffset="96057.678">16284 17966 990 0,'0'0'44'0,"0"0"8"0,0 0-41 0,0 0-11 16,0 0 0-16,0 0 0 0,0 0 30 0,0 0 4 16,0 0 1-16,0 0 0 0,0 0 5 0,11 3 0 15,-11-3 1-15,7 0 0 0,-4 0 31 0,8-3 7 16,-4 6 1-16,0-6 0 0,0 3-17 0,0-6-3 16,0 6-1-16,4 0 0 0,-1 0 1 0,1 0 1 0,3 0 0 0,0 0 0 15,4 0-10-15,0 6-3 0,-4-6 0 0,3 0 0 16,1 0-4-16,3 0 0 0,-3 0-1 0,3 0 0 15,4 0-12-15,-4 0-3 0,0-6 0 0,0 6 0 16,4 0-1-16,-1 0-1 0,5 0 0 0,-1-3 0 16,0 3 8-16,0 0 2 0,4 0 0 0,0-7 0 15,0 7-3-15,-4 0 0 0,4 0 0 0,-1 0 0 16,1 0-9-16,0 0-1 0,-4 0-1 0,0 0 0 16,4 0-2-16,0 0 0 0,0 0 0 0,-1-9 0 15,1 9-2-15,3 0-1 0,4 0 0 0,-7-6 0 16,-4 3 6-16,4 3 1 0,0-7 0 0,-1 7 0 15,1 0-8-15,0 0 0 0,-7-3-1 0,3 3 0 16,-4 3-5-16,1-3-1 0,0 0 0 0,0 0 0 16,-1 0-9-16,1 0 10 0,3 0-10 0,-3 0 10 0,0 0-10 15,-1 7 0-15,4-7 9 0,-3 0-9 0,3 0 0 0,1 0 0 16,2 0 0-16,-2-7 8 0,2 7-8 0,-2 7 0 16,-5-7 8-16,4 0-8 0,-3 0 13 0,3 3-1 15,-3-3-1-15,0 0 0 0,3 6-11 0,-3-6 0 16,-4 0 0-16,7 0 0 0,-3 9 0 0,3-9 0 15,-7 0 0-15,0 0 0 0,0 0 8 0,4 0-8 16,3 0 12-16,-3 0-4 0,0 0-8 0,-1 7 0 16,1-4 0-16,0-3 0 0,-4 0 0 0,4 0 0 15,-1 0 0-15,1 0 0 0,-4 0 8 0,0 6-8 16,1-6 0-16,2 0 8 0,-3 3-8 0,1-3 0 16,-1 0 0-16,0 0 0 0,0 6 0 0,0-6 0 15,0 0 0-15,1 0 0 0,-5 0 0 0,4 0 0 0,-3 4 0 16,3-4 0-16,-3-4 0 0,0 8 0 0,6 2 0 15,-3-6 0-15,-3 3 0 0,3-3 0 0,-3 6 0 0,-1 1 0 16,1-4 0-16,0 3 0 0,-1-6 0 0,-3 3 0 16,4-3 0-16,-4 6 0 0,0-6 0 0,4 4 0 15,-4-4 0-15,4 0 0 0,3 0 0 0,-3 0 0 16,-1 0 0-16,4 0 0 0,1 0 0 0,-1 6 0 16,3-6 0-16,-2 0 0 0,-8 0 0 0,7 0 0 15,4 0 0-15,-4 3 8 0,-4-3-8 0,4 6 0 16,-3-3 0-16,3-3 0 0,-3 0 0 0,0 0 0 15,-1 0 0-15,-3 7 0 0,0-4 0 0,4-3 0 16,-4 0 0-16,0-3 0 0,4 3 8 0,-4 0-8 16,0 0 0-16,4 0 0 0,-1 0 0 0,1 3 0 0,-4 3 12 15,4-6-4-15,-1 0 0 0,5 0 0 0,-1 0-8 16,-4 0-9-16,5 0 9 0,-5 0-13 0,4 0 13 16,-3 0 0-16,-4 9 0 0,4-9 0 0,-4-9 0 0,0 9 0 15,0 0 0-15,0 0 0 0,-3 0 0 0,3 0 10 16,-3 0-10-16,-1 0 12 0,1 0-12 0,3 0 0 15,-4 0 0-15,1 0 0 0,0 0 0 0,-1-6 0 16,1 3 0-16,-1 3 0 0,1 3 0 0,-1-3 0 16,1 0 0-16,0 0 0 0,-1 0 0 0,1 0 0 15,-1 6 0-15,-3-6 0 0,4-6 0 0,0 3 0 16,-4 3 0-16,3 0 0 0,-3 0 8 0,4 0 0 16,-4 0 0-16,0 0 0 0,4-7-8 0,-4 7 0 15,0 0 0-15,0 0 0 0,0 0 0 0,3 0 0 0,-3 0-12 16,0 0 12-16,4 0 0 0,-4 0 0 0,0 0 0 15,0 0 0-15,-7 0-8 0,11 0 8 0,-4 0 0 0,0 0 0 16,-7 0 0-16,11 0 0 0,-8 0 10 16,-3 0-10-16,7 0 0 0,-7 0 0 0,7 0 0 0,0 0-12 15,0 0 12-15,-7 0 0 0,7 0 0 0,-7 0 0 16,0 0 0-16,7 0 0 0,0 0 0 0,-7 0 0 16,0 0 0-16,0 0 0 0,0 0 0 0,0 0 0 15,0 0 8-15,0 0-8 0,0 0 9 0,0 0-9 16,0 0 0-16,0 0 0 0,0 0 0 0,0 0 0 15,0 0 0-15,0 0 0 0,4 0 0 0,-4 0 0 16,0 0 0-16,3-9 0 0,-3 0 0 0,0 9 0 16,-7-4 0-16,4-2 0 0,-1 3 0 0,-3-6 0 15,-3-4 0-15,3 10 0 0,-4-3 0 0,1 2 0 0,-1-5 0 16,0 0 0-16,1 2 0 0,-4-2 0 0,0-7 0 16,-4 7 0-16,0-1 0 0,1 1 0 0,-1-3 0 0,0-1 0 15,-3 0 0-15,4 7 0 0,-1-3 0 0,0-1 0 16,1 1 0-16,-1 0 0 0,0 2 0 0,4-2 0 15,0 6 0-15,4-4 0 0,-1-2 0 0,4 6 0 16,-4-3 0-16,4 6 0 0,0-10 0 0,7 10 0 16,0 0 0-16,0 0 0 0,-3 0 0 0,3 0 0 15,0 0 0-15,0 0 0 0,0 0 0 0,0 0 0 16,0 0 0-16,0 0 0 0,10 0 0 0,1 0 0 16,-1 0 0-16,1 0 0 0,0 10 0 0,3-10-13 15,-4 9 1-15,1-9 0 0,-1 6 12 0,5 4 0 16,-5-7 0-16,4 6 10 0,-7-2-10 0,4 2 0 15,-1 0 0-15,1 1 0 0,0-1 0 0,-1 1 0 0,-3-1 0 16,4 4 0-16,-4-1 0 0,4-3-11 0,-8-2 3 0,4 5 0 16,-3-5 8-16,3 2 0 0,0 0 0 0,0 1 0 15,-7-10 0-15,7 9 0 0,0 1 0 0,-4-1 0 16,-3-9 0-16,7 6 0 0,1 4 0 0,-5-1 0 16,1 1 0-16,-4-4 0 0,7 6 0 0,-4-5 0 15,-3 2 0-15,4 0-8 0,-4 1 8 0,0-1 0 16,3-2 0-16,-3 2 0 0,-3-6 0 0,-1 3-8 15,1 10 8-15,3-7 0 0,-4 1 0 0,1 2 0 16,-1-5 0-16,-3 2 8 0,3 0-8 0,-3 7 0 16,0-6 8-16,4-1-8 0,-4 0 8 0,0 1-8 15,3 5 8-15,-3-5-8 0,0-1 8 0,4-6-8 16,-4 13 8-16,3-7-8 0,0 1 8 0,1-4-8 0,-1 4 0 16,1-7 0-16,-4 3 0 0,3 3 0 0,1-9 8 0,-1 10-8 15,4-10 8-15,-3 0-8 0,3 0 0 0,0 0 0 16,-7 9 0-16,7-9-8 15,-4 0-47-15,4 0-9 0,0 0-1 0,0 0-1 16,0 0-54-16,0 0-12 0,0 0-1 0,0 0-1 16,0 0-62-16,0 0-13 0,0 0-3 0</inkml:trace>
  <inkml:trace contextRef="#ctx0" brushRef="#br0" timeOffset="97479.608">21431 17922 57 0,'0'3'0'0,"0"-3"0"0,0 0 0 0,0 7 0 0,-7-4 206 0,7-3 36 15,0 0 7-15,0 0 2 0,-3 6-108 0,-1-6-22 16,4 0-4-16,0 0-1 0,0 0-30 0,0 0-6 15,0 0-2-15,0 0 0 0,-3 0-26 0,3 0-6 16,0 0-1-16,0 0 0 0,0 0-9 0,0 0-3 16,0 0 0-16,0 0 0 0,0 0-2 0,0 0-1 15,0 0 0-15,0 0 0 0,0 0 12 0,0 0 2 16,0 0 1-16,0 0 0 0,0 0-3 0,0 0-1 16,0 0 0-16,0 0 0 0,0 0-10 0,0 0-3 15,0 0 0-15,3 9 0 0,-3-9-3 0,7 7-1 16,-7-7 0-16,11 3 0 0,-1-3-5 0,-3 0-2 15,0 0 0-15,4 0 0 0,0 6-1 0,-4-6-1 16,3-6 0-16,1 6 0 0,-1 0 0 0,5 0 0 16,-5 0 0-16,4 0 0 0,-3-3-5 0,3 3-1 0,0-7 0 0,0 7 0 15,0-9-9-15,0 9 12 0,4-6-12 0,-4 3 12 16,-10-4-12-16,6 7 10 0,8-3-10 0,-4-3 10 16,-7 3-10-16,0-7 10 0,-3 4-10 0,6-3 10 15,8-1-10-15,-8 1 0 0,-2 3 0 0,2-4 8 16,4 1 0-16,-3-1 0 0,-8 1 0 0,1 3 0 15,-1-4-8-15,1 7 0 0,6-6 0 0,-6 2 0 16,-8-2 0-16,8 6 0 0,0-6 0 0,-1 2 0 16,-3 7 0-16,4-6 0 0,3-3 0 0,-4 5 0 15,-3-2 0-15,0 6 0 0,0 0 0 0,4-9 0 16,3 6 0-16,-4-4 0 0,-10-2 0 0,4 9 0 0,3-9 0 16,0 9 0-16,-4-7 0 0,1 7 0 0,-4-3 0 15,0-3 0-15,7 6 0 0,-8-3 0 0,-6 3 0 16,14 0 0-16,0 0-8 0,-7 0 8 0,-10 0 0 15,6 0 0-15,11 0-9 0,0 0 9 0,-10 0 0 0,-5 3-8 16,-2-3 8-16,3 6 0 0,7-3 0 0,0-3 0 16,-8 0 0-16,5 7 0 0,-1-4 0 0,1 3-8 15,-1-6 8-15,-3 9 0 0,0-9 0 0,3 10 0 16,4-4-8-16,-3-3 8 0,-4 7 0 0,6-1 0 16,-2-3-8-16,3 4 8 0,-4-1 0 0,1 7 0 15,3-7 0-15,-4 1 0 0,4-1 0 0,-4 7 0 16,1-4 0-16,3-2 0 0,0 5 0 0,0 1 0 15,0-4 0-15,0 7 9 0,-4-3-9 0,4 0 0 0,3-4 9 16,-3-2-9-16,4 5 9 0,-1 4-9 0,4-9 12 16,0 5-12-16,0-5 16 0,0 8-4 0,4-8-1 0,-1-1 0 15,1 1-3-15,-1-1 0 0,4 7 0 16,0-7 0-16,1 1 6 0,-1-4 1 0,0 6 0 16,3-2 0-16,-3-4-6 0,4 3-1 0,-4 1 0 0,0-1 0 15,0-2-8-15,-3 2 10 0,6-6-10 0,-3 13 10 16,-3-10-10-16,3-3 0 0,0 3 0 0,0-2 0 15,-7-4 0-15,3 6 8 0,8-3-8 0,0-3 8 16,-4 0-8-16,0 6 0 0,0-3 0 0,3-3 8 16,8 0-8-16,-7 0-11 0,-4 0 3 0,3-3 0 15,4 3-28 1,0-6-4-16,4 3-2 0,-4 3 0 0,-7-6-92 0,4-4-18 16,3 7-4-16,-3-3-594 0,-1-4-118 0</inkml:trace>
  <inkml:trace contextRef="#ctx0" brushRef="#br0" timeOffset="98426.924">21982 17806 633 0,'10'-9'28'0,"-10"9"6"0,0 0-34 0,0 0 0 0,0 0 0 0,0 0 0 15,7 0 152-15,-7 0 24 0,0 0 5 0,11 0 1 16,-1 0-126-16,-3-7-24 0,-7 7-6 0,0 0-1 15,0 0 43-15,0 0 9 0,0 0 2 0,0 0 0 16,0 0-17-16,0 0-3 0,11 7-1 0,-11-7 0 16,0 0 4-16,0 0 1 0,0 0 0 0,0 0 0 15,7 3-6-15,-7-3-1 0,0 0 0 0,0 0 0 16,7 9-3-16,-3-2-1 0,-4 2 0 0,0 0 0 16,3 1-22-16,1-1-5 0,-8 1-1 0,4-1 0 15,-3 7 13-15,3-1 3 0,3-2 0 0,-3 3 0 16,-3 2-26-16,3 1-5 0,3-9-1 0,-3 12 0 15,0-4 6-15,-3-5 1 0,3 3 0 0,3 2 0 0,1-2 6 0,-1-3 2 16,-6 2 0-16,3 4 0 0,7-9-9 0,-4 5-2 16,-6-5 0-16,3-1 0 0,3 0 1 0,1 1 0 15,-4-4 0-15,-4 4 0 0,4-7 5 0,0-3 1 16,0 0 0-16,0 0 0 0,0 0-7 0,0 0 0 16,0 0-1-16,0 0 0 0,0 0 6 0,0 0 2 15,4-3 0-15,3 3 0 0,3-10-5 0,-2 1-1 16,-5-7 0-16,1 7 0 0,6-1-5 0,-3-5 0 15,-3 2-8-15,-1-9 12 0,4 10-12 0,0-14 8 0,0 8-8 16,1-1 0-16,-5 3 0 0,8-9 8 0,-1 3-8 16,1-3 0-16,-4 9 0 0,3-6 0 0,5-3 0 0,-5 6 0 15,4 1 0-15,-3-4 0 0,-4 9 0 0,3-3 0 16,8-2-10-16,-4 8 10 0,-7 1-8 0,0-1 8 16,4 1 0-16,-1 3-10 0,1-4 10 0,-7 10 0 15,-1-9-9-15,4 9 9 0,4-6 0 0,-11 6-9 16,0 0 9-16,0 0 0 0,10-3 0 0,1-4-8 15,-11 7 8-15,7 7 0 0,0-7 0 0,4 0-8 16,3 0 8-16,-7 3 0 0,-7-3 0 0,7 6-8 16,3-6 8-16,-3 9 0 0,-3 1 0 0,3-4-8 15,-3 3 8-15,3 1 0 0,0-1 0 0,-4 1 0 16,1 5 0-16,-4-2 0 0,7 3 0 0,-4 2 0 16,-3 1 0-16,4-3 0 0,3 3-8 0,0-1 8 15,0 1 0-15,-3-3 0 0,-1 3 0 0,4-4 0 0,0-2 8 16,0 3-8-16,-7-1 10 0,0-2-10 0,7 3 12 15,0-7-3-15,-3 10-1 0,-1-3 0 0,-3-4 2 16,4 4 0-16,-1-7 0 0,1 7 0 0,-8-4-10 16,4-2 8-16,0-4-8 0,4 13 8 0,-4-10-8 15,0-2 8-15,4 5-8 0,-4-6 8 0,0-6 1 0,3 10 0 16,-3-1 0-16,0-9 0 0,7 0-9 0,-7 0 0 16,0 10 0-16,0-10 0 0,0 0 0 0,0 0 0 15,0 0 0-15,0 0 0 0,0 0 0 0,0 0-9 16,0 0 9-16,0 0-13 15,0 0-71-15,0 0-13 0,0 0-3 0,0-10-1 16,4 1-139-16,-4-7-28 0</inkml:trace>
  <inkml:trace contextRef="#ctx0" brushRef="#br0" timeOffset="99193.208">23047 17380 1594 0,'0'0'35'0,"0"0"7"0,0-10 2 0,0 1 1 0,4 3-36 0,-4 6-9 0,0 0 0 0,3-10 0 16,4 10 24-16,-3-9 4 0,-4 9 0 0,7-3 0 16,0-4 27-16,0 4 5 0,-7 3 2 0,0 0 0 15,7-6-4-15,3 6-1 0,-10 0 0 0,0 0 0 16,7 0-1-16,-7 0-1 0,0 0 0 0,8 6 0 16,-8-6-7-16,7 10-2 0,-4-1 0 0,1-6 0 15,-1 13-18-15,-3-7-3 0,0 10-1 0,0-3 0 16,0-1 4-16,0 7 0 0,0-3 0 0,0 6 0 15,0 0-8-15,0 4-2 0,0-4 0 0,0 3 0 0,4 0 7 16,-4-3 2-16,3 3 0 0,1-2 0 0,-1 8 2 16,1 1 1-16,-4-7 0 0,3 0 0 0,1 10-10 15,-4-4-3-15,3-6 0 0,-3 7 0 0,0-10-2 0,0 3-1 16,0 0 0-16,-3-3 0 0,3 1-6 0,0-8-8 16,-4 7 11-16,1-12-11 0,3 6 10 0,-4-4-10 15,4 4 8-15,-3-9-8 0,-1 5 8 0,4-5-8 16,0-1 0-16,-3-3 8 0,3-2-8 0,0-4 0 15,0 0-12-15,0 0 12 16,0 0-52-16,0 0-2 0,0 0-1 0,0 0 0 16,-4-10-165-16,-3 1-32 0,4-7-8 0</inkml:trace>
  <inkml:trace contextRef="#ctx0" brushRef="#br0" timeOffset="99590.917">22768 17734 1152 0,'-3'-16'51'0,"-1"16"10"16,-3-9-49-16,0 9-12 0,7 0 0 0,0 0 0 15,0 0 180-15,0 0 34 0,4-9 6 0,3 2 2 0,0 7-197 0,-7 0-39 16,0 0-8-16,10-3-2 0,4-3 59 0,-3 3 11 16,-11 3 2-16,11 0 1 0,-1 0 19 0,4 0 3 15,-7 0 1-15,4 0 0 0,0 0 10 0,3 0 2 16,3 0 1-16,4 0 0 0,1 0-19 0,-1 0-4 16,-4 3-1-16,5 3 0 0,-1-6-21 0,3 3-5 15,1-3-1-15,0-3 0 0,0 3-16 0,3-6-3 16,-4 6-1-16,5-3 0 0,-1 3-14 0,0 0 0 15,0 0 0-15,-3-7 0 0,0 7 0 0,-1-3 0 16,-2 3 0-16,-1-6 0 16,-4 6-18-16,1-3-6 0,-4-3-2 0,-3 2 0 15,-1-2-102-15,1 6-20 0,-4-6-4 0,0 3 0 16,0-3-68-16,0 2-14 0,0 4-2 0</inkml:trace>
  <inkml:trace contextRef="#ctx0" brushRef="#br0" timeOffset="100343.795">23622 17781 1224 0,'0'0'54'0,"0"0"11"0,0 9-52 0,0-2-13 15,0 5 0-15,0-5 0 0,4 2 88 0,-1 7 16 16,1-7 2-16,-1 0 1 0,1 1-35 0,-1-1-8 15,1 7 0-15,-1-4-1 0,1-5-14 0,-1 5-2 16,-3-2-1-16,4 5 0 0,-1-5 5 0,1 5 1 16,-4-5 0-16,3 6 0 0,-3-7-3 0,4 0 0 15,-4 1 0-15,3-1 0 0,-3-6-2 0,4 13-1 16,-4-16 0-16,0 16 0 0,4-7-14 0,-4 1-4 0,0-10 0 16,3 9 0-16,-3-6 4 0,0-3 0 0,0 0 0 15,0 6 0-15,0-6-17 0,0 0-3 0,0 10-1 0,0-10 0 16,0 0 6-16,0 0 2 0,0 0 0 0,0 0 0 15,0 0-3-15,0 0 0 0,0 0 0 0,0 0 0 16,0 0 8-16,0 0 0 0,0 0 1 0,0 0 0 16,0 0-1-16,0 0-1 0,4-10 0 0,-4 4 0 15,0 3-14-15,3-6-9 0,1-1 12 0,-1-6-12 16,-3 7 10-16,4-10-10 0,-1 4 8 0,-3-4-8 16,4-6 0-16,-4 6 8 0,0-6-8 0,3 3 0 15,-3 3 0-15,4-6 0 0,-1 0 8 0,1 6-8 16,-4 3 0-16,3-3 0 0,1 1 0 0,-1-1 0 15,1 3 0-15,3-3 0 0,0 4 8 0,0 5-8 0,-3-2 0 16,3-4 0-16,3 7 0 0,-3-1 0 16,0-5 0-16,0 5 0 0,1 7 0 0,2-6 0 0,-3-7 0 15,0 16 0-15,4-9 0 0,-1 2 0 0,1 7 0 0,0 0 0 16,-4 0 0-16,0 0 0 0,-7 0 0 0,10 0 0 16,-3 0-11-16,0 0 11 0,0 0 0 0,4 7-10 15,-4 2 10-15,4-9 0 0,-4 9-9 0,3 1 9 16,-3-4 0-16,4-3-9 0,-1 3 9 0,1-2 0 15,0 2 0-15,-4 3 0 0,3-3 0 0,1-2 0 16,-4 5 0-16,0-9 0 0,-3 6-8 0,-4-6 0 16,7 3 0-16,-7-3 0 15,7 7-66-15,-7-7-13 0,0 0-2 0,0 0-1 16,0 0-110-16,0 0-23 0,0 0-4 0,0 0-1 0</inkml:trace>
  <inkml:trace contextRef="#ctx0" brushRef="#br0" timeOffset="100835.913">24084 17627 1872 0,'0'0'83'0,"0"0"17"0,0 0-80 0,0 0-20 15,0 0 0-15,0 0 0 16,7-6-42-16,-7 6-12 0,7 0-2 0,-7 0-1 0,0 0 69 0,7 0 13 16,-7 0 3-16,0 0 1 0,0 0 39 0,4 6 8 15,-1 4 2-15,4-1 0 0,-3-3-7 0,-4 4-2 16,0-10 0-16,0 9 0 0,0 1-9 0,0 2-3 15,-4-5 0-15,4 2 0 0,-3 10-8 0,6-10-1 16,-3 7-1-16,0-7 0 0,0 7-3 0,4-4 0 16,-1 7 0-16,1-3 0 0,0 0-3 0,-1 2-1 15,4-5 0-15,-3 12 0 0,3-9-32 0,0-4-8 16,0 4 0-16,-4 3 0 0,8-4 14 0,-8-2 1 0,5 3 0 16,-5-7 0-16,4 7-3 0,-3-7-1 0,-1-6 0 15,-3 7 0-15,4-4-11 0,-1 3 0 0,1 1 0 16,-4-10 0-16,0 0 0 0,0 0 0 0,0 6 0 15,0-6 0-15,0 0 0 0,7 10 0 0,-7-10 0 0,0 0 0 16,3 3-18-16,-3-3-6 0,11-3 0 0,-4 3-1 31,4 0-80-31,-4-7-16 0,3-2-3 0,-3 6-1 16,0-13-67-16,4 7-14 0,-1-1-2 0,1-5-708 0</inkml:trace>
  <inkml:trace contextRef="#ctx0" brushRef="#br0" timeOffset="101291.094">24642 17637 1260 0,'0'0'56'0,"0"0"11"0,7-6-54 0,-7 6-13 16,3-4 0-16,-3 4 0 0,0 0 76 0,0 0 12 15,0 0 2-15,0 0 1 0,0 0-15 0,0 0-4 16,0 0 0-16,0 0 0 0,4 0 0 0,-4 0 0 15,0 0 0-15,0 0 0 0,0 0-24 0,0 0-6 16,0 0-1-16,0 0 0 0,0 0-3 0,0 0-1 16,-7 0 0-16,7 0 0 0,-7 10-1 0,3-1-1 15,-3-3 0-15,3-2 0 0,1 5-3 0,-1 0 0 16,1-2 0-16,-1 5 0 0,1-5-4 0,-4 2 0 16,3 10-1-16,-3-4 0 0,4-2-1 0,-4 3 0 15,-4 2 0-15,0 1 0 0,1 13 8 0,-1-10 2 16,-3 3 0-16,0 0 0 0,0 3-22 0,0 6-4 0,-7 1-1 15,-1-4 0-15,1 4 1 0,0-7 0 0,-4 13 0 16,4-13 0-16,4 7-2 0,-1 2 0 0,-3-2 0 0,3 2 0 16,4-2 24-16,-4 9 4 0,1 3 0 0,-1 3 1 15,4-3-29-15,0-13-8 0,0 10 0 0,-4 0 0 16,8-6 10-16,-5-4-2 0,5 4-8 0,-4-10 12 16,3 7-12-16,4-1 9 0,-3-6-9 0,-1-3 8 15,-3 1-8-15,3-4 8 0,4-7-8 0,0 10 8 16,0-12-8-16,0 3 0 0,0 2 0 0,0-11 0 15,0 2-131 1,3-6-21-16,1 3-5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16T10:58:19.73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133 162 345 0,'0'0'15'0,"0"0"4"0,0 0-19 0,0 0 0 0,0 0 0 0,-8 0 0 16,4 0 236-16,4 0 44 0,0 0 9 0,-8 7 2 16,4-7-238-16,4 0-53 15,-8 3 0-15,8-3 0 0,0 0-10 0,0 0 2 0,0 0 0 0,0 0 0 16,0 0 8-16,0 0 8 0,4 18-8 0,0-8 11 15,-4-10 1-15,0 0 0 0,0 0 0 0,8 11 0 16,-4-2 17-16,0 2 4 0,-4-11 1 0,0 0 0 16,4 10-8-16,4-3-2 0,-8-7 0 0,4 17 0 15,-4-17 8-15,4 14 2 0,0-3 0 0,-4-2 0 16,0 2-7-16,4 6-2 0,-4-17 0 0,0 11 0 16,-4 5-3-16,4-1-1 0,0-9 0 0,-4 12 0 15,4-5 10-15,0-13 1 0,0 11 1 0,4-1 0 16,-8 7-6-16,4-7-2 0,0 11 0 0,4-10 0 15,-4-1-6-15,0 7-2 0,0 3 0 0,0-2 0 16,0 2-5-16,0 1 0 0,0 0-1 0,0 7 0 16,4 2-3-16,-8-2 0 0,4 2 0 0,0-2 0 15,-4 4-8-15,0-5 0 0,4 0 0 0,-4-2 0 0,0 2 0 16,4 4 21-16,-8-7-2 0,4 0-1 0,0 7-4 0,0-7-1 16,0 6 0-16,0-9 0 0,-4 7-5 0,4-4 0 15,-4 3-8-15,3 4 12 0,2-2-12 0,-2 1 0 16,5 8 0-16,-3-11 0 0,3 11 32 0,-5-4 0 15,2-6 0-15,3 2 0 0,0 6-32 0,0-6 0 16,-5 1 0-16,5-4 0 0,0 5 0 0,0-4 0 16,0 2 0-16,-3 1 0 0,3-4 0 0,0 4 0 15,-5 4 0-15,5-4 0 0,0 0 0 0,-3-1 0 16,-2 9 0-16,5-2 0 0,-3-5 0 0,-2-1 14 16,2 6-2-16,3-10-1 0,-5 5-11 0,5-1 0 0,0 3 0 15,0-3 0-15,0-3 0 0,-5 3 0 16,5-1 0-16,0 9-11 0,0-12 20 0,0 4 4 0,0 0 1 15,0 7 0-15,5-7-3 0,0-1-1 0,-5 8 0 16,3-10 0-16,-3 3-10 0,5 0 8 0,-2-4-8 0,-3 4 8 16,5 4-8-16,-5-4 0 0,3-1 0 0,2 1 8 15,-5-4-8-15,3 5 0 0,2-4 0 0,-5 2 0 16,0 8 0-16,3-6 0 0,2 5 0 0,-5-6 8 16,3 4-8-16,-3-5 0 0,5 8 0 0,-2-7 0 15,-3 0 0-15,5-3 0 0,-5 2 0 0,3 1-11 16,2 4 35-16,-5-4 6 0,4-1 2 0,0 1 0 15,0-2-32-15,0 1 0 0,0 4 0 0,4-9 0 16,-4 9 0-16,0-3 0 0,0 0-13 0,0 0 4 16,0-4 9-16,-4 4 11 0,4-3-3 0,0 3 0 15,-4-3-8-15,4 2 0 0,-4-2 0 0,0 2 8 0,4 2 1 16,-4 2 0-16,4-3 0 0,-4 0 0 0,0 0-9 0,4 7 8 16,-4-8-8-16,5 9 8 0,-5-8-8 0,0 7 0 15,0-4 9-15,4-3-9 0,0-1 0 16,-4-2 0-16,4 4 0 0,0-5 8 0,0 4-8 0,-4-4 0 15,4-3 0-15,0 4 0 0,-4 2 8 0,4-2-8 16,-4 4 8-16,4 2-8 0,-4-4 0 0,0-6 0 16,0 10 0-16,0-2 0 0,0-1 10 0,0-4-2 15,0 4-8-15,0 0 12 0,-4-3 1 0,4 3 0 16,4-4 0-16,-4 1 0 0,0-1 6 0,0-3 1 16,4 4 0-16,0-1 0 0,0-3-20 0,-4 0 0 15,4 1 0-15,0 2 0 0,0-6 0 0,-4 6 0 0,4-6 0 16,0 7 0-16,1-8 0 0,-2 8-12 15,-3-4 1-15,5-3 1 0,-5 6 10 0,3-7 0 0,2-3 0 0,-5 11 8 16,0-7 5-16,0 0 2 0,0-1 0 0,0 0 0 16,0-2-15-16,0 9 0 0,3-6 0 0,-3 0 0 15,0 0 0-15,0-5 0 0,0 5 0 0,0 0 0 16,0 0 0-16,0-1 0 0,0-3 0 0,5 4 0 16,-5 0 0-16,0 3 0 0,0-11 0 0,3 8 0 15,-3-4 0-15,5 4 0 0,-5 0 0 0,0-5 0 16,0 5 0-16,0-3 0 0,0 3 8 0,0-5-8 15,0 5 0-15,-5-7 0 0,5 3 0 0,-3 3 0 16,3-2 0-16,0-5 0 0,-5 5 0 0,5 3 0 16,-3-1 0-16,3-3 0 0,-5 0 0 0,2-2 0 15,-2 4 0-15,5-1 0 0,-3 3 0 0,-2 0 0 16,5-5 0-16,-4 5 0 0,0-10 0 0,0 9 0 0,0-3 0 16,4 4 8-16,-4 0-8 0,0-5 0 0,0 2 0 0,0-4 0 15,4 6 0-15,-4-3 0 0,4 1 0 0,-4-5 0 16,4-2 0-16,0 5 0 0,-4 5 0 0,0-3 0 15,0-5 0-15,0 5 0 0,4-1 0 0,-4-4 0 16,4-2 0-16,-4 6 0 0,4 0 0 0,-4-7 0 16,4 4 0-16,4-4 0 0,-4-2 8 0,0 8-8 15,0-1 0-15,0-5 0 0,-4 0 0 0,4 0 8 16,0 5-8-16,0-2 0 0,0-2 0 0,0 5 8 16,0-5-8-16,0-1 0 0,-5 1 8 0,5 5-8 15,-4-1 0-15,4-9 0 0,-4 4 0 0,4 1 8 16,-4-1-8-16,4 1 0 0,-4 5 0 0,4-5 0 0,-4 6 0 15,0-3 0-15,4-4 0 0,-4 1 0 0,0-1 0 16,0 4 0-16,4-4 8 0,-4 1-8 0,4-8 0 16,0-3 0-16,0 10 0 0,0-10 0 0,-4 10 0 0,4-10 0 15,0 0 8-15,0 0-8 0,0 0 0 0,0 11 0 16,0-11 8-16,0 0-8 0,0 0 0 0,0 0 0 16,0 0 10-16,0 0-10 0,0 0 10 0,0 6-10 15,0-6 15-15,0 0-3 0,0 0-1 0,0 0 0 16,0 0-3-16,0 11-8 0,0-11 12 0,0 0-4 15,0 0 0-15,0 0 0 0,0 0 0 0,4 10 0 16,-4-10 4-16,0 0 0 0,0 0 0 0,0 0 0 16,0 0-12-16,8 10-9 0,-8-10 9 0,0 0-13 15,8 8 13-15,-8-8 0 0,0 0 0 0,0 0 0 0,0 0 0 16,0 0 0-16,4 3 0 0,-4-3 0 0,0 0 0 16,0 0 0-16,0 0 0 0,4 10 0 0,-4-10 0 15,0 0 0-15,8 7 0 0,-8-7 0 0,0 0 0 16,0 0 0-16,0 0 0 0,0 0 0 0,8 7 0 0,-8-7 0 15,9 4 10-15,-1-4-10 0,-8 0 10 0,12 0-10 16,-4 6 12-16,0-6-12 0,4 3 8 0,-4-3-8 16,5 0 0-16,-5 0 0 0,3 0 0 0,-3 0 0 15,0 8 0-15,5-8 0 0,-2 3 0 0,2-3 0 16,0 7 0-16,-2-7 0 0,5 3 0 0,-3-3 0 16,3 0 0-16,0 0 0 0,4 0 0 0,-4 0 0 15,-4 0 0-15,0 0 0 0,9-3 8 0,-5 3-8 16,4-7 0-16,5 7 0 0,-6-3 0 0,2 3 0 0,3-8 0 15,-4 8 0-15,5-3 0 0,-6-3 0 0,2 6 0 16,3 0 0-16,-4-4 8 0,1-3-8 0,-2 7 0 16,2 0 0-16,3 0 0 0,-3-7 0 0,3 4 0 15,-5 3 0-15,6 0 0 0,3-7 0 0,-4 4 0 0,1 3 0 16,-1-8 0-16,4 8 0 0,-8-3 0 0,9-4 0 16,-5 7 0-16,5-3 0 0,-5-4 0 0,4 7 0 15,-4-11 0-15,0 11 0 0,5-9 0 0,-5 9 0 16,0-8 8-16,0-2-8 0,0 7 0 0,0-4 0 15,-3 4 0-15,3-5 0 0,-3-2 0 0,3 7 0 16,-4-5 0-16,4-1 0 0,-4 9 0 0,0-7 0 16,1 4 8-16,-2-5-8 0,7 5 0 0,-7-4 0 15,2 7 0-15,-5-3 0 0,0-4 0 0,0 7 0 16,0 0 8-16,0 0-8 0,4-4 9 0,-3-3-9 16,3 7 0-16,-4 0 0 0,0 0 0 0,0 0 0 0,0 0 0 15,0-6-8-15,-3 6 8 0,-2-4 0 0,2 4 0 0,3 0 0 16,-3 0 0-16,-2 0 0 0,-3 0 0 0,9 0 0 15,-5-7 0-15,0 7 0 0,-4 0 0 0,4 0 0 16,-4-4 0-16,4 4 0 0,-4-6 0 0,5 6 0 16,-5 0 0-16,3 0 0 0,2 0 0 0,-5 0 0 15,0 0 0-15,5-3 0 0,-5 3 0 0,3 0 0 16,-3 0 0-16,0 0 0 0,-8 0 0 0,8 0 0 16,0 0 0-16,-8 0 0 0,0 0 0 0,0 0 0 15,8 0 0-15,-8 0 0 0,0 0 0 0,0 0 0 16,0 0 0-16,0 0 0 0,0 0 0 0,0 0 0 15,0 0 0-15,0 0 0 0,0 0 9 0,0 0-9 16,0 0 8-16,0 0-8 0,0 0 0 0,0 0 8 0,0 0-8 16,0 0 0-16,0 0 0 0,5-7 0 0,-2 4 8 0,2-5-8 15,-5-2 0-15,0 10 0 0,0-3 0 0,-5-5 8 16,5-2-8-16,0 4 0 0,0 2 0 0,0-3 8 16,0-3-8-16,0 0 12 0,-3 6-12 0,3-3 12 15,0-3-12-15,0 2 0 0,-5-1 0 0,5 5 0 16,-3-7 0-16,3 1 0 0,0 1 0 0,0-6 0 15,0 5 0-15,0 0 0 0,3 0 8 0,-3 0-8 16,0-1 0-16,0 1 0 0,0-8 0 0,0 9 0 16,5-6 8-16,-5-2-8 0,0 7 8 0,0-8-8 15,0 8 8-15,0-1-8 0,0-8 8 0,0 1-8 16,0 8 9-16,0-4-9 0,0-4 10 0,0 2-10 0,0 5 8 16,-5-10-8-16,5 5 0 0,-3 2 9 0,3-3-9 15,0-4 8-15,-5 4-8 0,5 7 8 0,0-11-8 16,0 10 0-16,0-9 0 0,-3 9 0 0,3-5 0 15,0-5 8-15,0 0-8 0,0 4 0 0,0-4 0 0,0 4 0 16,0 6 8-16,3-8-8 0,-6 4 0 0,3-2 0 16,-5 0 0-16,5-3 0 0,0 5 0 0,-3-1 0 15,3-5 8-15,-5 3-8 0,5-2 0 0,-3 3 0 16,3 3 9-16,0-7-9 0,0-3 0 0,0 3 9 16,0 1-9-16,0-1 0 0,-5 1 8 0,5 2-8 15,0-2 0-15,0 0 0 0,0-1 8 0,0-3-8 16,0 9 0-16,0-4 0 0,0-6 10 0,0 11-10 15,-3-7 8-15,3 5-8 0,-5-5 0 0,5 3 0 0,-3 5 0 16,-2-4 0-16,5-1 8 0,-3-3-8 0,3 8 8 16,-5-4-8-16,5-1 0 0,-3 5 0 0,3-5 0 0,0-2 0 15,-5 3 0-15,5 3 0 0,0-3 0 0,0-3 0 16,0-1 0-16,0 3 0 0,-4-3 0 0,0 5 0 16,4 2 8-16,-5-3-8 0,5-4 8 0,0 4-8 15,-3 3 0-15,-2-3 0 0,5 0 0 0,0 3 0 16,-3-3 12-16,3-4-4 0,-5 3 0 0,5 5 0 15,-3-4-8-15,-2 0 0 0,5 3 0 0,-3-4-11 16,3 9 11-16,-5-12 0 0,5 3 0 0,0 5 8 16,0-4-8-16,0 7 0 0,-3-8 0 0,3-3 0 15,0 0 0-15,0 5 0 0,0 2 0 0,3-3 0 16,-3-4 0-16,5 4 0 0,-10-4 0 0,5 0 0 16,0 5 0-16,0-5 0 0,0 7 0 0,-3-3 0 15,3-4 0-15,0 4 0 0,-5-4 0 0,5 5 0 0,-3-5 11 16,3 6-3-16,-5-1 0 0,5-2 0 0,-3-2-8 0,3-1 0 15,0 4 0-15,-5 3 0 0,5-3 0 0,0-3-17 16,-4 2 4-16,4-3 1 0,-4 1 12 0,4 10 16 16,0-8-3-16,-4-3-1 0,4 2-12 0,0 1 0 15,0 4 0-15,-4-6-10 0,4-4 10 0,0 3 0 16,-4 0 8-16,4 0-8 0,0 1 0 0,-4-8 0 16,4 12-10-16,0-5 10 0,-4 0-12 0,4 0 12 15,-4-6-12-15,4 6 12 0,-4 0 0 0,4 1 12 16,0-7 0-16,-4 9 0 0,4-3-12 0,0 1 0 15,-4 3 0-15,0-4 0 0,4 1 0 0,0-1 0 16,-4 3 0-16,0-2-10 0,0 0 10 0,0-1 0 0,0-7 0 16,4 7 0-16,-8 1 0 0,3-8 0 0,5 7 0 15,-3-6 0-15,-2 6 0 0,2 1 0 0,-2-7 0 0,5 6 0 16,-3-6 0-16,3 3 0 0,-5-4 0 0,5 1 0 16,-3 6 0-16,3-7 0 0,-5 8 0 0,2-8 0 15,-2 7 0-15,5-9 0 0,-3 12 8 0,-2-6-8 16,2-3 0-16,-2-1 0 0,5 1 0 0,-3 3-8 15,-2-4 8-15,0 1 0 0,2 3 0 0,3-4 0 16,-5 1 0-16,2-2 0 0,3 6 0 0,-5-5 0 16,5 0 0-16,0 9 0 0,0-13 8 0,0 12-8 15,0-9 0-15,0 10 0 0,-3-9 0 0,-2 7 0 16,2-6 0-16,3 6 0 0,0-6 0 0,0 6 0 0,-5-10 0 16,5 10 0-16,0-6 0 0,-3 0 0 0,3 2 0 15,-5-2 0-15,2 0 0 0,3 6 0 0,0 0 0 16,0-6 0-16,0 6 0 0,0-7 0 0,3 4 0 0,-3-3 0 15,0 6 0-15,0 0 0 0,0-6 0 0,0 6 0 16,5 1 0-16,-5-4 0 0,0 3 0 0,3 0 0 16,-3 0 0-16,0 1 0 0,0-8 0 0,5 7 8 15,-2 5-8-15,-3-5 0 0,0-6 0 0,0 6 8 16,0-3-8-16,0-1 0 0,0 1 0 0,0 0 0 16,0 3 0-16,5 2 0 0,-2 4 0 0,-3-12 0 15,-3 6 0-15,3-3 0 0,3 3 0 0,-3 8 0 16,0-8 0-16,0-3 0 0,0 3 0 0,0 0 0 15,0 2 0-15,-3-2 0 0,3 0 0 0,0 3 0 0,3 2 0 16,-3-8 0-16,0 0 0 0,0 9 0 0,0-5 0 16,5-5 0-16,-5 6 0 0,0-2 0 0,0 3 0 15,0-3 0-15,3 2 0 0,-3-2 0 0,0 10 0 0,0-6 0 16,-3-3 0-16,3 2 0 0,3-3 0 0,-3 8 0 16,0-4 0-16,5-1 0 0,-2 5 0 0,-3-5 0 15,5-3 0-15,-5 12 0 0,0-9 0 0,5 5 0 16,-2-5 0-16,-3 1 0 0,5 4 0 0,-5-5 0 15,3 5 0-15,2-1 0 0,-5 0 0 0,3-3 0 16,-3 3 0-16,0-3 0 0,0 6 0 0,0-5 0 16,5-5 0-16,-5 3 0 0,0 5 0 0,3-4 0 15,-3 2 0-15,0-1 0 0,0-2 0 0,5-2 0 16,-5 10 0-16,0-8 0 0,0 5 0 0,3-5 0 16,-3-2 0-16,5 2 0 0,-5-2 0 0,0 6 0 15,0-3 0-15,3 0 0 0,-3 6 0 0,0-10 0 16,0 11 0-16,0-10 0 0,0 10 0 0,0-8 0 0,0 8 0 15,0-7 0-15,0 7 0 0,5-1 0 0,-5-10 0 16,0 11 0-16,0 0 0 0,0-1 0 0,3-6 0 0,-3 7 0 16,0-3 0-16,0-1 0 0,5-1 0 0,-2-1 0 15,-3 5 0-15,0 1 0 0,0-8 0 0,-3 15 0 16,3-14 0-16,-5 7 0 0,5 0 0 0,0-8 0 16,5 8 0-16,-10-1 0 0,5 2 0 0,0-2 0 15,0 1 0-15,0 0 0 0,0-1 0 0,0 1 0 16,0 2 0-16,0-5 0 0,0 7 0 0,0-5 0 15,0 4 0-15,0 7-8 0,0-10 8 0,0 6 0 16,0-13 0-16,-3 17 0 0,3-11 0 0,0 2 0 16,0 2 0-16,0 7 0 0,0 0 0 0,-5-4 0 0,5-3 0 15,0 7 0-15,0 0 0 0,-3-3 0 0,-2-4 0 16,5 7-8-16,-3-11 8 0,3 11 0 0,0 0 0 16,0 0 0-16,-5 0 0 0,5 0 0 0,-3 0 0 0,-2-10-8 15,5 10 8-15,-8 0 0 0,5-3 0 0,-2-4 0 16,-3 7 0-16,8 0 0 0,-5 0 0 0,-3-4-8 15,0 4 0-15,0 0 0 0,5 0 0 0,-10 0 0 16,5 0 8-16,0 0 8 0,-3 4-8 0,-2-4 11 16,1 0-11-16,0 7 0 0,0-7 0 0,4 3 0 15,-4-3 0-15,-5 10 0 0,1-10 0 0,-4 0 0 16,4 0 0-16,-1 0 0 0,-7 0 0 0,5 8 0 16,-7 2-9-16,7-10 9 0,-5 3 0 0,0-3 0 0,3 0 0 15,1 11 0-15,-4-11 0 0,3 7 0 0,-3-7 0 16,4 0 0-16,-5 6 0 0,6-3 0 0,-2-3 0 15,-3 0 0-15,-5 11 0 0,5-11 9 0,0 0-9 16,-4 0 0-16,-4-11 0 0,3 22-11 0,2-11 11 0,-2 0 0 16,0 0 0-16,2 0 0 0,2 0 0 0,-3 0 0 15,4 0 0-15,-1 10-8 0,5-10 8 0,-4 0 0 16,4 0 0-16,-1 0 0 0,5 7 0 0,-3-7 0 16,1 0 0-16,-1 0 0 0,3-7 0 0,3 7 0 15,-7 0 0-15,4 0 0 0,0 0 0 0,0 7 0 16,-4-14 0-16,3 14 0 0,1-7 0 0,0 0 0 15,0 0 0-15,0 0 0 0,0 0 0 0,0 0 0 16,3 0 0-16,-3 0-8 0,4 0 8 0,4 4 0 16,-4-4 0-16,-1 0 0 0,2 0 0 0,3 0 0 15,-5 0 0-15,5 0 0 0,-4-4 0 0,4 4 0 0,0 0 0 16,-4-7 0-16,12 7 0 0,-8 0 0 0,0 0 0 16,-4-10 0-16,4 10 0 0,8 0 0 0,-5 0 0 0,-3 0 0 15,0-11 0-15,0 11 0 0,8 0 0 0,-8 0 0 16,0-3 0-16,0-3 0 0,8 6 0 0,-8 0 0 15,0 0 0-15,3 0 0 0,-3 0 0 0,8 0 0 16,-3 0 0-16,3 0 0 0,-5 0 0 0,-3 0 0 16,0 0 0-16,8 0 0 0,-8 0 0 0,5 0 0 15,-5 0 0-15,3 6-8 0,-3-12 8 0,4 12-8 16,-4-3 8-16,4-3 0 0,0 0 0 0,-4 0 0 16,4 0 0-16,4 0-8 0,-8 0 8 0,4 11-8 15,0-22 8-15,0 11 0 0,0 11 0 0,0-11 0 16,0 0 0-16,0-11 0 0,-1 11 0 0,5 0 0 0,-4 0 0 15,4 0 0-15,0 0 0 0,0 0 0 0,-4 0 0 16,4 0 0-16,0 0 0 0,0 0 0 0,-4 0 0 16,4 0 0-16,0 0 0 0,0 0 0 0,-8 0 0 15,4 11 0-15,4-11 0 0,0 0 0 0,-4 0 0 0,4 0 0 16,-8 10 0-16,8-10 0 0,-4 0 0 0,4 0 0 16,-8 0 0-16,8 0 0 0,-4 7 0 0,4-7 0 15,0 0 0-15,0 0 0 0,0 0 0 0,0 0-8 16,0 0 8-16,0 0-8 0,0 0-8 0,0 0-2 15,0 0 0-15,0 0 0 16,0 0-56-16,0 0-11 0,0 0-3 0,0 0 0 16,-8-7-38-16,8 7-8 0,0-10-2 0,0 10-1099 0</inkml:trace>
  <inkml:trace contextRef="#ctx0" brushRef="#br0" timeOffset="1">125 1441 288 0,'-12'-6'25'0,"8"2"-25"0,-8 4 0 0,3-6 0 16,1 6 146-16,0 0 24 0,-3-11 5 0,3 11 1 16,0 0-104-16,3-10-20 0,-3 10-4 0,8 0 0 15,-3-3-27-15,3 3-5 0,0 0 0 0,0 0-1 16,0 0 21-16,0 0 4 0,0 0 0 0,0 0 1 15,0 0-20-15,0 0-4 0,0 0-1 0,8-8 0 16,-8 8 13-16,11 0 3 0,2 8 0 0,-2-8 0 16,2 3 19-16,-1-3 4 0,4 0 1 0,-4 6 0 0,4-6 0 0,0 4 1 15,5-4 0-15,-1 0 0 16,4-4-1-16,0-2-1 0,5 6 0 0,3 0 0 0,8-11-15 0,-3 11-2 16,-1-7-1-16,4-3 0 0,0 7-7 0,10-5-2 15,-10 8 0-15,4-3 0 0,1-3-7 0,-5 6-1 16,0 0-1-16,5-4 0 0,-5 4 3 0,5-6 1 15,3 6 0-15,-3 0 0 0,3 0-13 0,1 6-2 16,-1-6-8-16,5 4 12 0,-9 2-12 0,4-3 9 16,-3-3-9-16,3 0 8 0,1 0 1 0,0 0 0 15,-1-3 0-15,4-3 0 0,-4 6 2 0,5-10 0 16,-8 10 0-16,-1-11 0 0,1 11-1 0,-5-4 0 0,-3-2 0 16,-5-2 0-16,-3 5-2 0,-5 3 0 0,-5 0 0 15,2-7 0-15,-5 4-8 0,-4-4 8 0,0 7-8 16,-4 0 8-16,4 0-8 0,-12 0 0 0,0 0 0 0,0 0 0 15,0 0-16-15,0 0-4 0,0 0-2 0,0 0 0 32,0 0-44-32,0 0-9 0,0 0-1 0,0 0-1 15,0 0-156-15,0 0-31 0,0 0-7 0,0 0-1 0</inkml:trace>
  <inkml:trace contextRef="#ctx0" brushRef="#br0" timeOffset="2">0 2687 946 0,'0'0'42'0,"0"0"9"0,0 0-41 15,0 0-10-15,0 0 0 0,0 0 0 0,0 0 68 0,0 0 12 16,0 0 3-16,0 0 0 0,0 0-49 0,0 0-10 16,0 0-1-16,0 0-1 0,0 0-4 0,0 0-1 15,0 0 0-15,0 0 0 0,0 0 33 0,0 0 6 16,0 0 2-16,0 0 0 0,0 0 0 0,0 0 0 15,0 0 0-15,0 0 0 0,0 0-2 0,8 0-1 16,-8 0 0-16,8 0 0 0,5 0-19 0,-5 0-3 16,3 0-1-16,2 0 0 0,-2 0 2 0,2 0 0 15,3 0 0-15,0 0 0 0,4 0-3 0,-4 0-1 16,5 0 0-16,-1 0 0 0,4 0-10 0,-4 0-1 16,4-4-1-16,5 4 0 0,0-7-9 0,3 7-1 15,0-10-8-15,4 10 12 0,0-7 9 0,5 3 2 0,-4 4 0 16,3-6 0-16,4 2 0 0,-3 4 0 0,-1-6 0 15,0 1 0-15,4-1-7 0,-2 6 0 0,-2-3-1 0,4-4 0 16,0-4-5-16,5 11-1 0,-9-3 0 0,0-4 0 16,2 7-1-16,-2 0-8 0,0 0 12 0,-4 0-4 15,1 0-8-15,-5 0 0 0,5 0 0 0,-10 0 8 16,2 0-8-16,-1 0 10 0,-3 0-10 0,3 0 10 16,0 0-2-16,0 0 0 0,1-6 0 0,-2 6 0 15,7-4 2-15,-7 4 0 0,2 0 0 0,-1 0 0 16,0 0 0-16,5 0 0 0,-5 0 0 0,-4 0 0 15,1 0-10-15,-1 0 8 0,-5-7-8 0,2 7 8 16,0-4-8-16,-5 4 0 0,0 0 0 0,-5-6 0 16,2 6 0-16,-5 0 0 0,4 0 8 0,-12 0-8 15,0 0 0-15,0 0 0 0,0 0 0 0,0 0 8 0,0 0-8 16,0 0 0-16,0 0 0 0,0 0 0 0,0 0-13 0,0 0 1 16,0 0 1-16,0 0 0 15,0 0-83-15,0 0-17 0,0 0-3 0,0 0-653 16,0 0-130-16</inkml:trace>
  <inkml:trace contextRef="#ctx0" brushRef="#br0" timeOffset="3">109 4014 172 0,'0'0'16'0,"0"0"-16"0,0 0 0 0,0 0 0 16,0 0 189-16,0 0 35 0,-8-6 8 0,8 6 0 15,0 0-149-15,0 0-31 0,0 0-5 0,0 0-2 16,0 0 0-16,0 0 0 0,0 0 0 0,0 0 0 15,0 0 15-15,0 0 4 0,0 0 0 0,0 0 0 16,0 0-8-16,0 0 0 0,8 0-1 0,-4-11 0 16,4 11 7-16,0-7 2 0,0 4 0 0,4 3 0 15,-4-7-18-15,5 7-3 0,3-4-1 0,-4 4 0 16,4-7 1-16,0 7 0 0,0 0 0 0,0 0 0 0,5 0-15 16,-2 0-2-16,2-3-1 0,3 3 0 15,0 0-9-15,1 0-3 0,3 0 0 0,0-7 0 0,1 7 7 16,3 0 2-16,-3 0 0 0,3 0 0 0,0 0-6 0,0 0-2 15,0 0 0-15,-3 7 0 0,3-4 1 0,-4-3 0 16,1 0 0-16,3 0 0 0,0 0-1 0,0 0 0 16,-3 0 0-16,7 0 0 0,1 0-2 0,-1 0-1 15,0 0 0-15,1 0 0 0,0 0 1 0,3 0 0 16,-4-3 0-16,4 3 0 0,-3 0-12 0,-5 0 10 16,5 0-10-16,-5-7 10 0,4 7-1 0,-3-3 0 15,-1-5 0-15,4 8 0 0,-4-3-1 0,0-3 0 16,0 6 0-16,-3 0 0 0,0-4-8 0,-1-2 0 0,0 6 0 15,-4-8 0-15,5 5 0 0,-9 3 0 0,4-7 9 16,0 7-9-16,-3 0 0 0,-5 0 8 0,0-3-8 0,0 3 0 16,0-8 0-16,-3 8 0 0,-2 0 0 0,2-3 8 15,-5 3-8-15,4 0 0 0,-12 0 0 0,8 0 0 16,-8 0 0-16,0 0 0 0,0 0 0 0,8-7 0 16,-8 7 0-16,0 0 0 0,0 0 0 0,8 0 0 15,-8 0-20-15,0 0-1 0,0 0-1 0,0 0 0 16,0 0-102-1,0 0-21-15,0 0-4 0,0 0-583 0,4 0-116 0</inkml:trace>
  <inkml:trace contextRef="#ctx0" brushRef="#br0" timeOffset="4">214 5631 288 0,'0'0'25'0,"0"0"-25"15,0 0 0-15,0 0 0 0,0 0 90 0,-8 0 13 16,8 0 2-16,-4-8 1 0,4 8-14 0,0 0-2 0,0 0-1 0,0 0 0 15,-8 0-17-15,8 0-3 16,0 0-1-16,0 0 0 0,0 0-3 0,0 0-1 0,-4-3 0 0,4 3 0 16,0-7-7-16,0 7-1 0,-4-3-1 15,4 3 0-15,0 0-8 0,0 0-2 0,0 0 0 0,8-7 0 16,4 7-17-16,-4-3-4 0,4-5-1 0,0 8 0 16,1 0-2-16,-2 0 0 0,5-3 0 0,-3 3 0 15,3-6-1-15,0 6-1 0,5-7 0 0,-2 7 0 16,2-4 5-16,-1 4 2 0,4 0 0 0,0-7 0 15,5 7 1-15,3 0 0 0,-3 0 0 0,3-3 0 16,-5-4 1-16,6 7 0 0,0 0 0 0,3-3 0 16,0 3-4-16,0-8-1 0,1 5 0 0,0-4 0 15,-2 4-7-15,6-4-2 0,7-4 0 0,-7 5 0 16,0 3-2-16,-1-5-1 0,0 8 0 0,-3-3 0 16,3 3 1-16,-4-7 0 0,1 4 0 0,-1-4 0 15,0 7-4-15,-4-3 0 0,1-5 0 0,3 8 0 0,-3-3-8 16,-1-4 8-16,0 7-8 0,5 0 8 0,0-6 17 0,-5 1 3 15,-5 5 1-15,2 0 0 0,-1 0-29 16,4-6 0-16,-3 6-13 0,-1 0 4 0,-3 0 9 16,2 0 16-16,-3 0-4 0,-3 0-1 0,3 6-3 0,-3-6 0 15,-1 0 0-15,-4 0 0 0,4 0-8 0,-4-6 0 16,1 6 0-16,-1 0 0 0,3 0 0 0,-3-4 12 16,-3 4-12-16,3-6 12 0,-3 6-12 0,-2 0 10 15,2 0-10-15,-5 0 10 0,3-3-10 0,-6 3 0 16,3-8 0-16,-8 8 0 0,0 0 0 0,0 0 0 15,12 0 0-15,-12 0 0 0,8 0 0 0,-8 0-16 0,8-3 4 0,4-4 1 32,1 7-42-32,-5 0-9 0,-8 0-2 0,12-3 0 15,0-4 0-15,-4 7-1 0,-8 0 0 0,0 0 0 16,8 0 25-16,4 0 6 0,-4-7 1 0,0 3 0 0,-8 4 18 0,8 0 4 0,-8 0 1 0,8 0-625 16,-8 0-125-16</inkml:trace>
  <inkml:trace contextRef="#ctx0" brushRef="#br0" timeOffset="5">1183 3154 907 0,'-3'-6'40'0,"3"6"8"0,0 0-38 0,-8 0-10 15,3-4 0-15,5 4 0 0,0 0 11 0,0 0 0 16,-8 0 0-16,8 0 0 0,0 0-11 0,0 0 0 16,-3-7 0-16,3 7 0 0,0 0 18 0,0 0 2 15,0 0 0-15,0 0 0 0,0 0 23 0,-5 0 5 16,-3 0 0-16,5 0 1 0,-5 0 22 0,3 0 4 15,-3 0 1-15,5 7 0 0,3-7-14 0,-5 4-2 16,-3-4-1-16,0 6 0 0,3-2-22 0,-6 2-4 16,6 2-1-16,-3-5 0 0,5 7-12 0,-2-3-2 0,-6-3-1 15,6 6 0-15,-3 0-5 0,4 1 0 0,0-5-1 0,-4 5 0 16,8 6-11-16,-4-6 0 0,4-1 9 16,0-1-9-16,0 2 0 0,0-1 8 0,4-3-8 0,0 4 0 15,0-8 0-15,0 7 9 0,0-2-9 0,4 2 0 16,5-4 10-16,-2-2-10 0,-3 3 8 0,5-4-8 15,-5-3 0-15,3 0 0 0,2 0 8 0,3 0-8 16,-3 0 19-16,3-3 1 0,0-4 1 0,-4 7 0 16,4-10-21-16,-4 3 0 0,4 4 0 0,0-8 0 15,-4 1 11-15,1 3 4 0,-5-4 1 0,3 1 0 16,-3-1-5-16,5-5-1 0,-9 5 0 0,0 1 0 16,4 0-10-16,-3-1 10 0,-2-6-10 0,2 7 10 15,-5-4-2-15,-5-3 0 0,2 6 0 0,-2 1 0 16,1 0 12-16,-4-1 1 0,-9 2 1 0,6 1 0 15,-2-2-9-15,-3 10-1 0,0-10-1 0,0 10 0 0,-4 0-11 16,4 3 0-16,-5 4 0 0,2-7 0 0,-2 10 0 16,2-2 0-16,1 1 0 0,2 2 0 0,0-7 0 0,-3 12 0 15,2-5 0-15,5 6 0 0,-4-6 0 0,4 2 0 16,0-2 0-16,4 2 0 0,3 1 0 0,1-4 0 16,0 1 0-16,0-4 0 0,8 10-10 0,0-7 10 15,-4-7 0-15,4 8-9 0,-4-11 9 0,13 7 0 16,-5-4 0-16,4-3-8 0,-4 7 8 0,8-4 0 15,0-6 0-15,1-4 0 0,-1 7 12 0,-5-3-1 16,5-4-1-16,2 7 0 0,-2-11-2 0,0 8 0 16,-5-4 0-16,2-4 0 0,-2 5 1 0,2-4 0 15,-9 7 0-15,4-8 0 0,0 4-9 0,-4-3 0 0,0-1 9 16,-4 1-9-16,0 3 8 0,0-3-8 0,0 7 10 16,0-4-10-16,-4-4 11 0,0 8-11 0,-4-4 12 0,0-4-12 15,-4 11 0-15,-1-6 0 0,-3 2 0 0,5 4-9 16,-5 0 9-16,0 0-13 0,-2 0 5 0,-1 4 8 15,3-4-12-15,0 6 12 0,-5 5-10 0,5-4 10 16,0-4 0-16,4 8 0 0,3-4-8 0,-3-4 8 16,0 7 0-16,4-3 0 0,4 3-10 0,-4 1 10 15,4-4 0-15,0-4 0 0,4-3-9 0,0 10 9 16,0-10 0-16,0 11-8 0,0-11 8 0,0 7 0 16,0-7-10-16,0 0 10 0,0 0-8 0,0 0 8 15,8 3-8-15,-8-3 8 0,0 0-8 0,8 6 8 16,-8-6 0-16,4 8 0 0,-4-8 0 0,0 0-8 0,0 0 8 15,0 0 0-15,12 3 0 0,-12-3 0 0,0 0 0 16,0 0 0-16,0 0 0 0,0 0 0 0,0 0 0 16,0 0 0-16,0 0 0 0,0 0 0 0,0 0 0 0,0 0 8 15,0 0-8-15,0 0 11 0,0 0-3 0,0 0 0 16,0 0 0-16,0 0 0 0,-8 0-8 0,8 0 8 16,0 0-8-16,-8 0 8 0,4 0-8 0,4 0 0 15,0 0 9-15,0 0-9 0,0 0 11 0,0 0-3 16,-8 0 0-16,8 0 0 0,0 0 2 0,0 0 0 15,0 0 0-15,0 0 0 0,0 0 6 0,0 0 2 16,0 0 0-16,0 0 0 0,0 0-6 0,0 0 0 16,8-3-1-16,-8 3 0 0,0 0-11 0,8-8 8 15,4 2-8-15,-4 3 8 0,1 3-8 0,-1-7 8 0,0 7-8 16,0-3 8-16,0-5-8 0,4 8 12 0,0-3-12 16,0 3 12-16,0 0-4 0,4-7-8 0,-3 7 12 0,-2 0-4 15,-3 0-8-15,5-3 10 0,0-4-10 0,-2 7 10 16,5-4-10-16,0-3 10 0,0 7-10 0,1 0 10 15,3-6-10-15,-4 2 12 0,0 4-12 0,4-7 12 16,-4 3-4-16,5-2 0 0,-5 6 0 0,0 0 0 16,0-3 0-16,0-4-8 0,0 3 12 0,1-3-4 15,-1 7-8-15,0-10 10 0,1 10-10 0,-1-3 10 16,0-5-10-16,4 2 0 0,0 2 9 0,-4-2-9 16,1 2 0-16,2-3 8 0,2 3-8 0,3-2 0 15,-3-5 8-15,-2 11-8 0,2-10 8 0,-1 0-8 16,0 10 8-16,4-7-8 0,-4 3 10 0,1-2-10 0,3 6 8 15,-4-4-8-15,0-2 0 0,-4 6 9 0,5-5-9 16,-2-1 0-16,-1 6 0 0,-2-10 0 0,3 10 0 0,-3-11 0 16,1 11 8-16,-1-7-8 0,0 4 0 0,0 3 0 15,0-6 0-15,0 2 8 0,5 4-8 0,-5-7 0 16,5 7 0-16,-5-10 8 0,3 10-8 0,2-11 8 16,-1 7-8-16,0-2 8 0,9 6-8 0,-9-10 8 15,0 2-8-15,0 8 8 0,4-10-8 0,0 10 0 16,-3-3 0-16,-2-3 8 0,2-5-8 0,0 11 0 15,-5-4 0-15,3-2 8 0,-2 6-8 0,-1-8 0 16,0 5 0-16,0 3-11 0,0 0 11 0,-3-7 0 16,3 4 0-16,0 3 0 0,0 0 0 0,-4 0 0 0,0-7 0 15,1 7 0-15,3 0 0 0,-5 0 9 0,2-3-1 16,-1 3-8-16,0-8 0 0,1 8 0 0,3 0-10 0,0-3 10 16,-5-4 0-16,2 7 0 0,3-3 12 0,-4-5-4 15,0 8-8-15,0-9 10 0,4 2-10 0,-3 4 10 16,3 3 1-16,3-8 0 0,-2 5 0 0,0-4 0 15,-6 7-11-15,5-3 8 0,-3 3-8 0,-2-7 8 16,6 7-8-16,-5-4 0 0,4-3 0 0,-4 7 0 16,0 0 0-16,5-3 0 0,-5 3 0 0,0-7 0 15,0 7 0-15,0 0 0 0,0 0 0 0,0-7 0 16,1 7 0-16,3-3 0 0,-5 3 0 0,5 0 0 16,-3-7 0-16,0 4 0 0,-2 3 0 0,2-7 0 15,-2 3 13-15,2-3-2 0,-1 7-1 0,0-3 0 16,0-4-10-16,0 7 0 0,0 0 0 0,-4-3 0 0,4-5 0 15,-3 8 8-15,2-10-8 0,2 10 8 0,-9 0-8 0,8-6 10 16,-4 3-10-16,0 3 10 0,0 0-10 0,5 0 10 16,-5-8-10-16,3 8 10 0,-3 0-10 0,5 0 0 15,-13 0 0-15,8 0 0 0,3 0 0 0,2 0 0 16,-5-3 8-16,0 3-8 0,0-7 0 0,5 7 0 16,-10 0 0-16,-3 0 0 0,13-3 0 0,-5-4 0 15,0 7 8-15,0 0-8 0,0-4 0 0,-4-3 10 16,-4 7-10-16,8 0 10 0,0-10-2 0,0 10 0 15,-8 0 0-15,8-11 0 0,4 11-8 0,-3-6 12 16,-9 6-12-16,8-4 12 0,0 4-12 0,0-6 0 16,-8 6 0-16,11 0 0 0,-3 0 0 0,0-5 0 0,0-1 0 0,-8 6 0 15,0 0 0-15,10 0 0 0,-2-3 0 0,-8 3 0 16,3-7 0-16,-3 7 0 0,8 0 0 0,0-3 0 16,-8 3 0-16,0 0 8 0,0 0-8 0,8-8 0 15,-3 5 0-15,-5 3 0 0,0 0 8 0,8-7-8 16,-8 7 0-16,8-6 0 0,-8 6 0 0,3-4 0 15,-3 4 0-15,5 0 0 0,-2-7 0 0,-3 7 0 16,0 0 0-16,0 0 0 0,5-10 8 0,-5 10-8 16,0 0 0-16,0 0 0 0,4-4 0 0,0-3 0 15,-4 7 0-15,0 0 8 0,0-10-8 0,0 10 0 16,0 0 14-16,0-3-2 0,-4-4-1 0,-5-4 0 16,6 11-11-16,3 0-9 0,-5-7 9 0,2 4-13 15,-5-3 13-15,0 1 0 0,0-1 9 0,0 2-9 16,-5-2 0-16,2 2 0 0,1-3 0 0,-1 4 0 15,-2-4 0-15,2 7 0 0,-5-10 0 0,3 10 0 0,1 0 0 0,-4-8 0 16,0-1 0-16,-4 9 0 0,0-4 0 0,4-3 0 16,-5 7 0-16,1-4 0 0,0-2 0 0,4 2 0 15,0-2 0-15,-5-2 9 0,5 5-9 0,0 3 0 16,0-7 0-16,3 7 0 0,-3-3 0 0,4 3 0 16,0-7 0-16,4 7 0 0,0 0 0 0,-4-4 0 15,8 4 0-15,4 0 0 0,-8 4 0 0,8-4 0 16,0 0 0-16,0 0 0 0,0 0 0 0,0 0 0 15,0 0 0-15,0 0 0 0,0 0 0 0,0 0-14 16,0 0 3-16,0 0 1 0,0 0 10 0,0 0 14 16,8 0-3-16,0 7-1 0,0-4-10 0,4 4-17 15,-4-7 4-15,4 0 1 0,1 3 12 0,-2 5 0 16,6-8 0-16,-5 0 0 0,4 0 0 0,-3 6 0 0,3-6-8 16,0 0 8-16,0 0 9 0,0 4 5 0,0-4 1 0,0 0 0 15,-3 6-26-15,-2-6-5 0,2 0 0 0,3 0-1 16,-4 0 17-16,0 4 0 0,0-4 0 0,-4 0 0 15,4 0 0-15,-4 0 0 0,-8 0 0 0,9 7 0 16,-1-7 0-16,-8 0 0 0,0 0 0 0,0 0 0 16,0 0 0-16,8 4 0 0,0 2 0 0,-8-6 0 15,0 0 0-15,8 3 0 0,-8-3 0 0,3 8 0 16,-3-8 0-16,0 0 0 0,0 0 0 0,8 0 0 16,-8 0 0-16,0 0 0 0,0 0 0 0,8 0 0 15,-8 0 0-15,0 0 0 0,0 0 0 0,0 0 0 16,0 0 0-16,5 10 0 0,-5-10 0 0,0 0 0 15,0 0 0-15,0 10-8 0,0-10 8 0,0 7 0 16,0-7 0-16,0 10 0 0,0-10 0 0,0 0 0 16,0 0 0-16,0 4 0 0,0 7 0 0,0-11 0 0,0 0 0 15,0 0 0-15,0 0 0 0,0 0 0 0,0 9 0 16,0-9 0-16,-5 7 0 0,5-7 0 0,0 11 0 0,0-11 0 16,0 0 0-16,-3 10 0 0,3-10 0 0,-5 10 0 15,5-10 0-15,-3 11 0 0,-2-5 0 0,5-6 0 16,0 11 0-16,-3-7 0 0,3-4 0 0,-5 13 0 15,2-2 0-15,3-1 0 0,0-7 0 0,-5 8 0 16,5-5 0-16,-3 4 0 0,-2 1 0 0,5-1 0 16,-3 1 0-16,-2-4 0 0,2 3 0 0,-2 1 0 15,1-8 0-15,0 10 0 0,-4-2 0 0,0-1 0 16,4 0 0-16,-4 1 0 0,4-1 0 0,0 0 0 16,-4 0 0-16,4 1 0 0,4-1 8 0,-8 0-8 15,0-2 0-15,-1 2 0 0,6-1 0 0,-5 2 0 0,0-1 0 16,0 1 0-16,0-4 0 0,0 3 8 0,3-7-8 0,-3 5 0 15,4-2 0-15,-5-2 0 0,9-4 8 0,-3 6-8 16,-5-1 0-16,0-5 0 0,3 6 8 0,5-6-8 16,-8 3 0-16,5 4 0 0,-2-4 8 0,5-3-8 15,0 0 0-15,0 0 0 0,0 0 0 0,0 0 0 16,0 0 0-16,0 0 9 0,0 0-9 0,-3 8 8 16,3-8-8-16,0 0 0 0,0 0 0 0,0 0-11 15,0 0 11-15,0 0 8 0,0 3-8 0,0-3 11 16,0 0-36-16,0 0-7 15,0 0-2-15,0 0 0 0,0 0-47 0,0 0-10 16,0 0-1-16,0 0-1 0,0 0-127 0,0 0-26 0</inkml:trace>
  <inkml:trace contextRef="#ctx0" brushRef="#br0" timeOffset="6">5030 544 871 0,'0'0'38'0,"0"0"9"0,0 0-38 0,0 0-9 0,0 0 0 0,0 0 0 15,0 0 70-15,0 0 12 0,0 0 2 0,0 7 1 16,4-7-33-16,0 0-8 0,1 0 0 0,-5 0-1 15,0 0-27-15,3 0-6 0,5 0-1 0,-3 3 0 16,-2-3-9-16,-3 0 8 0,0 0-8 0,0 0 8 16,0 0 14-16,5 11 2 0,-5-5 1 0,0-6 0 15,0 0 10-15,0 7 1 0,0 4 1 0,-5 2 0 16,5-6-13-16,-3-3-4 0,3-4 0 0,0 10 0 16,0 8-3-16,0-9-1 0,0 2 0 0,0-4 0 15,0 3 6-15,0 4 1 0,0-7 0 0,0 3 0 16,3 0 4-16,-3 0 1 0,0 1 0 0,0-1 0 0,5-3-8 15,-5 4 0-15,0-1-1 0,0 1 0 0,0 5-5 16,0-5-1-16,0-1 0 0,0 0 0 0,-5 1 2 0,5 6 0 16,5-13 0-16,-5 5 0 0,0-2 1 0,0 4 1 15,0-11 0-15,0 10 0 0,0 1 0 0,0 5 0 16,0-16 0-16,0 4 0 0,3 10-5 0,-3-11-2 16,0 7 0-16,0 1 0 0,0-11 5 0,5 10 1 15,-10 1 0-15,2-1 0 0,-2 4-5 0,5-4-1 16,-3 4 0-16,3-7 0 0,-5 2-10 0,5 9 12 15,0-18-12-15,-3 3 12 0,3 7-12 0,3 1 12 16,-3-1-12-16,0 1 12 0,0-4-12 0,0 2 12 16,0 2-12-16,0-1 12 0,0-10-12 0,5 11 12 15,-5-1-12-15,0-3 12 0,0-7-12 0,0 11 12 0,0-1-12 16,-5 1 12-16,5-2-12 0,-3 1 8 0,3 1-8 0,0-1 8 16,-5 8-8-16,5-8 10 0,0 0-10 0,0 7 10 15,0-14-2-15,0 15-8 0,0-7 12 0,5-1-4 16,-2-1 0-16,-3 9-8 0,5-8 12 0,-5 1-4 15,3-1-8-15,-3 1 10 0,5-5-10 0,-2 4 10 16,2 1-10-16,-5-1 12 0,3 1-12 0,2-1 12 16,-5-10-12-16,3 10 12 0,-3 1-12 0,5 5 12 15,-5-5-12-15,0 10 0 0,0-14 0 0,0 2 0 16,0 9 8-16,0-15-8 0,3 15 0 0,-3-8 8 16,0 4 0-16,0-4-8 0,0 7 12 0,0-7-4 15,5 1 0-15,-5 6 0 0,3-6 0 0,-3-2 0 0,0 2-8 16,5-1 12-16,-2 8-12 0,2-8 12 15,-5 1-1-15,4-1 0 0,0-1 0 0,0 9 0 0,-4-8-11 16,0 7 0-16,4-13 0 0,-4 13 0 0,4-4 0 16,-4-2 0-16,4 7 0 0,-4-8 8 0,4 11-8 0,-4-5 0 15,0-5 9-15,0-1-9 0,0 7 0 0,0-3 9 16,0-3-9-16,0 6 0 0,0-7 8 0,4 0-8 16,-4 7 0-16,5-7 0 0,-5 1 11 0,0 7-11 15,3-8 10-15,2 0-10 0,-5 1 9 0,3-2-9 16,-3 2 8-16,5-1-8 0,-2 0 10 0,2 1-10 15,-5 6 12-15,3-13-12 0,2 12 11 0,-5-5-11 16,0-1 10-16,0 1-10 0,0-1 8 0,0 0-8 16,0 4 0-16,0-1 9 0,0-2-9 0,0 7 0 0,0-8 0 15,0 0 0-15,0 7 8 0,0-3-8 0,-5-4 0 16,5 0 8-16,-3 8-8 0,3-8 0 0,0 1 0 16,0 6 0-16,3-7 0 0,-3 0 0 0,0 1 0 0,0 5 8 15,0-5-8-15,5-1-9 0,-5 1 9 0,0-1-13 16,4 7 13-16,-4-7 13 0,0 1-2 0,0-1-1 15,0 8-10-15,0-5 0 0,0-2 0 0,0-1 0 16,0 0 0-16,-4 4 0 0,4 0 0 0,0-4 0 16,0 0 0-16,0-2 0 0,0 8 0 0,0-5 0 15,-5-1 0-15,5 0 0 0,0 1 0 0,0-1 0 16,-3 0 0-16,3 0 0 0,0 1 0 0,-5-1 0 16,5 0 0-16,0 8 0 0,-3-9 8 0,3 2-8 15,-5 7 0-15,5-8 0 0,0 0 0 0,-3 7 0 16,3-2 0-16,0-6-17 0,0 9 4 0,0-8 1 15,-5 0 35-15,5 7 7 0,-3-6 2 0,3-1 0 0,0 0-32 16,0 1 0-16,-5 5 0 0,5-1 0 0,0 2-16 0,0 0 1 16,0-3 0-16,0-4 0 0,-4 7 15 15,4-7 0-15,0 8 0 0,-4-4 0 0,4-4 0 0,-4 0 0 16,4 7 0-16,-4-6 0 0,4 6 0 0,0-3 0 16,-4-7 0-16,4 2 0 0,-4 2 9 0,4 6-9 15,-4-6 0-15,4 2 9 0,0-5 3 0,0 2 0 16,0 7 0-16,0-7 0 0,0 1-12 0,0-1 0 15,0 0 0-15,0 7 0 0,0-3 0 0,-4-4 0 16,4 0 0-16,-5 1 0 0,5 7 0 0,-3-8 0 16,3-1 0-16,-5 2 0 0,2-1 0 0,-2 8 0 15,5-8 0-15,-3 1 0 0,3 5 0 0,-5-5 0 0,5-1 0 16,0 8 0-16,-3-9 0 0,3 6 0 0,-5-9 0 16,5 4 0-16,0 8 0 0,0-7 0 0,-3 2 0 15,3-2 0-15,0-1 0 0,0 7 0 0,-5-7 0 0,5 0 0 16,-3 1 0-16,3-1 0 0,0 4 0 0,-5-4 0 15,5 1 0-15,0 2 0 0,-3-6 0 0,3 4 0 16,-5-2 0-16,2 2 0 0,3-1 0 0,-5 0 0 16,2 1 0-16,-2-4 0 0,5 4 0 0,-4-1 0 15,4-1 0-15,-4-1 8 0,0 2-8 0,4 0 0 16,-4 1 0-16,0-1 0 0,4 1 0 0,-4-2 0 16,-1 1 0-16,5 1 0 0,-3-1 0 0,3-2 0 15,-5 2 8-15,2 0-8 0,3 1 8 0,0-2-8 16,-5 2 0-16,2-1 0 0,3 5 0 0,0-6 0 15,-8 1 0-15,8 5 0 0,-5-9 0 0,2 5 0 0,-2-1 0 16,5 0 0-16,-4 1 0 0,4-1 0 16,-4 1 0-16,0-5 0 0,4 12 0 0,0-8 8 0,-4 0-8 15,4 4 0-15,0-8-10 0,-4 5 10 0,4-1 0 0,-4 0 0 16,0 1 0-16,4-1 0 0,-4 1 0 0,4-5 0 16,-4 4 0-16,4-10 10 0,0 11-10 0,0-1 0 15,0 1 0-15,-8-1-11 0,8-10 11 0,0 7 0 16,0-7 0-16,0 11 8 0,0-2-8 0,0 1 8 15,0-10-8-15,0 11 8 0,0-4-8 0,0-7 8 16,0 11-8-16,0-8 8 0,0 7-8 0,0 4 8 16,0-14-8-16,0 4 8 0,0 5-8 0,0-9 0 15,0 0 0-15,0 11 8 0,0-1-8 0,0-10 0 16,0 10 0-16,0 4 0 0,0-10 0 0,0 6 9 0,0-10-9 16,0 10 10-16,0-10-10 0,0 0 0 0,0 0 0 15,0 10 0-15,-4 1 0 0,4-11 0 0,0 0 0 0,0 7 0 16,0-7 0-16,0 0 0 0,0 0 0 0,0 0 0 15,0 0 0-15,4 3 0 0,-4-3 11 0,0 0-11 16,0 0 16-16,0 0-2 0,0 0-1 0,0 0 0 16,0 0-4-16,0 0-1 0,0 0 0 0,0 0 0 15,0 0-8-15,0 0 8 0,0 0-8 0,0 0 8 16,0 0-8-16,0 0 0 0,0 0 0 0,0 0 0 16,0 0 0-16,0 7 0 0,0-7 0 0,0 0 0 15,0 0 0-15,0 0 0 0,0 0 0 0,0 0 0 16,0 0 0-16,0 0 8 0,0 0-8 0,0 0 0 15,0 0 0-15,0 0 0 0,0 0 8 0,0 0-8 16,0 0 0-16,0 0 0 0,0 0 0 0,0 0 8 0,0 0-8 16,0 0 10-16,0 0-10 0,0 0 10 0,16 11-10 15,-16-11 0-15,0 0 0 0,0 0 0 0,12 0 0 0,-12 0 0 16,8 0 0-16,-8 0 0 0,13 0 0 0,-13 0 0 16,0 0 0-16,0 0 0 0,8 0 0 0,-8 0 0 15,0 0 0-15,11 0 0 0,-11 0 0 0,8 6 0 16,-8-6 0-16,0 0 0 0,0 0 0 0,13 4 0 15,-5-8 0-15,-8 4 0 0,12 4 0 0,-3-4 0 16,-1 0 0-16,-8 0 0 0,11 0 0 0,2 0 0 16,-5-4 8-16,0 4-8 0,-8 0 0 0,11-6 0 15,2 6 0-15,-1 0 0 0,-4 0 0 0,4 0 0 16,1 0 0-16,-2 0 0 0,2 0 0 0,-1 0 0 0,-4 0 0 16,4 0 0-16,4 0 0 0,-4 0 0 0,4 0 0 15,-3 0 0-15,3 0 0 0,-5 0 0 0,5 0 0 0,2 0 0 16,-7 0 0-16,5-4 0 0,5-3 0 0,-10 7 0 15,6 0 0-15,-5-7 0 0,0 4 0 0,0 3 0 16,4 0 0-16,1-7 0 0,-1 7 8 0,0 0-8 16,-4-11 0-16,0 11 0 0,4 0 0 0,-3-3 0 15,-5 3 0-15,8-7 0 0,-5 7 0 0,2 0 0 16,3 0 0-16,-3 0 0 0,3 0 0 0,-5-3 0 16,2 3 0-16,-2 0 0 0,6 0 0 0,-5 0 0 15,0 0 0-15,4 0 0 0,-4 0 0 0,0 0 0 16,4-7 0-16,-3 7 0 0,3 0 0 0,-4-4 0 15,5-2 0-15,-6 6 0 0,2 0 0 0,-2-4 0 16,5-2 0-16,-3 6 0 0,-1 0 8 0,0-8-8 16,0 8 0-16,0 0 0 0,1 0 0 0,-2 0 0 0,6-3 0 15,-1 3 0-15,-4 0 0 0,0 0 0 0,0 0 0 0,0 0 0 16,9 0 0-16,-5 0 0 0,-5 0 0 0,5 0 0 16,2 0 0-16,-2 0 0 0,-5 0 0 0,5 3 0 15,-8-3 0-15,5 0 0 0,-5 0 0 0,8 8 0 16,-4-8 0-16,-4 0 0 0,4 0 0 0,-4 6 0 15,1-6 0-15,-6 4 0 0,14-4 0 0,-9 0 0 16,4 0 0-16,-8 0 0 0,8 0 0 0,1 6 0 16,-10-6 0-16,13 0 0 0,-3-6 0 0,-2 6 0 15,2 0 0-15,-2 0 0 0,2 6 0 0,0-6 0 16,-2 0 0-16,-3 0 0 0,8 0 0 0,-3 0 0 0,-1 4 0 16,0-4 0-16,0 0 0 0,0 0 0 0,4 0 0 15,-12 0 0-15,12 0 0 0,0 0 0 0,-8 0 0 16,8 0 0-16,-16 0 0 0,13 0 0 0,0 0 0 15,-2 0 0-15,5 0 0 0,0 0 0 0,-3 0 0 0,3 0 0 16,0 0 0-16,-8-4 0 0,8 4 0 0,-3 0 0 16,-2-6 0-16,2 6 0 0,-9-4 0 0,8 4 0 15,0-6 0-15,-4 6 0 0,-8 0 0 0,8 0 0 16,-8 0 0-16,12-8 0 0,-12 8 0 0,12 0 0 16,-7 0 0-16,-5 0 0 0,11-3 8 0,2 3-8 15,-5 0 0-15,-8 0 0 0,8 0 0 0,-8 0 0 16,11-7 0-16,2 7 0 0,-13 0 0 0,5 0 0 15,6-3 0-15,-11 3 0 0,8 0 0 0,-8 0 0 16,8-7 0-16,-8 7 0 0,8 0 0 0,-3 0 8 0,-5 0-8 16,16-4 0-16,-8 4 0 0,-8 0 0 0,3-7 0 15,-3 7 0-15,0 0 0 0,9 0 0 0,-5 0 0 0,8 0 0 16,-12 0 0-16,8 0 0 0,0-3 0 16,0 3 0-16,-8 0 0 0,0 0 0 0,8-6 0 0,4 6 0 15,-12 0 0-15,0 0 0 0,0 0 0 16,12 0 0-16,1 0 0 0,-5 0 0 0,0 0 0 0,0 0 0 15,-8 0 0-15,12 0 0 0,-4-4 0 0,0 4 0 16,-8 0 0-16,4-7 0 0,9 7 0 0,-5 0 0 16,-8 0 0-16,0 0 0 0,8 0 0 0,0 0 0 15,0 0 0-15,-8 0 0 0,0 0 0 0,8 0 0 16,3 0 0-16,-6 0 0 0,-5 0 0 0,12 0 0 0,-3 0 0 16,-1 0 0-16,0 0 0 0,0 7 0 0,-8-7 0 15,8 0 0-15,-5 0 0 0,-3 0 0 0,0 0 0 0,0 0 0 16,13 0 0-16,-13 0 0 0,0 0 0 0,0 0 0 15,0 0 0-15,0 0 0 0,8 0 0 0,-8 0 0 16,0 0 0-16,0 0 0 0,0 0 0 0,0 0 8 16,0 0-8-16,0 0 0 0,0 0 0 0,0 0 8 15,0 0-8-15,0 0 0 0,0 0 0 0,0 0 8 16,0 0-8-16,0 0 0 0,0 0 0 0,0 0 0 16,8-7 0-16,-8 7 0 0,0 0 8 0,0 0-8 15,0-10 0-15,0 10 0 0,4-7 0 0,-4 7 8 16,0 0-8-16,0-3 0 0,0 3 0 0,0-8 0 15,0 8 0-15,0-10 8 0,0 10-8 0,0-3 0 16,0-5 0-16,0 8 0 0,-4-3 8 0,4-4-8 16,0-2 0-16,0 9 0 0,0-8 0 0,0 5 0 0,0 3 0 0,-4-7 0 15,4 4 0-15,-4-4 0 0,-4-4 0 16,8 11 0-16,0-10 0 0,0-1 0 0,0 1 0 0,0 4 0 16,0 3 8-16,0-5-8 0,-5-2 0 0,5-1 0 15,0 1 0-15,5 7 0 0,-5-11 0 0,0 4 0 16,0 0 8-16,0-1-8 0,-5 1 0 0,-3-1 0 15,8 1 0-15,0 4 0 0,0-5 0 0,0 1 8 16,0-1-8-16,0 1 0 0,0 0 0 0,0 2 0 16,0-1 0-16,0-2 0 0,0 1 0 0,8 0 0 15,-8-11 8-15,5 14-8 0,-5-7 0 0,0 4 0 16,0-7 0-16,0 7 0 0,0-1 0 0,0 1 8 0,0-1-8 16,0 1 0-16,0 4 0 0,0-5 8 0,0 1-8 15,0-1 0-15,0 1 0 0,0 0 0 0,0-1 8 16,8 1-8-16,-16-4 0 0,8 4 0 0,0-1 0 0,0 1 0 15,0 0 0-15,0-1 0 0,0 2 8 0,0 2-8 16,0-7 0-16,0 4 0 0,0-8 0 0,0 8 0 16,0-7 0-16,0 6 0 0,0 1 8 0,0 0-8 15,0-7 0-15,0 7 0 0,8-5 0 0,-8-2 8 16,-8 4-8-16,8-5 0 0,8 8 0 0,-4-1 0 16,-4-5 0-16,0 5 0 0,4 1 8 0,-4-7-8 15,4 7 12-15,-4-1 1 0,-4-10 0 0,4 4 0 16,4 6-13-16,-4-2 0 0,-4-4 0 0,4 7 0 15,-4-8 0-15,4 8 0 0,-4-4 0 0,-4-3 0 16,8 0 0-16,-5 3 0 0,-3-3 0 0,8 7 0 16,0-8 0-16,0 5 0 0,0-5 0 0,0-3 0 0,0 5 0 15,0 5 8-15,0-9-8 0,0 3 0 0,13-4 0 0,-13 7 0 16,0-6 8-16,0 2-8 0,0-3 0 0,0 4 0 16,0-3 0-16,0 3 0 0,0 2 0 0,0-1 0 15,-5-2 8-15,-3 5-8 0,8-4 0 0,0-4 0 16,0 3 8-16,0-1-8 0,0 4 0 0,0-9 0 15,0 11 0-15,-3-5 0 0,3 4 0 0,0-2 0 16,-5-2 8-16,5 4-8 0,0-3 0 0,0 0 0 16,-3 3 8-16,3-3-8 0,-5 3 0 0,5-2 0 15,-3-2 0-15,3-3 0 0,-8 11 8 0,8-11-8 16,0 10 0-16,0-5 0 0,0-5 8 0,0 11-8 16,0-11 0-16,0 4 9 0,0-4-9 0,8 5 0 0,-8 1 0 0,0-2 0 15,3 7 0-15,-3 0 0 0,0-7 0 16,0 6 0-16,-3-9 0 0,3 2 0 0,0 4 0 0,-8-2 0 15,8 1 0-15,0-1 0 0,0-2 0 0,0 7 0 16,-8-2 0-16,8-4 0 0,0 0 0 0,0 6 0 16,0-2 0-16,-5-5 0 0,5 8 0 0,0-7 0 15,0 3 0-15,0-3 0 0,0 6 0 0,0-5 0 16,5 2 0-16,-5-4 0 0,3 8 0 0,2-1 0 16,-5-5 0-16,0-5 0 0,0 11 0 0,0-7 0 15,-5 2 0-15,5-1 0 0,0 5 0 0,0-6 0 16,-3 3 0-16,3-3 0 0,3 7 0 0,-3-11 0 15,0 14 0-15,0-4 0 0,0-2 0 0,5-4 0 16,-5 13 0-16,8-13 0 0,-8 0 0 0,0 6 0 16,3-8 0-16,2 8 0 0,-5-7 0 0,3 8 0 15,-3 0 0-15,0-1 0 0,5-5 0 0,-5 12 0 0,0-13 0 0,0 6 0 16,3 1 0-16,-3-7 0 0,0 7 0 0,0-1 0 16,0 1 0-16,0 0 0 0,0-1 0 0,0 1 0 15,0-1 0-15,0-5 0 0,0 5 0 0,0 1 0 16,0-1 0-16,0 1 0 0,0-7 0 0,0 7 0 15,0 0 0-15,0-1 0 0,0 8 0 0,0-15 0 16,13 8 0-16,-13-7 0 0,0 7 0 0,0-1 0 16,0-6 0-16,0 6 0 0,0 2 0 0,0-1 0 15,0-5 0-15,0-2 0 0,12 7 0 0,-12 3 0 16,-4-3 0-16,4 0 0 0,4-1 0 0,0 4 0 16,-8-3 0-16,0-1 0 0,4 1 0 0,4 1 0 15,-4-2 0-15,4 7 0 0,-8-10 0 0,4 11 0 0,-4-14 0 16,4 6 0-16,-8 1 0 0,8 7 0 0,0-11 0 15,0 4 0-15,0-4 0 0,8 4 0 0,-8 2 0 0,4-2 0 16,0-7 0-16,-8 13 0 0,4-5 0 0,-4 2 0 16,8-14 0-16,-4 10 0 0,-4 5 0 0,4-4 0 15,0-1 0-15,0 1 0 0,0-1 0 0,0 1 0 16,-8 7 0-16,8-15 0 0,0 8 0 0,0 4 0 16,0-5 0-16,0 1 0 0,0-1 0 0,0 1 0 15,0 0 0-15,0-1 0 0,0 5 0 0,0-5 0 16,8 1 0-16,-8-8 0 0,-8 15 0 0,8-13 0 15,8 5 0-15,-8 1 0 0,-8-1 0 0,8 4 8 16,0-6-8-16,0 5 0 0,0-5 0 0,0 2 0 16,0-2-8-16,0 2 8 0,0 8 0 0,0-7 0 15,0 3 0-15,0-4 0 0,0 2 0 0,0-2 0 0,0 4 0 16,0-3 0-16,0 6 0 0,0-13 0 16,12 6 0-16,-8 1 0 0,-4 4 0 0,0 3 0 0,0-8 0 15,0 4 0-15,0-4 0 0,0 11 0 0,0-10 0 0,0 0 0 16,4-1 0-16,-4 5 0 0,0-4 0 0,0 5 0 15,4-1 0-15,0-4 0 0,-4-1 0 0,0 1 0 16,0 4 0-16,8 2 0 0,-4-7 0 0,-4 11 0 16,-4-10 0-16,4 3 8 0,8 7-8 0,-8-10 0 15,-4 0-10-15,4 10 10 0,0-3 0 0,0-5 0 16,0 2-8-16,0 6 8 0,0-4 0 0,0-2 0 16,0 1 0-16,0-1 0 0,0 6 0 0,0-10 0 15,0 10 0-15,4-11 0 0,-4 11 0 0,0-10 0 0,0 10 0 16,0 0 0-16,0-7 0 0,0 7 0 0,0-11 0 0,0 11 0 15,0 0 0-15,0 0 0 0,0-3-8 0,0 3 8 16,-4 0 0-16,4 0 0 0,0 0 0 0,0 0-9 16,-12-10 9-16,12 10 0 0,0 0 0 0,0 0 0 15,0 0-8-15,0 0 8 0,-4 0-8 0,0-7 8 16,4 7 0-16,-8 0-8 0,-4 0 8 0,12 0 0 16,-13 7 0-16,13-7-8 0,-8 4 8 0,0 2 0 15,-3-6 0-15,11 0 0 0,0 0 0 0,-8 0 0 16,-1 0 0-16,-3 3 0 0,12-3 0 0,-5 0 0 15,-6 0 0-15,3 8 0 0,-8-8 0 0,11 3 0 16,-6-3 0-16,-2 0 0 0,1 7 0 0,4-7 0 16,0 0 0-16,-4 0 0 0,4 7 0 0,0-4-8 15,-5-3 8-15,1 11 0 0,4-11 0 0,0 10 0 16,-4-10 0-16,0 0 0 0,-4 6 0 0,3-6 0 0,10 0 0 0,-13 5 0 16,3-5 0-16,2 0 0 0,-5 6 0 15,3-6 0-15,-3 4 0 0,0-4 0 0,3 0 0 0,-6 0 0 16,2 0 0-16,1 0 0 0,4 0 0 0,-12 6 0 15,12-6 0-15,-9 0 0 0,5 8 0 0,0-8 0 16,4 3 0-16,-8-3 0 0,4 0 0 0,0 7 0 16,0-4 0-16,-5-3 0 0,5 0 0 0,-5 0 0 15,5 0 0-15,0 10 0 0,-4-10 0 0,4 0 0 16,-4 0 0-16,3 0 0 0,1 0 0 0,0 7 0 16,0-3 0-16,0 2 0 0,0-6 0 0,3 0 0 15,-3 0 0-15,-8 0 0 0,12 4 0 0,-4-4 0 16,0 0 0-16,0 0 0 0,-1 7 0 0,-3-3 0 0,4-4 0 15,0 0 0-15,0 0 0 0,-5 0 0 0,5 0 0 16,-8-4 0-16,16 4 0 0,-13 0 0 0,5 0 0 0,-3 4 0 16,3-4 0-16,-1 0 0 0,1 0 0 0,-4 0 0 15,4 0 0-15,-1 0 0 0,1-4 0 0,0 4 0 16,0 4 0-16,-4-4 0 0,16 0 0 0,-12 0 0 16,0 0 0-16,0 6 0 0,0-6 0 0,3 0 0 15,0 0 0-15,-3 0 0 0,5 0 0 0,-5 0 0 16,8 0 0-16,-5 0 0 0,1 0 0 0,0 0 0 15,0 0 0-15,0 0 0 0,0 7 0 0,-4-7 0 16,3 3 0-16,2-3 0 0,-5 0 0 0,3 0 0 16,-3 0 0-16,0 8 0 0,3-5 0 0,-3-3 0 15,0 0 0-15,0 10 0 0,0-10 0 0,0 0 0 0,0 0 0 16,-1 6 0-16,9-6 0 0,-4 0-8 0,-4 0 8 16,4 0 0-16,-4 5 0 0,3-5 0 0,-3 6 0 15,0-2 0-15,8-4 0 0,-8 0 0 0,3 0 0 0,-3 6 0 16,5-6 0-16,-2 0 0 0,-3 11 0 0,4-11 0 15,0 0 0-15,4 0 0 0,-4 0 0 0,4 0 0 16,-4 0 0-16,4 0 0 0,0 0 0 0,-4 0 0 16,4 0 0-16,0 7 0 0,3-7 0 0,-3 3 0 15,0-3 0-15,0 0 0 0,0 10 0 0,0-10 0 16,3 0 0-16,-3 0 0 0,0 0 0 0,5 0 0 16,3 0 0-16,0 0 0 0,-5 0 0 0,-3 0 0 15,8 0 0-15,0 0 0 0,0 0 0 0,0 0 0 16,-3 0 0-16,-2 0 0 0,2-10 0 0,3 10 0 15,0 0 0-15,0 0 0 0,-5 0 0 0,5 0-8 0,-3 0 8 16,3 0-12-16,0 0 12 0,-8 0 0 0,3 0 0 16,5 0 0-16,-8 10 0 0,8-10 0 0,-4-10 0 0,4 10-8 15,0 0 8-15,0 0 0 0,-4 0 0 0,4 0 0 16,0 0-15-16,0 0-1 0,-4 0 0 0,4 0 0 31,0 0-77-31,-8 0-16 0,8 0-3 0,0 0-1 16,0 0-98-16,0 0-19 0</inkml:trace>
  <inkml:trace contextRef="#ctx0" brushRef="#br0" timeOffset="7">5147 1895 460 0,'0'0'20'0,"0"0"5"0,0 0-25 0,0 0 0 15,0 0 0-15,-4-3 0 0,-4 3 148 0,8 0 24 16,0 0 4-16,0 0 2 0,0 0-120 0,0 0-24 16,-4 0-5-16,4 0-1 0,0 0 20 0,0 0 4 15,0 0 1-15,0 0 0 0,0 0-9 0,0 0-1 16,0 0-1-16,0 0 0 0,0 0 13 0,0 0 2 15,0 0 1-15,0 0 0 0,0 0 2 0,8-7 0 16,-8 7 0-16,8-3 0 0,5-5-6 0,-2 5-1 16,-3-3 0-16,9 6 0 0,-1-4-21 0,0-2-5 15,0 6-1-15,5 0 0 0,-2 0-6 0,10-4 0 0,0-3-1 16,-2 3 0-16,-3 4-4 0,5-6-1 0,3-1 0 16,1 3 0-16,-1 4-14 0,5 0 9 0,-5-10-9 15,5 3 8-15,-5 7-8 0,0 0 12 0,4-11-12 0,0 11 12 16,0 0-12-16,1-3 12 0,3-3-12 0,1 6 12 15,-5 0-4-15,5-4-8 0,-1-2 12 0,-3 6-4 16,3 0-8-16,0-8 8 0,-3 5-8 0,-5 3 8 16,4-7 3-16,-4 7 0 0,1 0 0 0,0-3 0 15,-6 3-11-15,5-8 0 0,2 8-10 0,-2-3 10 16,4 3 0-16,-4-7 0 0,-3 4 0 0,-2-4 0 16,2 7 14-16,3 0-4 0,-3-4-1 0,-1-3 0 15,0 7 4-15,-7-3 1 0,7 3 0 0,-8-6 0 16,0-1-14-16,-4 7 0 0,-3-4 0 0,6 4 0 15,-3 0 8-15,-3 0-8 0,3-7 0 0,-11 4 9 0,6 3 18 16,2-7 3-16,-2 7 1 0,-6 0 0 0,11 0-31 0,-8 0 8 16,-5 0-8-16,10-11 0 0,3 11 0 0,-8 0 0 15,-8 0 0-15,4 0 0 0,8-3 0 0,-4 3 0 16,-8 0 0-16,0 0 0 0,8-7 0 16,1 7 0-16,-6 0-10 0,-3 0 10 0,0 0 0 0,13 0 11 15,-5-3-1-15,0 3 0 0,0-8-2 0,0 8-8 16,0 0 12-16,-4 0-4 0,8-6-8 0,-12 6 0 15,0 0 0-15,8-4 8 0,5 4-8 0,-13 0 8 16,0 0-8-16,0 0 8 0,0 0-8 0,0 0-17 16,8 0 4-16,-8 0 1 15,0 0-123-15,0 0-24 0,11 0-5 0,-11 0-888 0</inkml:trace>
  <inkml:trace contextRef="#ctx0" brushRef="#br0" timeOffset="8">5078 3106 288 0,'0'0'25'0,"0"0"-25"16,0 0 0-16,0 0 0 0,0 0 100 0,0 0 16 0,0 0 2 0,0 0 1 16,0 0-79-16,0 0-15 0,0 0-3 0,0 0-1 15,8 0 32-15,-8 0 7 0,8 7 0 16,5-4 1-16,-5-3 11 0,4 0 3 16,-4 0 0-16,0 0 0 0,4 0-5 0,-4 0-1 0,0 0 0 15,0-3 0-15,1 3-1 0,3-7-1 0,-4 7 0 0,4 0 0 16,0-7-7-16,0 4 0 0,4 3-1 0,0-7 0 15,5 7-13-15,-2-4-2 0,7-2-1 0,-7 6 0 16,-3-4-19-16,5 4-4 0,3-6-1 0,4 6 0 16,-4 0 4-16,5 0 1 0,-5 0 0 0,0 0 0 15,-3 0-6-15,11 6-1 0,-8-6 0 0,0 0 0 16,0 0-3-16,-3 0-1 0,3 0 0 0,-4 4 0 16,0-4-1-16,5 0 0 0,-1 0 0 0,0 0 0 15,0 0-1-15,-3 6-1 0,3-6 0 0,0 0 0 16,4 0 6-16,-3 0 2 0,-5 0 0 0,4 0 0 15,0 0 5-15,5 0 1 0,-10 0 0 0,5 0 0 16,2 0-3-16,-2 0 0 0,-5 0 0 0,6 0 0 16,-5 0 0-16,0 0 0 0,0-6 0 0,-8 6 0 0,13 0-8 15,-9-4-1-15,0 4-1 0,4 0 0 0,-4 0-11 16,0-6 0-16,5 6 9 0,0 0-9 0,-5 0 0 0,3 0 0 16,2-11 0-16,3 11 8 0,0 0-8 0,-4-3 12 15,9-4-4-15,-10 7 0 0,2-8 11 0,-5 8 2 16,0-3 1-16,0 3 0 0,5 0-22 0,-5 0 0 15,0 0-10-15,-8 0 10 0,12 0 0 0,-11-7 0 16,15 7 0-16,-8 0 0 0,0 7 0 0,-4-7 0 16,12 0 0-16,-8 0 0 0,0 0 0 0,-3 0 0 15,3 0 0-15,-3 0 0 0,6 0 0 0,-3 0 0 16,-3 0 0-16,-2 0 0 0,6 0 0 0,-5 0 8 16,0 0-8-16,-4 0 0 0,8 0 0 0,-4 0 0 0,0-7 8 15,1 7-8-15,-13 0 0 0,8-3 0 0,0 3 8 0,4 0-8 16,0-6 0-16,-8 6 0 0,-4 0 8 15,12 0-8-15,-12 0 0 0,0 0 0 0,0 0 0 0,8 0 0 16,0 0 8-16,-8 0-8 0,0 0 0 0,0 0 0 16,0 0 0-16,8 0 0 0,-8 0-11 0,0 0 11 15,0 0-44 1,5-4 0-16,6-3-1 0,-6 7 0 0,-5 0-47 16,3-10-8-16,2 10-3 0,-2-11 0 0,5 7-92 15,-3-2-18-15,3-4-4 0,-4-1-367 0,0 1-72 0</inkml:trace>
  <inkml:trace contextRef="#ctx0" brushRef="#br0" timeOffset="9">5539 974 230 0,'0'0'10'0,"0"0"2"0,0 0-12 0,0 0 0 15,0 0 0-15,0 0 0 0,0 0 148 0,0 0 28 16,0 0 4-16,0 0 2 0,0 0-98 0,0 0-20 16,0 0-4-16,0 0-1 0,0 0 5 0,0 0 2 15,0 0 0-15,0 0 0 0,0 0-3 0,0 0-1 16,0 0 0-16,0 0 0 0,0 0-38 0,0 0-8 15,0 10-2-15,-4 1 0 0,4-5 2 0,0-2 0 16,0-4 0-16,-4 17 0 0,0-7 13 0,4 1 3 16,-8 5 1-16,4-12 0 0,0 13-10 0,-4 1-3 15,4-8 0-15,-4 4 0 0,4 2 6 0,-4 5 1 16,-1-10 0-16,1 6 0 0,4 0-5 0,-4-2-1 16,8 1 0-16,-4-2 0 0,0 3-2 0,0 4-1 15,4-4 0-15,-4-4 0 0,-4 5-6 0,0-7 0 0,4-1-1 16,0 7 0-16,0-7 2 0,-1 0 1 0,2 1 0 15,-5-1 0-15,3 1-14 0,2-5 0 0,-2 4 8 16,2-7-8-16,-2 12 0 0,5-12 0 0,-3 8 0 0,-2-4 0 16,2-4 0-16,3-3 0 0,0 0 0 0,-5 6 0 31,5-6-28-31,0 0 0 0,0 0 1 0,0 0 0 16,0 0-129-16,0 0-25 0,0 0-6 0,0 0-1 0</inkml:trace>
  <inkml:trace contextRef="#ctx0" brushRef="#br0" timeOffset="10">5765 974 723 0,'0'0'32'0,"0"0"7"0,0 0-31 0,0 0-8 0,0 0 0 0,0 0 0 15,0 0 79-15,0 7 14 0,0-7 3 0,0 0 1 16,0 0-44-16,0 3-9 0,-4 8-1 0,4-11-1 15,0 0-10-15,-4 10-1 0,0-4-1 0,0 5 0 16,0-4-10-16,0-4-3 0,-4 8 0 0,4-4 0 16,0 2 23-16,0-5 5 0,4 10 1 0,-4-11 0 15,-4 4-26-15,8-4-4 0,0-3-2 0,0 0 0 16,0 0 2-16,0 11 0 0,-4-1 0 0,4-10 0 16,0 0-16-16,0 0 9 0,0 0-9 0,0 0 8 15,0 0 0-15,0 0-8 0,0 0 12 0,0 0-4 16,4 8 20-16,-4-8 4 0,0 0 1 0,12 0 0 15,-12 0-14-15,8 3-3 0,0-3-1 0,-8 0 0 16,12 0 0-16,-4 0 0 0,0 0 0 0,5 0 0 16,-5 0-15-16,0 0 0 0,0 7 8 0,-8-7-8 15,8 0 0-15,-8 0 0 0,8 3 0 0,-8-3 0 16,0 0 0-16,8 6 0 0,-8-6 0 0,4 11 0 16,0-4 0-16,-4 7 0 0,0-14 0 0,4 7 0 15,-4 3 0-15,0-7 8 0,0-3-8 0,4 14 12 16,1-4 1-16,-5 1 0 0,0-1 0 0,0-7 0 0,0 8-13 0,8-1 11 15,-16 4-11-15,8-10 10 0,0 6-10 0,0 0 10 16,0 7-10-16,0-6 10 0,-5-1 0 0,1 1 0 16,0-1 0-16,0-1 0 0,-5 9 0 0,6-8 0 15,-5 1 0-15,3-1 0 0,2 1-2 0,-5-1 0 16,3-4 0-16,2-3 0 0,-5 12-8 0,8-15 10 16,-5 3-10-16,-3 4 10 0,8-7-10 0,-4 4 0 15,-4 3 0-15,0-4 0 0,0-3 9 0,4 6-9 16,-4-6 10-16,0 4-10 0,0-4 8 0,0 0-8 0,-1 0 0 15,1 0 0-15,-3 0 0 0,3 0-10 0,-5 0 0 16,2-4 0 0,6 4-19-16,-6-6-4 0,-2 6-1 0,5-3 0 15,0-4-25-15,0 7-5 0,-8-11 0 0,11 11-1 16,-3-3-27-16,0-12-6 0,4 12-1 0,0-3-601 0</inkml:trace>
  <inkml:trace contextRef="#ctx0" brushRef="#br0" timeOffset="11">5681 1022 1180 0,'0'0'52'0,"0"0"12"0,0 0-52 0,0 0-12 0,3-3 0 0,5-5 0 15,-8 8 88-15,9 0 14 0,-1-6 3 0,4 6 1 16,-4 0-24-16,4 0-5 0,0-4-1 0,0-2 0 16,1 6-29-16,3-4-7 0,0-3 0 0,-5 4-1 15,10-4-15-15,-5 7-2 0,0-3-1 0,5-5 0 16,-5 8-3-16,0-10-1 0,4 10 0 0,0-3 0 16,-4 3-17-16,5-7 10 0,-5 0-10 0,-4 3 8 15,-4 4-8-15,-8 0 12 0,8 0-12 0,-4 0 12 16,16 0-12-16,-12 0 0 0,0 0-12 0,0 0 12 15,5 0-14-15,-5 0 5 0,-8 0 1 0,0 0 0 16,0 0-36-16,0 0-6 16,3-6-2-16,-3 6 0 0,0 0-120 15,0 0-25-15,0 0-5 0</inkml:trace>
  <inkml:trace contextRef="#ctx0" brushRef="#br0" timeOffset="12">6274 943 748 0,'0'0'67'0,"0"0"-54"0,0 0-13 0,0 0 0 15,0 0 116-15,0 0 21 0,0 0 4 0,0 0 1 16,0 0-110-16,0 0-23 0,0 0-9 0,0 0 8 15,0 0-8-15,-4 7 0 0,4-7 0 0,0 3 0 16,-12 7 28-16,12-10 4 0,0 0 1 0,0 8 0 16,-4-5 28-16,0 7 6 0,0 1 1 0,4-5 0 15,-4 4-7-15,-4-2-1 0,4 2 0 0,4 4 0 16,-4-7-12-16,-4 2-4 0,8 9 0 0,0-5 0 16,0-2-16-16,-4 10-3 0,0-5-1 0,0 2 0 15,0 3-9-15,-9-8-3 0,13 5 0 0,0-7 0 0,-8 8 16 16,5 2 4-16,3-7 0 0,-5 0 0 0,2 3-32 15,-2-4 0-15,2 1 0 0,3 1-10 0,-5-5 18 0,-3 7 4 16,8-4 1-16,-3-6 0 0,3 4-13 16,-8-1 0-16,3 1 0 0,-8-1 0 0,13-4 0 0,0-6 8 15,0 0-8-15,0 3 0 0,-8 5-12 0,8-8-9 16,0 0-2-16,0 0 0 16,0 0-38-16,0 0-8 0,0 0-2 0,0 0 0 15,0 0-158-15,0-11-32 0,-8-5-7 0,8 5 0 0</inkml:trace>
  <inkml:trace contextRef="#ctx0" brushRef="#br0" timeOffset="13">6395 1029 961 0,'0'0'42'0,"0"0"10"16,0 0-42-16,0 0-10 0,0 0 0 0,0 0 0 15,0 0 37-15,0 0 6 0,0 0 1 0,0 0 0 0,13-7-16 0,-5 7-4 16,0-11 0-16,-8 11 0 0,0 0-6 0,13-6-2 15,-5-4 0-15,0 10 0 0,0-11 16 0,-5 11 4 16,10-10 0-16,-10 10 0 0,5-11 12 0,-3 8 4 16,7-4 0-16,0 4 0 0,-8-4-18 0,8 0-3 15,-4 3-1-15,0 4 0 0,4-6-10 0,-4 2-1 16,0-2-1-16,5 6 0 0,-5 0-9 0,-5 0-1 16,13-11-8-16,-8 11 12 0,-3 0-3 0,8 0-1 15,-13 0 0-15,0 0 0 0,0 0-8 0,0 0 0 16,0 0 0-16,8 11 0 0,0-11 0 0,3 6 0 15,-11 4 0-15,0-6 0 0,13 10 18 0,-13-11-2 16,0-3 0-16,0 10 0 0,-13 1 0 0,13-1 0 16,0 1 0-16,0-1 0 0,0 4 8 0,0-1 2 15,0-2 0-15,13 5 0 0,-13-12-26 0,-5 13 0 0,5-7 0 16,-8 1 0-16,8-1 0 0,0 8-11 0,-3-9 1 0,-2 12 0 16,-3-10 10-16,0 6 0 0,0-6 0 0,0-1 0 15,-8 1 0-15,3-2 9 0,5 1-9 0,-3 1 10 16,-10 6 2-16,13-6 0 0,-12-1 0 0,12 0 0 15,-4 0-12-15,0 0 12 0,-1 4-12 0,2-4 12 16,-2 1-12-16,2-7 8 0,-2 5-8 0,-3-1 8 16,11-5-8-16,-3 7 0 0,-8-10 0 0,13 0 0 15,-5 7 8-15,3 1-8 0,-6-8 0 0,-2 0 8 16,13 0 0-16,-8-8 0 0,4 8 0 0,0-7 0 16,-8 7-8-16,12 0 0 0,0-10 0 0,0 10 8 15,0 0-8-15,-4-11 0 0,4 2 0 0,0-1 0 16,0 5 8-16,0 5-8 0,0 0 12 0,4-6-4 0,-4-4-8 15,0 10 0-15,12-11 0 0,-12 11 0 0,0 0 0 16,0 0 0-16,8 0 0 0,-8 0 0 0,8-7 0 0,-8 7 0 16,13-3 0-16,-13 3 0 0,8-7 0 0,-8 7 0 15,8 0 0-15,3 0 0 0,2 0 16 0,-5 7 8 16,-8-7 2-16,8 3 0 0,8 4-18 0,-3-7-8 16,-5 3 0-16,-5 11 8 0,10-14 0 0,-2 4 0 15,-6 7 0-15,7-1 0 0,-8-4-8 0,4 5 0 16,0-8 0-16,0 7-11 0,-8 5 11 0,8-12 0 15,-4 7 0-15,4 1 0 0,-4-1 0 0,0-4 11 16,-4-6-3-16,0 11 0 0,8-1-8 0,-8-10 0 16,0 0-10-16,0 0 10 0,0 0 0 0,0 0 0 0,0 0-8 15,0 0 8 1,0 0-32-16,0 0-3 0,0 0-1 0,0 0 0 16,0 0-112-16,0 0-22 0,8-3-5 0,0-15-1 0</inkml:trace>
  <inkml:trace contextRef="#ctx0" brushRef="#br0" timeOffset="14">6796 984 230 0,'0'0'20'0,"0"0"-20"15,0 0 0-15,0 0 0 0,0 0 214 0,0 0 38 16,0 0 8-16,0 0 2 0,0 0-211 0,0 0-43 15,0 0-8-15,0 0 0 0,0 0 0 0,0 0 8 16,0-3-8-16,0 3 12 0,0-7 16 0,0-4 3 16,0 8 1-16,0 3 0 0,0 0 21 0,8-7 5 15,-4 4 1-15,-4-11 0 0,0 14-9 0,8-4-2 16,-8 4 0-16,4-6 0 0,0-4-18 0,-4 10-4 0,0 0-1 0,4 0 0 16,4-11-9-16,-8 11-1 0,12-10-1 0,-4 10 0 15,-8 0-14-15,9-11 8 0,2 11-8 0,5-7 0 16,-8 7 10-16,5 0-10 0,-5-3 10 0,5-3-10 15,-5 6 12-15,-8 0-4 0,0 0-8 0,0 0 12 16,11 0-4-16,-11 0-8 0,0 0 11 0,0 0-11 16,13 0 13-16,-13 0-4 0,0 0-1 0,8 0 0 15,0 0-8-15,-8 0 12 0,0 0-12 0,8 6 12 16,-8-6-12-16,11 3 0 0,-2-3 0 0,-5 7 0 16,-4-7 0-16,16 8 0 0,-12-5 0 0,4 4 0 15,4-4 0-15,-12-3 0 0,0 0 9 0,8 11-1 16,0-5-8-16,-8 4 12 0,0-10-4 0,0 4 0 0,9 10 8 15,-9-14 1-15,-9 3 1 0,9 7 0 0,0 1-2 16,-4-1-1-16,0 1 0 0,0 5 0 0,-4-5-15 16,0-1 11-16,8 1-11 0,-4 5 10 0,0-12-10 0,4 10 0 15,-4-11 9-15,0 7-9 0,4 1 8 0,-4-1-8 16,-4 1 10-16,8-1-10 0,-13-4 11 0,13 5-11 16,-3-1 12-16,-5 1-12 0,3 6 21 0,-6-6-2 15,6-1-1-15,-3 7 0 0,0-7-18 0,0 4 0 16,-3-4 8-16,-2-3-8 0,-3 4 10 0,8 9-2 15,-5-20 0-15,2 10 0 0,3-3-8 0,-5 4 0 16,-3-1 0-16,8-10 0 0,0 11 0 0,-4-11 0 0,0 6 0 16,4-2 0-16,-1 2 8 0,-2-3-8 15,-2-3 8-15,5 11-8 0,0-11 0 0,0 0 0 0,0 0 8 16,0 0-8-16,0 0 0 0,0 7 10 0,8-7-10 16,0 0 10-16,-8 0-10 0,8 0 0 0,0 0 9 0,0 0-9 15,0 0 0-15,-8-7 9 0,3 4-9 0,-3-5 0 16,8 5 8-16,-8-3-8 0,5-4 0 0,-2 10 0 15,2-11 0-15,-2 7 8 0,5-13-8 0,-3 17 0 16,3 0 9-16,3-17-9 0,2 7 0 0,-2 0 9 16,-3 10-9-16,5-11 0 0,3 1 9 0,-5 3-9 15,-3-4 0-15,0 1 0 0,0 10 0 0,8-9-8 16,5 4 8-16,-5-1 0 0,-8 6 0 0,8 0-8 16,4-4 8-16,0 4 0 0,-4-6-9 0,-8-2 9 15,0 8 0-15,16 0 0 0,-3 0 0 0,-5 8 0 16,-8-8-9-16,8 6 9 0,4-2 0 0,-12-4 0 15,8 6 0-15,-4-1 8 0,-4-5 0 0,16 9 1 16,-8-2 19-16,-4 4 4 0,4-8 1 0,0 7 0 0,0-3-20 16,-3 4-4-16,6-1-1 0,-3 0 0 0,0 0 5 0,5-3 1 15,-5-4 0-15,0 11 0 0,0-10 22 0,-3 7 5 16,6-1 1-16,2-4 0 0,-10-3-42 0,5 8 0 16,-3-4 0-16,-5-7 0 0,11 3 8 0,-11-3 2 15,0 0 1-15,8 7 0 0,-8-7-11 0,0 0 0 16,0 0 0-16,0 0 0 0,8 8 0 0,-8-8-11 15,0 0 3-15,0 0 0 16,0 3-87-16,0-3-17 0,0 0-3 0,0 0-621 16,0 0-124-16</inkml:trace>
  <inkml:trace contextRef="#ctx0" brushRef="#br0" timeOffset="15">4335 832 756 0,'0'0'33'0,"0"0"7"0,0 0-32 0,0 0-8 0,0 0 0 0,0 0 0 16,0 0 43-16,0 0 6 0,0 0 2 0,0 0 0 16,0 0-36-16,0 0-7 0,0 0-8 0,0 11 11 15,0-7 9-15,0-4 3 0,-4 17 0 0,4-17 0 16,0 0 4-16,0 4 1 0,-8 12 0 0,4-5 0 16,4-1 12-16,0 1 4 0,0 5 0 0,-4-5 0 15,0-1 1-15,-1 8 1 0,5-5 0 0,0-2 0 16,-3 5 0-16,3 5 0 0,-5-3 0 0,2-5 0 15,3 11-18-15,-5-3-3 0,-3 3-1 0,5 0 0 16,-2-3-16-16,5 0-8 0,-8 0 0 0,5-2 8 16,3 9 10-16,-5-7 2 0,-3-1 0 0,8 4 0 15,-3-9 11-15,-2 4 2 0,1 2 1 0,0 3 0 16,4-3-2-16,-4-8 0 0,0 5 0 0,4 3 0 16,0-11-9-16,-4 7-3 0,4-7 0 0,0 11 0 15,0-10-8-15,0 5-3 0,0-11 0 0,0 8 0 0,0-10-1 16,0 4-8-16,0-7 12 0,0 4-4 0,0 6-8 15,0-10 10-15,0 7-10 0,0-7 10 0,0 0-10 0,0 0 8 16,0 3-8-16,0-3 8 0,0 0 6 16,0 0 1-16,0 0 0 0,0 0 0 15,0 0-47-15,0 0-10 0,0 0-2 0,0 0 0 16,0 0-8-16,0 0-1 0,0 0-1 0,0 0 0 16,0 0-27-16,0 0-6 0,0 0-1 0,0 0-423 15,0 0-85-15</inkml:trace>
  <inkml:trace contextRef="#ctx0" brushRef="#br0" timeOffset="16">4570 1170 345 0,'0'0'15'0,"0"0"4"0,0 0-19 0,0 0 0 16,0 0 0-16,0 0 0 0,0 0 127 0,0 0 21 15,0 0 5-15,0 0 1 0,0 0-78 0,0 0-15 16,0 0-3-16,3 0-1 0,-3 0-20 0,0 0-4 15,0 0-1-15,0 0 0 0,0 0 7 0,0 0 1 16,0 0 0-16,0 0 0 0,0 0-16 0,0 0-2 16,0 0-1-16,-3 7 0 0,3 3 11 0,-5-7 3 15,-3 11 0-15,5-10 0 0,-5 7-8 0,3-2-2 16,-3 1 0-16,0 1 0 0,0-1 9 0,0 4 2 16,0-4 0-16,0 4 0 0,-5-4-4 0,5-3-1 15,-3 4 0-15,-2-1 0 0,5 1-6 0,-8-1-1 16,4-1 0-16,0 2 0 0,0-1-6 0,-1-3-2 15,2 4 0-15,3-5 0 0,-5 9-7 0,5-15-1 16,-4 6-8-16,4 4 12 0,-1-10-2 0,1 0-1 0,8 0 0 16,-8 3 0-16,8-3-1 0,-8 8 0 0,8-8 0 15,-3 0 0-15,-10 0 0 0,13 0 0 0,-3 0 0 0,3 0 0 16,0 0-8-16,0 0 0 0,-8-8 0 0,8 8 8 16,0 0 0-16,-8-3 0 0,8 3 0 0,-5-6 0 15,1-4-8-15,4 10 0 0,0 0 9 0,0 0-9 16,4-11 0-16,-4 11 0 0,0 0 0 0,0 0 0 15,0-10 0-15,0 10 0 0,5-3 0 0,-5 3 0 16,0 0 0-16,0 0 9 0,0-8-9 0,0 8 0 16,0 0 0-16,0 0 0 0,0 0 0 0,0 0 0 15,0 0-8-15,0 0 8 0,0 0 0 0,0 0-9 16,0 0 21-16,0 0 4 0,0 0 0 0,0 0 1 16,0 0-17-16,0 0-16 0,0 0 4 0,0 0 0 15,8 0 12-15,-8 0 8 0,0 0 0 0,8 0-8 0,3 11 16 0,-3-11-3 16,0 6-1-16,5-2 0 0,-5 7-3 15,4-11-1-15,-4 6 0 0,4-2 0 0,-4 2 6 0,0-6 1 16,-8 0 0-16,13 3 0 0,-5 12-15 0,4-12 11 16,-12-3-11-16,12 0 10 0,0 11 0 0,-4-11 0 15,4 7 0-15,-4-4 0 0,-8-3 2 0,12 10 1 16,1-10 0-16,-5 11 0 0,0-5-5 0,-5-6 0 16,-3 0-8-16,13 10 12 0,-5 1 1 0,-5-4 0 15,-3-7 0-15,8 3 0 0,-3 8-13 0,-5-11 0 16,8 10 0-16,-8-10 0 0,0 0 0 0,5 6 0 15,-2 5 0-15,-3-11 0 0,0 0 0 0,0 0 0 16,0 0 0-16,0 0 9 0,0 0-9 0,0 0 10 0,0 0-10 16,0 0 10-16,0 0-10 0,0 0 8 0,8 7-8 0,-8-7 8 15,0 0-8-15,0 0 0 0,0 0 0 0,0 0 0 32,0 0-43-32,8 0-7 0,-8 0-2 0,13 0 0 15,-5 0-99-15,-8 0-20 0,8-7-4 0,0 1-1 16,0 6-8-16,0-5-3 0,4 5 0 0</inkml:trace>
  <inkml:trace contextRef="#ctx0" brushRef="#br0" timeOffset="17">4101 2285 172 0,'0'0'16'0,"0"0"-16"0,0 0 0 0,4 0 0 15,0-8 184-15,-4 8 35 0,0 0 6 0,8-3 2 16,0 3-154-16,-8 0-30 0,0 0-7 0,0 0 0 16,12-7 9-16,-12 7 3 0,0 0 0 0,0 0 0 15,4 0 0-15,-4 0 0 0,0 0 0 0,0 0 0 16,0 0 6-16,0 0 2 0,0 0 0 0,8-3 0 15,-8 3 7-15,0 0 1 0,0 0 1 0,0 0 0 16,8-7-17-16,-8 7-4 0,0 0-1 0,0 0 0 16,0 0-27-16,0 0-6 0,0 0-1 0,0 0 0 15,0 0-1-15,0 0 0 0,8 0 0 0,-8 0 0 16,0 0 4-16,0 0 0 0,0 0 0 0,8 10 0 16,5-10-4-16,-5 7 0 0,-5-4 0 0,5 5 0 15,-8-8 10-15,5 9 2 0,-1 1 0 0,0 1 0 16,0-4-20-16,0 4 0 0,-4-1 8 0,4 0-8 15,0 1 23-15,0-2 1 0,-4 2 0 0,4 6 0 16,1-6-11-16,3-1-1 0,-5 0-1 0,2 1 0 0,-5 6 6 16,3-14 2-16,2 11 0 0,-2 0 0 0,2-4-3 15,-2 1-1-15,-3-2 0 0,8 1 0 0,-3 5-2 0,-2-2 0 16,2-2 0-16,-5 6 0 0,3-13-13 0,2 12 8 16,-5-5-8-16,0-1 0 0,4 1 15 0,0-1-3 15,-4-4-1-15,0-6 0 0,4 11 2 0,-4-1 1 16,4 1 0-16,-4-1 0 0,4 0-4 0,-4-10-1 15,0 0 0-15,0 8 0 0,0-8-1 0,0 9-8 16,0-9 12-16,0 0-4 0,0 0-8 0,0 10 12 16,0-10-12-16,0 0 12 0,0 0-1 0,0 0 0 15,0 0 0-15,0 0 0 0,0 0 5 0,0 0 2 16,0 0 0-16,0 0 0 0,0 0-6 0,0 0 0 0,0 0-1 16,0 0 0-16,0 0 2 0,0 0 1 0,0 0 0 0,0 0 0 15,0 0-4-15,0 0-1 0,0 0 0 0,0 0 0 16,0 0-9-16,0 0 12 0,0 0-12 0,0 0 12 15,0 0-12-15,0 0 8 0,0 0-8 0,0 0 8 16,0 0 0-16,0 0 0 0,4-3 0 0,-4 3 0 16,0 0-8-16,4-7 0 0,0-2 9 0,1 1-9 15,-2 8 9-15,5-10-9 0,-3 7 12 0,-2-4-12 16,5-4 12-16,0 8-12 0,-3-4 12 0,3-4-12 16,0 5 12-16,0-4-12 0,-4-1 12 0,4 1-12 15,0-1 12-15,4 1-12 0,-8 0 12 0,4-7-12 16,0 2 11-16,0-1-11 0,5-2 10 0,-5 9-10 15,0-12 11-15,0 7-11 0,0-3 12 0,3-4-12 16,-1 4 12-16,1-4-12 0,-3 4 12 0,5 3-12 0,-5-3 10 16,0-3-10-16,0 9 8 0,4-7-8 0,-8 5 0 15,4-4 8-15,4 0-8 0,-4 3 0 0,4-4 0 0,-4 8 0 16,0 0 8-16,5 0-8 0,-5 3 0 16,-4-7 0-16,8 4 0 0,-8-4 0 0,0 10 0 0,0-2 0 15,0 3 0-15,-4 3 0 0,0 0-8 0,0 0 8 16,0 0 0-16,0 0 0 0,0 0-8 0,0 0 8 15,0 0-10-15,0 0 10 0,0 0-23 0,0 0 2 16,0 0 0-16,0 0 0 16,0 0-69-16,0 0-14 0,0 0-2 0,0 0-1 15,0 0-56-15,0 0-11 0,0 0-2 0,0 0-857 0</inkml:trace>
  <inkml:trace contextRef="#ctx0" brushRef="#br0" timeOffset="18">4073 3419 172 0,'0'0'16'0,"0"0"-16"0,0 0 0 0,0 0 0 16,0 0 181-16,0 0 34 0,0 0 6 0,0 0 2 15,0 0-151-15,0 0-29 0,0 0-7 0,0 0 0 16,0 0 4-16,0 0 2 0,0 0 0 0,3 11 0 15,-3-11 4-15,5 9 1 0,-5-9 0 0,3 11 0 16,-3-11 4-16,0 0 1 0,0 7 0 0,0 3 0 16,0-7 5-16,0 8 2 0,0-11 0 0,0 13 0 15,-3-2-6-15,3-1-1 0,3 1 0 0,-3-1 0 0,0 0-21 0,0 1-5 16,0 6-1-16,0-7 0 0,0 0-3 0,0 1-1 16,0 6 0-16,0-3 0 0,5-4 5 0,-5 7 1 15,-5-7 0-15,5 11 0 0,5-4-5 0,-5-2-1 16,-5-5 0-16,5 7 0 0,0-7-1 0,0 8 0 15,0-9 0-15,0 2 0 0,0-1-1 0,0 0-1 16,0 1 0-16,0-1 0 0,0 1-2 0,0-4-1 16,0-7 0-16,0 9 0 0,0-9 0 0,5 11 0 15,-5-11 0-15,0 0 0 0,0 0 3 0,3 10 1 16,-3-10 0-16,0 0 0 0,0 0 1 0,0 0 0 16,0 0 0-16,0 0 0 0,0 0-6 0,0 0-1 15,0 0 0-15,0 0 0 0,0 0 7 0,0 0 0 0,0 0 1 16,0 0 0-16,0 0-10 0,0 0-3 0,0 0 0 15,0 0 0-15,0 0-8 0,0 0 12 0,0-10-12 0,0 10 12 16,0-11-12-16,5 11 0 0,-5-9 9 0,0 2-9 16,0 7 0-16,0-11 0 0,4 8 0 0,-4-7 8 15,0 2-8-15,0-2 0 0,8 7 0 0,-4-11 0 16,-4 10 0-16,4-5 9 0,0-2-9 0,0 1 0 16,-4-1 8-16,4-6-8 0,-4 11 0 0,8-9 0 15,0 6 0-15,-4-9 8 0,0 7-8 0,0 1 0 16,0 0 9-16,0-1-9 0,-4 2 0 0,5-2 9 15,-2-3-9-15,2 3 0 0,-2 8 0 0,2-7 0 16,3 0 0-16,0-1 0 0,0 5 0 0,-4-5 0 16,4 1 0-16,4 3 8 0,-4 4-8 0,0-5 8 0,0-1-8 15,0 9-9-15,0-10 9 0,0 10-13 0,5-5 13 16,-2-1 0-16,-2-1 0 0,-1 4 0 0,0-5 0 16,-4 8 0-16,4-3 13 0,0-4-4 0,-8 7-9 0,8 0-14 15,-3-3 3-15,-5 3 1 0,8-7 10 0,-8 7 0 16,8 0 0-16,0 0 0 0,0-3 0 0,-8 3 0 15,4-8 0-15,-4 8 8 0,0 0-8 0,0 0 0 16,0 0 0-16,12 0 0 0,-4 8 0 0,-8-8-12 16,8 3 4-16,-8-3 0 0,12 7 8 0,-4-4 11 15,-8-3-3-15,8 7 0 0,-8-7-8 0,13 3-11 16,-5 8 3-16,0-4 0 0,0 4 8 0,-8-11 0 16,8 6 0-16,0-2 0 0,0 5 0 0,-8-9 0 0,3 8 8 15,5-5-8-15,-8-3 8 0,5 10-8 0,-5-10 8 16,5 7-8-16,-2 4 0 0,5-1 9 0,-8-3-9 0,5 3 0 15,-5-6 8-15,0 5-8 0,3-1 0 0,-3 2 0 16,0 1 8-16,0-1-8 0,5 0 0 0,-2 1 0 16,-3-5 0-16,5 4 8 0,-5-10-8 0,3 11 0 15,2-1 11-15,-5-2-11 0,3 1 10 0,2-5-10 16,-5 7 10-16,3-5-10 0,-3-6 10 0,5 10-10 16,-5 1 8-16,0-11-8 0,3 10 0 0,-3-10 9 15,0 10-1-15,0 1 0 0,0-11 0 0,5 6 0 16,-5 5-8-16,0-11 8 0,0 10-8 0,4 0 8 15,-4-10-8-15,0 8 0 0,0 2 0 0,0-10 8 16,0 3-8-16,0-3 0 0,0 11 0 0,0-11 8 16,0 10-8-16,0-10 0 0,0 6 0 0,0-6 0 15,-4 11 8-15,4-11-8 0,0 0 0 0,0 10 8 0,0-10-8 16,0 0 0-16,0 7 0 0,0-7 8 0,0 0-8 16,0 0 0-16,0 0 9 0,0 0-9 0,0 0 0 0,0 0 0 15,0 0 0-15,0 0 8 16,0 0-34-16,0 0-6 0,0 0-2 0,0 0 0 15,0 0-169-15,0 0-33 0</inkml:trace>
  <inkml:trace contextRef="#ctx0" brushRef="#br0" timeOffset="19">6072 3684 230 0,'0'0'20'0,"0"0"-20"16,0 0 0-16,0 0 0 0,0 0 211 0,0 0 37 16,0 0 8-16,0 0 2 0,0 0-164 0,0 0-33 15,0 0-6-15,0 0-2 0,-3-3-13 0,3 3-2 16,-5-8-1-16,5 8 0 0,0 0-3 0,0 0-1 15,0 0 0-15,0 0 0 0,-12 0-7 0,12 0-2 16,0 0 0-16,0 0 0 0,0 0 1 0,0 0 0 16,0 0 0-16,-4 8 0 0,-4-5 8 0,0 7 2 15,0-2 0-15,4 1 0 0,0-5-19 0,0 7-4 0,0-5-1 16,-4 4 0-16,4 1-11 0,4-1 8 0,0-10-8 0,-4 7 8 16,4-7-8-16,0 11 0 0,4-2 0 0,-4-5 0 15,0-4 8-15,4 14-8 0,-4-14 8 0,0 10-8 16,0-10 11-16,0 0-3 0,0 0-8 0,8 3 12 15,0 8 1-15,0-4 0 0,-8-7 0 0,8 0 0 16,0 0 0-16,4 0 0 0,-12 0 0 0,9-7 0 16,-9 7-2-16,16 0-1 0,0-11 0 0,-5 11 0 15,-3-10 1-15,0 7 0 0,5-4 0 0,0 0 0 16,-10-3-2-16,10 10 0 0,-10-11 0 0,2 8 0 16,-2-7 2-16,2 3 0 0,-5-4 0 0,3 1 0 15,-3 10-2-15,0-6 0 0,0-5 0 0,-3 7 0 16,-2-2-1-16,2 3-8 0,-2-5 12 0,2 5-4 15,-10-4-8-15,10 7 0 0,3 0 0 0,-13-3 0 0,0 3 11 16,5 3-3-16,0-3-8 0,-3 0 12 0,3 10-12 16,0-10 0-16,8 0 0 0,-8 11 0 0,0-5 0 0,-1 4 0 15,1-5 0-15,0 1 0 0,-4 11 0 0,8-6 0 16,0-1 0-16,-4 1 0 0,4-2 0 0,0 2-8 16,4-11 8-16,-4 10-13 0,8 0 13 0,-4-10 0 15,0 8 0-15,0-8 0 0,4 10 0 0,0-7 8 16,-4-3 0-16,0 0-8 0,0 0 8 0,8 7-8 15,0-7 0-15,4 4 0 0,-4-4 16 0,-8 0-3 16,0 0-1-16,8 0 0 0,4-4-12 0,1-3 0 16,-2 4 8-16,-3-4-8 0,0 7 0 0,0-3 8 15,0-5-8-15,5 5 0 0,0-4 10 0,-10 4-10 0,10-4 10 16,-10 0-10-16,5 3 0 0,-8 4 0 0,0 0 0 0,5-6 0 16,-2 3 8-16,2-5-8 0,-5 8 0 0,0-10 9 15,0 7-9-15,0 3 10 0,-5-7-10 0,2-4 10 16,-5 11-10-16,3-10 8 0,5 10-8 0,-16 0 8 15,13-6-8-15,-10 6 0 0,0 0 0 0,10-5 8 16,-5 5-8-16,-5 0 0 0,5 0 9 0,8 0-9 16,0 0 0-16,0 0 0 0,-8 0 0 0,8 0 8 15,0 0-8-15,0 0 0 0,-11 5 0 0,11-5 0 16,0 0 0-16,0 0 0 0,-5 0 0 0,5 0-8 16,0 0 8-16,-3 10 0 0,-6-4 0 0,9 5 0 15,0-11 0-15,-4 7 0 0,4-7-8 0,-4 3 8 0,4-3 0 16,0 0 0-16,0 0 0 0,0 0 0 15,0 0 0-15,0 0 0 0,0 0 0 0,0 0 0 0,0 0 0 16,0 0 0-16,0 0 8 0,-4 10-8 0,4-10 0 16,0 0 8-16,0 0-8 0,0 0 0 0,0 0 8 0,0 0-8 15,0 0 10-15,0 0-10 0,0 0 0 0,0 0 0 16,0 0 0-16,0 0 0 0,0 0 0 0,0 0 8 16,0 0-8-16,0 0 0 0,0 0 0 0,0 0 8 15,0 0-8-15,0 0 0 0,0 0 0 0,0 0 0 16,0 0 0-16,0 0 0 0,0 0 0 0,0 0 0 15,0 0 0-15,0 0 0 0,0 0 0 0,0 0 0 16,0 0 0-16,0 0 0 0,0 0 0 0,0 0 0 16,0 0 0-16,0 0 0 0,0 0 12 0,0 0-3 15,0 0-1-15,0 0 0 0,0 0-8 0,0 0 12 0,0 0-12 16,0 0 12-16,0 0-12 0,0 0 0 0,0 0 0 16,0 0 8-16,0 0-8 0,0 0 8 0,0 0-8 0,0 0 8 15,0 0-8-15,0 0 0 0,0 0 0 0,0 0 8 16,12 0-8-16,-3 0 0 0,-9 0 0 0,8-3 8 15,3 3-8-15,-11 0 0 0,0 0 0 0,8 0 0 16,0 0 8-16,-8 0-8 0,0 0 0 0,0 0 8 16,8 3 0-16,-8-3 0 0,0 0 0 0,0 0 0 15,0 0 0-15,0 0 0 0,13 0 0 0,-10 0 0 16,-3 0-8-16,0 0 0 0,18 8 9 0,-18-8-9 16,11 3 0-16,-11-3 0 0,0 0 0 0,13 0 8 15,-2 0-8-15,-11 0 0 0,0 0 0 0,8 6 0 16,-8-6 0-16,8 0 9 0,-8 0-9 0,0 0 0 15,0 0 9-15,13 0-9 0,-13 0 0 0,0 0 9 16,12 0-9-16,-12 0 0 0,0 0 9 0,4 4-9 0,8-4 0 16,-12 0 9-16,0 0-9 0,12 0 0 0,-12 0 0 0,0 0 0 15,0 0 0-15,12 7 0 0,0-7 0 0,-12 0 0 16,8 10 0-16,-8-10 0 0,0 0 0 0,12 0 0 16,-12 0 0-16,13 7 0 0,-13-7 8 0,12 3-8 15,-12-3 0-15,8 0 0 0,0 8 0 0,-8-8 0 16,12 0 0-16,-12 0 0 0,8 3 0 0,-8-3 0 15,0 0 8-15,8 0-8 0,5 7 0 0,-5-7 0 16,-8 0 8-16,8 3-8 0,3-3 0 0,-11 0 8 16,8 0-8-16,-8 0 0 0,0 0 8 0,8 0-8 0,5 0 0 15,0 0 0-15,-13 0 11 0,8 0-11 16,0 0 10-16,3 0-10 0,-3 0 10 0,5 0-10 0,-5 0 10 16,4 0-10-16,-8 0 8 0,8 0-8 0,0 0 0 15,-4 0 9-15,0 0-9 0,0 0 0 0,4 0 0 0,-4 0 8 16,5 0-8-16,-5 0 8 0,3-3-8 0,2 3 8 15,-5 0-8-15,0 0 0 0,-8 0 0 0,0 0 0 16,8 0 0-16,0-7 0 0,0 7 9 0,0 0-9 16,5 0 0-16,-5-3 9 0,-8 3-9 0,8 0 0 15,3 0 10-15,-2 0-10 0,-1 0 8 0,-4 0-8 16,4-8 0-16,4 8 8 0,-4 0-8 0,1 0 0 16,2 0 0-16,-11 0 8 0,9 0-8 0,-1 0 0 15,4 0 0-15,-4 0 0 0,0 0 8 0,4-3-8 16,-4 3 0-16,-8 0 0 0,8-7 0 0,0 7 8 15,-3 0-8-15,-5 0 0 0,11 7 0 0,5-7 0 16,-8 0 8-16,5 0-8 0,-13 0 0 0,8 0 8 0,0-7-8 16,-8 7 0-16,13 0 0 0,-10 0 0 0,-3 0 0 15,13 0 0-15,-13 0 0 0,11 0 0 0,-11 0 0 0,5-3 0 16,11 3 8-16,-8 0-8 0,-8 0 0 0,3 0 0 16,10 0 0-16,3 0 0 0,-8 0 0 0,-4 0 0 15,-4 0 0-15,12-7 0 0,0 7 8 0,-8 0-8 16,-4 0 0-16,12 0 8 0,-4 0-8 0,0-7 0 15,1 7 0-15,-5-4 0 0,12 4 0 0,-8 0 0 16,-4 0 0-16,8-6 0 0,1 6 0 0,-5 0 8 16,0 0-8-16,3 0 0 0,-3 0 0 0,0-3 0 15,-8 3 8-15,13 0-8 0,-1 0 0 0,-3 0 0 16,-1 0 0-16,3-8 8 0,-11 8-8 0,8 0 0 0,0 0 0 0,5 0 0 16,-13 0 8-16,8 0-8 0,4 0 0 15,-4 0 8-15,8-3-8 0,-8 3 0 0,-8 0 0 16,12 0 0-16,0 0 0 0,1 0 0 0,-5 0 0 0,3 0 0 15,-11 0 0-15,8 0 0 0,-8 0 8 0,16 0-8 16,-3 0 0-16,-5-7 0 0,-8 7 9 0,13 0-9 16,-13 0 8-16,11 0-8 0,5 0 8 0,-3 0-8 15,-13 0 0-15,11 0 0 0,2 0 0 0,-13 0 0 16,12 0 0-16,0 0 0 0,-12 0 0 0,8-3 0 16,4 3 0-16,5 0 0 0,-17 0 0 0,12 0 0 15,4 0 0-15,-4-7 0 0,0 7 0 0,-4 0 8 16,-8 0-8-16,8 0 0 0,5-4 8 0,3-3-8 15,-8 7 0-15,-5 0 8 0,18 0-8 0,-13 0 0 0,3 0 0 16,2-6 9-16,-5 6-9 0,0-4 0 0,8 4 8 16,-3 0-8-16,-2 0 0 0,6-6 0 0,-5 6 8 15,4-5-8-15,-4 5 0 0,0-6 0 0,0 6 8 0,-4 0-8 16,0-4 0-16,0 4 0 0,1-6 0 16,-1 6 0-16,4-3 0 0,0 3 0 0,-12 0 8 0,0 0-8 15,12-8 0-15,-4 8 0 0,8-3 8 0,-3-4-8 16,-2 4 0-16,5-5 0 0,-3 8 8 0,0 0-8 15,-5-6 0-15,0 2 0 0,3 4 8 0,5-6-8 16,-3 6 0-16,-5-4 0 0,0 4 9 0,0-7-9 16,-4 7 0-16,8-4 9 0,0-2-9 0,-12 6 0 15,4 0 0-15,8-3 8 0,-12-4-8 0,13 3 0 16,-5-3 0-16,-5 0 8 0,2 4-8 0,-5 3 0 16,11-8 9-16,-3 8-9 0,-3-9 0 0,-2 9 9 0,-3 0-9 15,13-10 0-15,-13 6 11 0,13-3-11 0,-13 7 10 16,8-10-10-16,0 7 8 0,0-5-8 0,-5-2 0 0,-3 3 9 15,13 4-9-15,-10-5 0 0,5 5 0 0,-3-3 0 16,-5 6 0-16,8-10 0 0,0 5 0 0,-4-1 0 16,4-4 0-16,-8 10 0 0,0-8 8 0,12-2-8 15,-12 7 0-15,8-4 0 0,-4 4 0 0,0-5 8 16,-4-1-8-16,8 5 0 0,-4-3 0 0,-4 0 0 16,0 4 0-16,9-4 0 0,-1-4 8 0,-4 8-8 15,-4-7 0-15,8 3 0 0,-8-3 0 0,12 0 0 16,-4 2 0-16,0 5 0 0,-8-4 0 0,12-3 0 15,-4 6 0-15,0-3 0 0,-3-3 0 0,-2 7 0 16,2-5 0-16,3 2 0 0,-5-4 0 0,-3 7 0 16,0-5 0-16,0-2 8 0,8 0-8 0,-3 6 0 0,-5-3 0 15,3-3 0-15,-3 3 8 0,8-3-8 0,-3 7 0 16,-5-8 0-16,11 1 0 0,-11 3 0 0,0-4 0 0,-3 5 0 16,-5 2 0-16,16-2 0 0,0-5 0 0,-3 1 0 15,-5 7 0-15,3-5 0 0,2-2 0 0,-5 0 0 16,8 3 0-16,-8 3 0 0,3-6 0 0,-3 4 0 15,0-5 0-15,0 11 0 0,0 0 0 0,8-3 0 16,-3-12 0-16,-2 12 0 0,-3-7 0 0,0 10 0 16,0 0 0-16,13-6 0 0,-2 2 0 0,-6-7 0 15,-5 11 0-15,3-6 0 0,6-5 0 0,-1 1 0 16,-8 10 0-16,4-7 0 0,4 4 0 0,0-5 0 16,-8 5 0-16,8-4 0 0,-8 7 0 0,4-3 0 0,-4-3 0 15,12-5 0-15,-8 7 0 0,0-2 0 0,5-2 0 16,-9 5 0-16,8-7 0 0,-5 3 0 0,-3 7 0 0,8-11 0 15,0 8 0-15,-8 3 0 0,8-7 0 0,-3 7 0 16,7-3 0-16,-8-5 0 0,4 5 0 0,-4-3 0 16,5-1 0-16,-9 7 0 0,3-3 0 0,-3 3 0 15,13 0 0-15,-10-8 0 0,10 5 0 0,-5-4 0 16,-5-3 0-16,2 10 0 0,3-11 0 0,-5 11 0 16,10-10 0-16,-13 10 0 0,0 0 0 0,12-10 0 15,-8 10 0-15,9-7 0 0,-13 4 0 0,11-4 0 16,-6 7 0-16,3-4 0 0,-8 4 0 0,3-7 0 15,-3 7 0-15,8-3 0 0,-3-4-10 0,-5 7 10 16,8 0 0-16,0-3 0 0,0-5 0 0,-4 8 0 0,-4 0 0 16,12-3 0-16,-12 3-8 0,4-7 8 15,8 7 0-15,-12-9 0 0,0 9 0 0,12 0 0 0,1-8 0 0,-10 8 0 16,10 0 0-16,-13-3 0 0,16 3 0 16,-16-7 0-16,0 7 0 0,11 0 0 0,-11 0 0 0,0-3 0 15,13 3 0-15,-5-7 0 0,-8 7 0 0,8 0 0 16,0-4 0-16,-3 4 0 0,6 0 0 0,-11 0 0 15,0 0-8-15,5 0 8 0,6 0 0 0,-11 0 0 16,0 0 0-16,0 0 0 0,13 0 0 0,-5 0 0 16,-8 0 0-16,0 0 0 0,8 4 0 0,-8-4 0 15,0 0 0-15,0 0 0 0,0 0 0 0,12 0 0 16,-4 0 0-16,0 0 0 0,0 7 0 0,-8-7 0 16,4 0 0-16,8 0 0 0,-4 0 0 0,-8 0 0 0,0 0 0 15,0 0 0-15,8 0 0 0,1 0 0 16,-9 0-8-16,0 0 8 0,4 3 0 0,-4-3 0 0,0 0 0 15,12 0 0-15,-12 0 0 0,4 7 0 0,-4-7 0 0,0 0 0 16,0 0 0-16,0 0 13 0,0 0-4 0,12 0-1 16,-4 0-8-16,-8 0-11 0,0 0 3 0,12 0 0 15,-12 0 8-15,0 0 0 0,0 0 0 0,0 0 0 16,0 0 0-16,8 0 0 0,-8 0 0 0,0 0 0 16,0 0 0-16,0 0 0 0,0 0 0 0,0 0 0 15,0 0 0-15,0 0 0 0,13 0 0 0,-13 0 0 16,0 0 0-16,0 0 0 0,0 0 0 0,0 0 0 15,11 0 0-15,-11 0 0 0,0 0 0 0,0 0 0 16,0 0 0-16,0 0 0 0,0 0 0 0,0 0 0 16,0 0 8-16,0 0 1 0,0 0 0 0,0 0 0 15,0 0-9-15,0 0-9 0,0 0 9 0,0 0-13 16,0 0 13-16,0 0 0 0,0 0 0 0,0 0 0 0,0 0 0 16,0 0 0-16,0 0 0 0,0 0 0 0,0 0 0 0,0 0 0 15,0 0 8-15,0 0-8 0,0 0 0 0,0 0 0 16,0 0 8-16,-3-7-8 0,3 4 0 0,-8-4 0 15,8 3 0-15,-5-3 0 0,-3 7 9 0,4-10-9 16,0 10 0-16,-4-11 9 0,-4 11-9 0,0-6 0 16,4 2 0-16,0 4 8 0,-5-6-8 0,9 1 0 15,-8-1 0-15,0 3 8 0,12-4-8 0,-4 4 0 16,-4-5 0-16,4-2 0 0,4 10 0 0,-12 0 0 16,8-10 0-16,-4 10 8 0,0-11-8 0,0 5 0 15,8 2 0-15,-13-3 0 0,10 3 0 0,-5-2 0 0,8 3 0 16,0 3 0-16,0 0 0 0,0 0 0 0,0 0 0 15,0 0 0-15,-5-7 0 0,5 7 0 0,-3-8 0 16,3 8 0-16,0 0 0 0,0 0 0 0,0 0 0 0,0 0 0 16,0 0-9-16,8-3 9 0,3-4 0 0,-3 7 0 15,-8 0 0-15,0 0 0 0,5-3 0 0,-5 3 0 16,0 0 0-16,0 0-8 0,12 0 8 0,0 3 0 16,-8-3 0-16,8 0 0 0,-12 0 0 0,12 0 0 15,4 7 0-15,-8-7 0 0,0 0 0 0,5 0 0 16,-1 0 0-16,0 3 0 0,-12-3 0 0,4 8 0 15,8-8 0-15,0 7-8 0,-12-7 8 0,4 3 0 16,-4-3 0-16,13 0 0 0,-13 0 0 0,11 6 0 16,-11-6 0-16,5 4 0 0,-5-4 0 0,11 0 0 15,-3 7 0-15,-8-7 0 0,0 0 0 0,0 0 0 0,0 0 0 16,0 0 0-16,0 0 0 0,0 0 0 0,5 4 0 16,-5-4 0-16,0 0 0 0,0 0 0 0,0 0 0 15,11 10 0-15,-11-10 0 0,0 0 0 0,0 0 0 0,0 0 0 16,0 0 0-16,5 7 0 0,-5-7 0 15,0 0 0-15,0 0 0 0,0 0 0 0,13 4 0 0,-13-4 0 16,0 0 0-16,0 0 0 0,8 6 0 0,-8-6 0 16,0 0 0-16,0 0 0 0,0 0 0 0,0 0 0 15,0 0 0-15,0 0 0 0,0 0 0 0,0 0 0 16,3 10 0-16,-3-10 0 0,0 0 0 0,5 11 0 16,-5-11 0-16,0 7 0 0,0-7 0 0,0 0 0 15,0 9 0-15,0-9 0 0,0 5-8 0,0-5 8 16,0 10 0-16,-5 0 0 0,2-3 0 0,3-7 0 15,-8 10 0-15,8 1 0 0,-5-4 0 0,-3-4-8 0,8 7 8 16,-5-2 0-16,2-5 0 0,-5 10 0 0,3-10 0 0,-3 8 0 16,-3-1 0-16,11 1 0 0,-8-4 0 0,0 3 0 15,-5 0 0-15,5 0 0 0,0 1 0 0,-4-1 0 16,8 0 0-16,-4 1 0 0,-8 5 0 0,3-5 0 16,9-1 0-16,-8 1 0 0,8-1 0 0,-4 8 0 15,-4-8 0-15,8 1 0 0,4-2 0 0,-4 1 0 16,-4-2 0-16,4-5 0 0,-4 4 0 0,0-1 0 15,0-2 8-15,8 7-8 0,-5-11 0 0,-3 10 9 16,8-3-9-16,0-7 0 0,0 0 9 0,-11 0-9 16,11 0 8-16,0 0-8 0,0 0 8 0,0 4-8 15,0-4 0-15,0 0 8 0,0 0-8 0,0 0 0 16,-8 0 0-16,8 0 8 0,0 0-8 0,0 0 0 0,0 0 0 16,0 0 0-16,0 0 0 0,0 0 8 0,0 0-8 15,0 0 0-15,0 0 0 0,0 0 0 0,0 0 0 16,0 0 0-16,0 0 0 0,0 0 0 0,0 0 0 0,0 0 0 15,0 0 0-15,0 0 0 0,-8 6 0 0,8-6 0 16,0 0 0-16,0 0 0 0,0 0 0 0,0 0 0 16,0 0 0-16,0 0 8 0,0 0-8 0,0 0 0 15,0 0 0-15,0 0 0 0,0 0 0 0,0 0 0 16,0 0 0-16,0 0 0 0,0 0 0 0,0 0 0 16,0 0 0-16,0 0 0 0,0 0-10 0,0 0-3 15,0 0-1-15,0 0 0 16,0 0-135-16,0 0-27 0,0 0-6 0</inkml:trace>
  <inkml:trace contextRef="#ctx0" brushRef="#br0" timeOffset="20">11260 630 774 0,'0'0'34'0,"0"0"7"0,0 0-33 0,0 0-8 0,0 0 0 0,0 0 0 16,0 0 79-16,0 0 13 0,0 0 4 0,0 0 0 15,0 0-53-15,0 0-11 0,0 0-1 0,0 0-1 16,0 0 0-16,0 0 0 0,0 0 0 0,-12 0 0 15,12 0-18-15,0 0-3 0,-12 0-1 0,8 0 0 16,-9 0 16-16,10 0 4 0,3 0 0 0,-8 0 0 16,-5-7 6-16,5 7 2 0,0 0 0 0,-3 7 0 15,-2-7-14-15,5 0-2 0,-5 0-1 0,-3 0 0 16,5 0-6-16,-2 0-1 0,2 0 0 0,-2 0 0 16,1 0-12-16,4 0 0 0,-4 0 8 0,0 0-8 15,0 0 0-15,-5 0 9 0,1 0-9 0,-3 0 8 16,3 0 16-16,3 0 2 0,-3 0 1 0,0 0 0 15,-5 7-15-15,5-7-2 0,0 0-1 0,4 0 0 16,-4 0-1-16,-1 0-8 0,-3 0 12 0,4 0-4 0,4 0 9 16,-4 0 2-16,4-7 0 0,-4 7 0 0,3 0 1 0,-3-7 1 15,-8 7 0-15,8 0 0 0,3 0-10 0,-6 0-3 16,-2 0 0-16,5 0 0 0,0 7-8 0,-8-7 0 16,8-7 0-16,-9 7 0 0,9 7 0 0,-8-7 0 15,8 0 0-15,4 0 0 0,-8 0 8 0,-1 0 4 16,2 0 0-16,-6-7 0 0,13 7 0 0,-12 0 1 15,8 0 0-15,-5 0 0 0,1 0-5 0,4 0-8 16,4-3 11-16,-5 3-11 0,1 0 15 0,5-7-4 16,-2 7-1-16,2 0 0 0,-5 0-10 0,3 0 12 15,0 0-12-15,2 0 12 0,-5 0-12 0,3 0 10 16,5 0-10-16,-4 0 10 0,0 0-10 0,0 0 10 0,0 0-10 16,0 0 10-16,3 0-10 0,1 0 0 0,-4-4 0 0,-4 4 0 15,12 0 0-15,-4 0 12 0,-4 0-12 0,8 0 12 16,0 0-12-16,-4 0 12 0,-5 0-12 0,10 0 12 15,-2 0-12-15,-3 0 0 0,-3 0 9 0,11 0-9 16,-16 0 8-16,11 0-8 0,-3 0 8 0,5-7-8 16,-7 7 11-16,7 0-3 0,-2 0 0 0,-3 0 0 15,8-10 0-15,-11 10-8 0,6 0 12 0,-6-3-4 16,11-5-8-16,0 8 12 0,-13 0-12 0,13 0 12 16,-12 0-12-16,12-3 0 0,0 3 0 0,-4 0 8 15,0 0-8-15,4 0 0 0,0 0 0 0,0 0 0 16,0 0 0-16,0 0-17 0,-8 0 4 0,4-7 1 15,4 7 34-15,-8 0 7 0,8 0 2 0,0 0 0 0,0 0-31 16,0 0 8-16,0 0-8 0,-4 0 0 0,-8 0 0 16,12 0 0-16,0 0 0 0,0 0 0 0,0 0 10 15,0 0-1-15,0 0 0 0,0 0 0 0,0 0-9 0,0 0 10 16,0 0-10-16,0 0 10 0,0 0-10 0,0 0 0 16,0 0 0-16,0 0 8 0,0 0-8 0,0 0 8 15,0 0-8-15,0 0 8 0,-4 0-8 0,4 0 0 16,0 0 0-16,0 0 0 0,0 0 0 0,0 0 0 15,-8 0 9-15,8 0-9 0,0 0 11 0,0 0-3 16,0 0 0-16,0 0 0 0,0 0-8 0,0 0 10 16,0 0-10-16,0 0 10 0,0 0-10 0,0 0 0 15,0 0 9-15,0 0-9 0,0 0 12 0,0 0-1 16,0 0-1-16,0 0 0 0,0 0 6 0,0 10 0 0,0-10 1 16,-12 21 0-16,12-21-17 0,0 0 0 0,0 0 0 15,0 11 0-15,0 6 0 0,0-6 0 0,0-11 0 16,0 0 0-16,0 0 9 0,0 20-9 0,0-13 0 0,0-7 9 15,0 10-9-15,0-10 12 0,8 14-12 0,-4-7 12 16,-4 10-12-16,8-4 0 0,-4-5 0 0,-4 2 0 16,4 0 10-16,4 1 0 0,-8-1 0 0,0 1 0 15,0 5-10-15,0 2 0 0,4-15 0 0,-4 14 0 16,0-3 9-16,0-3 0 0,0-2 0 0,0 9 0 16,0-8 1-16,0 1 0 0,0 5 0 0,0-5 0 15,0-1-2-15,0 0-8 0,0 8 12 0,0-15-4 16,0 14-8-16,0-7 10 0,0 1-10 0,0-1 10 15,0 1-10-15,8-1 8 0,-8 0-8 0,4 4 8 16,-4-1 7-16,0-2 1 0,0-1 0 0,0 8 0 0,0-9-16 16,0 2 0-16,8 10 0 0,-8-11-10 0,0 0 10 15,0 8 0-15,0-7 10 0,0 5-10 0,0-5 12 0,0 2-4 16,0 5-8-16,0 2 12 0,0-3-3 0,0-6-1 16,0 5 0-16,0 5 0 0,0-7 0 0,4 3-8 15,0 4 12-15,-4-10-4 0,-4 5-8 0,8 2 12 16,-4-4-12-16,9 2 12 0,-6-1-12 0,-3-5 10 15,0 7-10-15,13 4 10 0,-13-11-10 0,0 1 8 16,0 5-8-16,0-5 8 0,3 6-8 0,-3-3 0 16,0-4 9-16,0 7-9 0,0 4 16 0,0-11-2 15,-3 1 0-15,3 5 0 0,0-5-14 0,0 6-10 16,3-3 2-16,-3 4 0 0,0-8 8 0,8 10 0 0,-3-13 10 16,-5-7-10-16,0 10 9 0,0 7-9 0,0-6 8 15,8-1-8-15,-8-10 0 0,3 13 8 0,5-2-8 0,-8 7 0 16,5-8 0-16,-2 11 8 0,-3-15-8 0,0 4 0 15,0 8 0-15,0-7 8 0,0 2-8 0,0-3 0 16,0 1 0-16,0-2 8 0,0 9-8 0,0-8 0 16,-3 1 0-16,3 5 8 0,0-5-8 0,0-1 0 15,3 1 0-15,-3-1 8 0,0 1-8 0,0-1 0 16,0-4 0-16,0 12 8 0,10-8-8 0,-10 4 0 16,0-7 0-16,0 3 0 0,0-6 8 0,0 9-8 15,3 1 0-15,-3-4 0 0,0 1 9 0,0-1-9 16,-3 0 8-16,3 7-8 0,3-7 8 0,-3 1-8 15,0 7 0-15,-3-8 9 0,3 0-9 0,0 7 0 16,0-7 10-16,0 4-10 0,0-4 8 0,3 4-8 0,-3 0 10 16,0-3-10-16,0-2 12 0,0-1-12 0,0 9 8 15,0-7-8-15,0 0 0 0,0 5 0 0,0-6 12 16,0 9-4-16,0-8 0 0,0 7-8 0,8-3 8 0,-8-7-8 16,-8 10 0-16,8-3 0 0,0-4 0 0,0 1 0 15,0 5 0-15,0-5 0 0,0 6 0 0,0-3 0 16,0-4-9-16,0 7 9 0,0 1 0 0,-3-5 0 15,3-2 0-15,0 6 11 0,-10 3-11 0,10-2 0 16,0-5 0-16,0 5-11 0,0-1 11 0,0 4 0 16,0-11 8-16,0 11-8 0,0-5 0 0,0-2 0 15,0-4 0-15,0 8-8 0,0 3 8 0,0-11 0 16,-3 7 0-16,3-4 8 0,0 5-8 0,0-1 0 16,0-3 0-16,-5 3 0 0,5 1 0 0,-8-5 0 0,8 8 0 15,0-4 0-15,-3 4 0 0,3-5 0 0,0-1 0 16,-8 2 0-16,8 0 0 0,0-3 0 0,0-4 0 0,0 7 0 15,0-7 0-15,0 8 0 0,0-5 0 0,0-5 0 16,0 8 0-16,0-2 0 0,0-4 0 0,0 1 0 16,0 6 0-16,-5 0 0 0,5-3 0 0,0 3 8 15,-8-6-8-15,8 10 11 0,-3-11-11 0,3-1 12 16,0 9-12-16,-5-8 0 0,-3 7 0 0,8-6 0 16,0 3 0-16,0-5 0 0,-12-1-8 0,12 2 8 15,0 8 0-15,0-9 0 0,0 2 0 0,-4-1 0 16,0 0 0-16,4 1 0 0,-8 7 0 0,8-9 0 15,8 6 0-15,-8-9 0 0,-8 11 0 0,8-6 0 16,0-1 0-16,0 1 0 0,0-8 0 0,0 7 0 16,0 4 0-16,-4-11 0 0,4 7 0 0,0 1 0 15,-8-1 0-15,8 1 0 0,0-4 8 0,0 2-8 0,8 2 0 16,-4-1 0-16,-8 0 0 0,4 1 0 0,4-4 0 16,-4 4 0-16,-4-1 0 0,-4-1 0 0,8 2 0 0,0-1 0 15,0 1 0-15,-4-4 0 0,4 3 0 0,0 1 0 16,0-2 0-16,0 1 0 0,0-2 15 0,0-5-3 15,0 7 0-15,0-10 0 0,4 8-12 0,-4 2-13 16,0 7 2-16,-4-4 1 0,8-2 10 0,-4-4 0 16,0 3 0-16,0 1 0 0,0-11 0 0,-4 10 0 15,4 0 0-15,-8 1 0 0,8-2 0 0,-4 6 0 16,4-5 0-16,0-7 0 0,0 8 0 0,0-1 0 16,0 1 0-16,0-5 0 0,0-6 0 0,-4 10 0 0,4-10 0 15,0 8 0-15,0-8 0 0,-8 10 0 0,8-10 0 16,0 10 0-16,0-10 0 0,0 4 0 0,0-4 0 0,0 10 0 15,0-10 0-15,-4 6 0 0,4-6 0 0,-8 11 0 16,8-1 0-16,0-10 0 0,-4 10 0 0,-1-2 0 16,-3 2 0-16,8-10 0 0,0 3 0 0,0-3 0 15,-3 11 0-15,3-11 0 0,0 10 0 0,0-10 0 16,0 0 0-16,-8 14 0 0,8-11 0 0,0-3 0 16,-13 10 0-16,13-10 0 0,-4 11 0 0,4-4 0 15,0-7 0-15,-4 3 0 0,-4 4 0 0,8 4 0 16,-12-11 0-16,12 9 0 0,0-9 0 0,-4 7 0 15,-1-4 0-15,-3 5 0 0,5-5 0 0,3-3 0 16,-8 10 0-16,8-10 0 0,0 0 0 0,0 0 0 16,0 0 0-16,0 11 0 0,0-4 0 0,0-7 0 15,0 0 0-15,0 0 0 0,0 0 0 0,0 0 0 16,-13 3 0-16,13-3 0 0,-3 7 0 0,3-7 8 0,0 0-8 16,0 0 0-16,0 0 0 0,0 0 0 0,0 0 0 15,0 0 0-15,0 0 0 0,0 0 0 0,0 0 0 0,0 0 0 16,0 0 0-16,0 0 8 0,0 0-8 0,0 0 0 15,0 0 0-15,0 0 0 0,0 0 0 0,0 0 0 16,0 0 0-16,0 0 0 0,0 0 0 0,11 11 0 16,-6-11 0-16,-5 0 8 0,11 6-8 0,-3-6 0 15,-8 0 0-15,9 3 0 0,3-3 0 0,0 0 0 16,-8 0 0-16,9-3 0 0,-2 3 0 0,-3-6 0 16,1 6 0-16,3 0 8 0,0 0-8 0,-8 0 0 15,8-4 0-15,0 4 0 0,4-7 0 0,-4 7 0 16,1 0 0-16,3 0 0 0,-5-7 0 0,2 7 0 0,3-3 0 15,-3 3 0-15,3 0 11 0,-5 0-3 0,5 0 0 0,-3 0 0 16,-1 0-8-16,4 0-11 0,-16 0 3 0,12 0 0 16,4 0 8-16,-4 0 0 0,-4 0 8 0,1 0-8 15,-9 0 8-15,12 0-8 0,0 0 8 0,0 0-8 16,-12 0 0-16,12 0-8 0,0 0 0 0,4 0 0 16,-11 0 8-16,11 0 0 0,-5 0 0 0,2 0 0 15,3 0 0-15,-3 0 0 0,-2-7 0 0,5 7 0 16,-3 0 0-16,3 0 0 0,-4 7 0 0,0-7 0 15,4 0 0-15,4 0 0 0,-12 3 0 0,13 4 0 16,-13-7 0-16,3 0 0 0,2 0 0 0,-5 7 0 16,0-3 0-16,5-4 0 0,-2 0 0 0,5 0 0 15,-3 6 0-15,-2-6 0 0,6 0 0 0,-1 0 0 0,8 0 0 16,-12 0 0-16,4 0 0 0,1 0 0 0,7-6 0 16,-8 6 0-16,-4 0 0 0,5 0 0 0,-6 6 0 15,10-6 0-15,-13 3 0 0,3-3 0 0,2 0 0 0,3 0 0 16,-3 0 0-16,-2 0 0 0,2 7 0 0,-10-7 0 15,10 0 0-15,3 4 0 0,-8-4 0 0,0 0 0 16,4 7 0-16,0-7 0 16,-4 0 0-16,0 0 0 0,4 0 0 0,1 0 0 0,3 0 0 0,-4-7 0 15,0 7 0-15,4 0 0 0,-3 0 0 0,3 7 0 16,3-7 0-16,-11 0 0 0,18 0 0 0,-23 0 0 16,10 3 0-16,-13-3 0 0,11 0 0 0,-3 0 0 15,0 0 0-15,5 7 0 0,-1-7 0 0,0 0 0 16,0 0 0-16,0 0 0 0,-4 0 0 0,4 0 0 0,1 0 0 0,3 0 0 15,-5 0 0-15,2 0 0 0,3 0 0 0,-3 3 0 16,-10-3 0-16,10 0 0 0,-2 0 0 0,2 0 0 16,-2 0 0-16,-6 0 0 0,6 8 0 0,2-8 0 15,-9 0 0-15,8 0 0 0,0 0 0 0,-8 0 0 16,9 0 0-16,-5 0 0 0,0 0 0 0,4 0 0 16,-12 0 0-16,0 0 0 0,12 6 0 0,-8-6 0 15,4 0 0-15,4 0 0 0,-12 0 0 0,4 0 0 16,8 0 0-16,-8 0 0 0,-4 0 0 0,13 0 0 15,-5 0 0-15,-5 0 0 0,-3 0 0 0,5 0 0 16,-5 0 0-16,8 0 0 0,3 0 0 0,-11 0 0 16,5 0 0-16,6 0 0 0,-11 0 0 0,5 0 0 15,8 4 0-15,-5-4 0 0,-5-4 0 0,2 4 0 16,3 4 0-16,-8-4 0 0,11-4 0 0,-6 4 0 16,-5 0 0-16,11 0 0 0,-11 0 0 0,5 0 0 0,6 0 0 15,-11 0 0-15,0 0 0 0,0 0 0 0,0 0 0 0,0 0 0 16,0 0 0-16,13 0 0 0,-13 0 0 0,0 0 0 15,4 4 0-15,-4-4 0 0,8 0 0 0,-8 0 0 16,0 0 0-16,12 0 0 0,-8 0 0 0,-4 0 0 16,0 0 0-16,8 0 0 0,-8 0 0 0,0 0 0 15,0 0 0-15,4 0 0 0,-4 0 0 0,0 0 0 16,12 0 0-16,-12 0 0 0,0 0 0 0,0 0 0 16,0 0 0-16,0 0 0 0,0 0 0 0,0 0 0 15,0 0 0-15,0 0 0 0,0 0 0 0,0 0 8 16,0 0-8-16,0 0 0 0,0 0 0 0,4 0 0 0,-4 0 0 15,0 0 8-15,0 0-8 0,0 0 0 0,12 0 0 16,-12 0 0-16,0-4 0 0,0 4 0 0,0 0 0 0,0 0 0 16,13-6 0-16,-13 6 0 0,0 0 0 0,0 0 0 15,0-8 0-15,0 8 0 0,0 0 0 0,3-3 8 16,-3-4-8-16,0 7 0 0,0 0 0 0,0-10 8 16,0 6-8-16,0 4 0 0,0-7 0 0,0-2 0 15,0-2 0-15,0 4 8 0,0-3-8 0,0 7 0 16,0-5 0-16,0-2 0 0,0-1 0 0,0 1 8 15,-3 1-8-15,3-2 0 0,0 1 0 0,0-1 0 16,0 1 0-16,0-8 8 0,-8 8-8 0,3-7 0 16,5 7 0-16,0-4 0 0,0-3 0 0,0 0 8 15,-3 3-8-15,3-3 0 0,-9 0 0 0,9 7 8 0,0-5-8 16,0-2 0-16,0-3 0 0,0 3 8 0,0 2-8 16,-4-1 0-16,4-5 0 0,0 3 0 0,-8-2 0 15,8 0 0-15,-4 2 0 0,4-3 8 0,0 8-8 16,-4-4 0-16,-4-1 0 0,8-3 0 0,0 8 0 0,-4-4 0 15,-4-1 0-15,8-2 8 0,0 3-8 0,-4 3 0 16,4-3 0-16,0-4 0 0,0 11 0 0,0-7 0 16,0-4 0-16,0 7 0 0,0-3 0 0,0 0 0 15,0-4 0-15,0 0 0 0,0 5 0 0,0 1 0 16,0-1 0-16,0-5 0 0,0 4 0 0,0 3 0 16,0-6 0-16,0-5-8 0,0 5 8 0,0-1 0 15,0 3 8-15,0 5-8 0,0-5 0 0,0 5 0 16,0-4 0-16,0-1 0 0,0 5 0 0,0-4 0 0,4-1 0 15,-4 8 0-15,0-11 0 0,0 11 0 0,8-7 0 16,-8 7 0-16,0-11 0 0,0 11 0 0,0-11 0 0,0 10 0 16,4-5 0-16,-4 5 0 0,0-10 0 0,0 11 0 15,0-7 0-15,0 7 0 0,0-11 0 0,0 11 0 16,0-7 0-16,0 7 0 0,0-11 0 0,8 10 0 16,-8-5 0-16,4 1 0 0,-4-2 0 0,4 7 0 15,-4-8 0-15,8 8 0 0,-4-10 0 0,-4 10 0 16,9-8 0-16,-6 8 0 0,-3-4 0 0,0-4 0 15,5 9 0-15,3-9 0 0,-8 8 0 0,0 0 0 16,0-1 0-16,0 1 0 0,3 0 0 0,-3-7 0 16,0 6 0-16,0 1 0 0,9-1 0 0,-9-5 0 15,0 5 0-15,4 1 0 0,-4 0 0 0,0-4 0 16,0-4 0-16,0 8 0 0,0-1 0 0,0 2 0 0,0-9 0 16,0 8 0-16,0 0 0 0,8-7 0 0,-8 2 0 15,4-1 0-15,-4-2 0 0,0 4 0 0,0-2 0 16,0-5 0-16,0 11 0 0,0-7 0 0,0-4 0 0,0 0 0 15,4 11 0-15,-4-8 0 0,0-2 0 0,0 3 0 16,0 3 0-16,0-4 0 0,0 5 0 0,0-4 0 16,0 0 0-16,0 6 0 0,0-2 0 0,0-5 0 15,0 8 0-15,0-7 0 0,8-4 0 0,-8 11 0 16,4-7 0-16,-4 3 0 0,0-3 0 0,0 3 0 16,0-4 0-16,0 2 0 0,8 2 0 0,-8-3 0 15,0 0 0-15,0 2 0 0,0-1 0 0,0 2 0 16,0-4 0-16,4 2 0 0,-4-5 0 0,0 11 0 15,0-8 0-15,0 4 0 0,0-2 0 0,0 1 0 0,0-2 0 16,0 0 0-16,0-3 0 0,0-1 0 0,0 3 0 0,0 5 0 16,-4-5 0-16,4 2 0 0,0 2 0 0,0-4 0 15,0-3 0-15,0 5 0 0,0 5 0 0,0-9 0 16,0 9 0-16,0-10 0 0,0 5 0 0,4 5 0 16,-4-10 0-16,0 5 0 0,0 1 0 0,0-1 0 15,0 2 0-15,0-4 0 0,5-9 0 0,-5 14 0 16,0-5 0-16,0 0 0 0,8-1 0 0,-8 4 0 15,0-2 0-15,0 0 0 0,3-3 0 0,5 2 0 16,-3 5 0-16,-5-8 0 0,0 4 0 0,8-4 0 16,-8 4 0-16,3 3 0 0,-3-10 0 0,0 14 0 15,0-11 0-15,0 10 0 0,0-2 0 0,0-5 0 16,-3 2 0-16,3 2 0 0,-8-4 0 0,8 2 0 16,0 5 0-16,0 1 0 0,0-4 0 0,0 4 0 0,0-8 0 15,-5 8 0-15,5-7 0 0,0 7 0 0,0-1 0 16,0 1 0-16,0 0 0 0,0-1 0 0,0 5 0 0,5-5 0 15,-5-2 0-15,0-2-8 0,0 12 8 0,0-13 0 16,0 5 0-16,8 1 0 0,-8-1 0 0,0 4 0 16,3 4 0-16,-3-7 0 0,0 2 0 0,0-2 0 15,0 0 0-15,0 6 0 0,0 4 0 0,0-6 0 16,0 6 0-16,0 0-8 0,0 0 8 0,0 0 0 16,-3-10 0-16,3 10 0 0,0 0 0 0,0 0 0 15,0-11 0-15,-8 1 0 0,8 10 0 0,0 0 0 16,0 0 0-16,0 0 0 0,0-7 0 0,0 7 0 15,0 0 0-15,0 0 0 0,0-14 0 0,0 14 0 16,0 0 0-16,0 0-8 0,0 0 8 0,0 0 0 0,0-10 0 16,0 10-8-16,0 0 8 0,0 0 0 0,0 0 0 15,0 0-8-15,0 0 8 0,0 0 0 0,0 0 0 0,0 0-8 16,0 0 8-16,0 0 0 0,0 0 0 0,0 0-8 16,0 0 8-16,0 0 0 0,-13 4 0 0,13-4 0 15,-3 0 0-15,-10 0 0 0,13 6 0 0,-12-3 0 16,12-3 0-16,0 0 0 0,-4 0 0 0,-8 11 0 15,12-11 0-15,-12 0 0 0,12 7 0 0,0-7 0 16,-16 3 0-16,8-3 0 0,3 7 0 0,-7-7 0 16,12 0 0-16,-12 0 0 0,8 0 0 0,-8 0 0 15,0 0 0-15,8 0 0 0,-8 0 0 0,-1 3 0 16,10-3 0-16,-10 0 0 0,2 8 0 0,-2-5 0 16,2 4 0-16,6-7 0 0,-11 0 0 0,3 10 0 0,2-10 0 15,-2 7 0-15,2-4 0 0,-5-3 0 0,3 0 0 16,5 10 0-16,-12-10 0 0,4 0 0 0,4 0 0 15,-5 0 0-15,1 8 0 0,0-8 0 0,-4 0 0 0,8 0 0 16,-4 0 0-16,0 0 0 0,-8 0 0 0,8 0 0 16,3 0 0-16,-8 0 0 0,2 3 0 0,3-3 0 15,-1-3 0-15,5 3 0 0,0 0 0 0,0-8 0 16,-4 8 0-16,12 0 0 0,-9 0 0 0,2 0 0 16,-2-10 0-16,-3 7 0 0,5-4-13 0,-2 7-1 15,-3 0 0-15,3-4 0 16,10 4-71-16,-5-6-15 0,-5 6-2 0,13 0-1 15,-3 6-113-15,3-6-22 0,-13 4-5 0</inkml:trace>
  <inkml:trace contextRef="#ctx0" brushRef="#br0" timeOffset="21">9833 1913 777 0,'0'0'34'0,"0"0"8"0,0 0-34 0,0 0-8 0,0 0 0 0,0 0 0 15,0 0 72-15,0 0 13 0,0 0 3 0,0 0 0 16,0 0-28-16,0 0-4 0,-8 0-2 0,8 0 0 16,0 0 2-16,0 0 1 0,0 0 0 0,-8 0 0 15,-3-4-1-15,11 4 0 0,0 0 0 0,0 0 0 16,0 0-33-16,0 0-7 0,0 0-2 0,0 0 0 15,0 0 3-15,0 0 1 0,0 0 0 0,0 0 0 16,0 0 5-16,0 0 1 0,0 0 0 0,0 0 0 16,0 0 2-16,0 0 1 0,0 0 0 0,0 0 0 15,0 0 11-15,0 0 2 0,0 0 1 0,11 0 0 16,-11 0-9-16,0 0-1 0,8-6-1 0,0 6 0 16,5 6-6-16,0-6 0 0,-2 0-1 0,2-6 0 15,-10 6-4-15,13 0-1 0,-16 0 0 0,8 0 0 16,-3-8-6-16,7 8 0 0,0 0-1 0,-12 0 0 15,4 0 3-15,8 0 1 0,4 0 0 0,-8 8 0 16,-8-8 3-16,12 0 1 0,-3 0 0 0,11 0 0 16,-12 0-3-16,4 0 0 0,8 0 0 0,-4 0 0 0,0 0 0 15,0 0 0-15,10-8 0 0,-10 8 0 0,8-3 0 0,-8 3 0 16,12 0 0-16,-4 0 0 0,0 0 0 0,-3-7-1 16,-10 7 0-16,5 0 0 0,9 0-15 0,-8 0 11 15,10-3-11-15,-6 3 10 0,-1 3-1 0,4-3 0 16,-8 0 0-16,9-3 0 0,-9 3-1 0,12-8-8 15,-12 8 12-15,8 0-4 0,-8 0 2 0,5 0 0 16,-5 0 0-16,0 0 0 0,0 0 2 0,8 0 0 16,-8-3 0-16,1 3 0 0,7 0-3 0,-8-6 0 15,4 6 0-15,0-4 0 16,-7 4 0-16,11 0 0 0,-8-6 0 0,8 6 0 0,-3 0-9 0,3 0 12 16,-8 0-12-16,-3 0 12 0,-2 0-12 0,-6 0 0 0,6 0 9 15,5 0-9-15,-3-4 8 0,3 4-8 0,-4 0 8 0,12 0-8 16,-8 0 0-16,0 0 9 0,5-7-9 0,-5 7 0 15,0 0 10-15,-3 0-10 0,3 0 8 0,-5 0-8 16,5 0 11-16,-3 0-3 0,-2 0-8 0,6-4 12 16,-5 4-12-16,-4 0 0 0,0 0 0 0,5 0 0 15,-5 0 0-15,-5 0 0 0,10 0 8 0,-9 0-8 16,-4 0 0-16,12-6 0 0,-12 6 8 0,12-7-8 16,-8 7 0-16,8 0 0 0,-4 7 0 0,-4-7 0 15,0 0 0-15,9 0 8 0,-5 0-8 0,-5 0 0 16,10 0 0-16,-2 0 0 0,-6 0 0 0,6 0 0 15,2 0 0-15,-8 0 8 0,6 0-8 0,-6 0 0 16,-5 0 0-16,8 0 0 0,-5 0 0 0,-3 0 0 0,0 0 0 16,13 0 0-16,-13 0 0 0,0 0 0 0,0 0 0 15,0 0 0-15,0 0 0 0,11 6 0 16,-11-6-18-16,0 0-6 0,0 0-2 16,0 0 0-16,0 0-81 0,13 4-16 0,-13-4-3 15,3 0-1-15,10 0-54 0,-9 11-11 0,4-11-3 0,4 6 0 16,-8-2 59-16,8 2 11 0,0-6 2 0,-8 3 1 15,8 5-104-15,1-5-21 0,-13 4-4 0,12 4-1 16,-8-5 168-16,-4-6 34 0,0 4 6 0,0-4 2 0,8 10 26 0</inkml:trace>
  <inkml:trace contextRef="#ctx0" brushRef="#br0" timeOffset="22">9806 3106 230 0,'0'0'10'0,"0"0"2"0,0 0-12 0,0 0 0 16,-13 0 0-16,10-7 0 0,3 4 206 0,0 3 38 15,-13-7 8-15,10 7 2 0,-6 0-174 0,1-4-36 16,8 4-6-16,0 0-2 0,-8-6 1 0,8 6 0 16,0 0 0-16,0 0 0 0,0 0 19 0,0 0 4 15,0 0 1-15,0 0 0 0,0 0-15 0,0 0-3 16,0 0-1-16,0 0 0 0,0 0-6 0,0 0 0 15,0 0-1-15,0 0 0 0,0 0-11 0,0 0-1 16,0 0-1-16,0 0 0 0,0 0 6 0,0 0 2 16,12 6 0-16,1-2 0 0,-2-4 0 0,-3 0 0 15,5 0 0-15,-2 0 0 0,5 0-2 0,-3 0 0 16,0 0 0-16,3 0 0 0,3 0 5 0,2 0 1 16,-9 0 0-16,4 0 0 0,-4 0-10 0,4 0-1 0,4 0-1 15,-11 7 0-15,3-7-9 0,4 0-1 0,4 0-1 16,-8 0 0-16,4 0-11 0,0 0 12 0,0 0-12 15,-3 3 12-15,3-3 0 0,8 0 0 0,-8 0 0 0,5 0 0 16,-1 0 2-16,4 0 1 0,-8-3 0 0,13 3 0 16,-13 0-2-16,3 3 0 0,-2-3 0 0,8 0 0 15,-6 0-1-15,5 0-1 0,1 0 0 0,-5 0 0 16,1 0 1-16,-2 0 0 0,6 7 0 0,-9-7 0 16,8 0-12-16,-8 0 8 0,0 0-8 0,8 0 8 15,-8 0 0-15,2 0 0 0,6 0 0 0,-8 0 0 16,3 0-8-16,2 0 12 0,-5-7-12 0,8 7 12 15,-8-3-4-15,9 3-8 0,3 0 12 0,-12 0-4 16,9-7-8-16,-9 7 12 0,3 0-12 0,-3 0 12 16,2 0 0-16,6 0 1 0,-8 0 0 0,8 0 0 15,-4 0-13-15,4-4 0 0,-8 4 0 0,13-6 0 0,-10 6 0 16,-3 0 0-16,2 0-12 0,-2 0 12 0,-5 0 0 0,5 0 0 16,-3 6 0-16,-2-6 9 0,6-6 0 0,-9 6 0 15,4 0 0-15,-8 0 0 0,13 6-9 0,-9-6 0 16,-5 0-10-16,10 0 10 0,-9 0 0 0,8 0 0 15,-12-6 0-15,12 6 0 0,-12 0 0 0,12 0 0 16,-8 0 0-16,-4 0 0 0,8 0 0 0,-4 0 0 16,8-4 0-16,-7 4 0 0,6 0 0 0,-11 0 0 15,13-6 8-15,-10 6-8 0,10 0 8 0,-13 0-8 16,11 0 12-16,-6 0-12 0,8-5 9 0,-13 5-9 0,0 0 0 16,11 0 9-16,-11 0-9 0,0 0 0 0,5 0 0 15,-5 0 8-15,0 0-8 0,8 0 0 0,-5 0 0 16,-3 0 0-16,0 0 0 0,13-6 0 0,-5 12 0 15,-5-6 0-15,2 0 0 0,6 0 0 0,-11-6 0 0,13 6 0 16,-13 0 0-16,12 0 0 0,-12 0 0 0,12 0 0 16,-8 0 0-16,8 0 0 0,-12 0 8 0,12 0-8 15,-12 0 0-15,4 0 0 0,5 0 0 0,-9 0 0 16,0 0 0-16,0 0 0 0,0 0 0 0,0 0 0 16,0 0 0-16,0 0-11 0,0 0 3 0,0 0 0 15,0 0-34 1,0 0-6-16,0 0-2 0,0 0 0 0,0 0-138 15,0 0-28-15,0 0-6 0,0 0-1 0</inkml:trace>
  <inkml:trace contextRef="#ctx0" brushRef="#br0" timeOffset="23">9021 847 115 0,'0'0'10'0,"0"0"-10"0,0 0 0 0,0 0 0 16,0 0 146-16,0 0 27 0,0 0 6 0,0 0 1 16,0 0-99-16,0 0-19 0,0 0-4 0,0 0-1 15,0 0 11-15,0 0 3 0,0 0 0 0,0 0 0 16,0 0 3-16,0 0 1 0,0 0 0 0,0 0 0 15,0 0-10-15,0 0-1 0,0 0-1 0,0 0 0 16,8 0-20-16,-8 0-4 0,0 0-1 0,0 0 0 16,0 0-15-16,0 0-3 0,0 0-1 0,0 0 0 15,0 0-7-15,0 0-2 0,0 0 0 0,0 0 0 16,0 0 15-16,0 0 3 0,5 6 1 0,-5 5 0 16,0-7-6-16,0 5-2 0,0-9 0 0,0 15 0 15,0-2-5-15,0-2-2 0,-5 5 0 0,-3-12 0 0,8 13 3 0,0-7 1 16,0 8 0-16,0-4 0 0,0-4-8 15,8 7-2-15,-8-7 0 0,0 8 0 0,0-5 2 0,0 4 0 16,5 4 0-16,-5 0 0 0,-5-5 4 0,5 5 1 16,0-3 0-16,-8-5 0 0,8 5-1 0,0 2 0 15,0 1 0-15,0 3 0 0,0 0 3 0,0-7 1 16,-11 4 0-16,11 0 0 0,0-1-3 0,0-3-1 16,0-6 0-16,-5 10 0 0,5-5-3 0,-3-5-1 15,3-1 0-15,0 1 0 0,-8-1-2 0,8 0-8 16,0-10 12-16,0 7-4 0,0-7 0 0,0 0 0 15,0 0 0-15,0 0 0 0,0 0 0 0,0 0-8 16,0 10 12-16,0-10-4 0,0 0-8 0,0 0 8 0,0 0-8 16,0 0 8-16,0 0-24 0,0 0-4 0,0 0-2 15,0 0 0 1,-5 0-37-16,5 0-7 0,0 0-2 0,0 0 0 16,-8-6-76-16,8-5-16 0,0 7-4 0,0-2-432 0,0-4-88 0</inkml:trace>
  <inkml:trace contextRef="#ctx0" brushRef="#br0" timeOffset="24">9277 1080 172 0,'0'0'16'0,"0"0"-16"15,0 0 0-15,0 0 0 0,0 0 237 0,0 0 45 16,0 0 9-16,0 0 1 0,0 0-206 0,0 0-42 16,0 0-8-16,0 0-1 0,0 0-20 0,0 0-4 15,0 0-1-15,0 0 0 0,8-3 27 0,-8 3 6 16,0 0 1-16,0 0 0 0,0 0 20 0,0 0 4 15,0 0 0-15,0 0 1 0,0 0-30 0,0 0-7 16,0 0 0-16,0 0-1 0,0 0-17 0,0 0-3 0,0 0-1 16,0 0 0-16,0 0 11 0,-5 3 3 0,2 7 0 0,3-10 0 15,0 0-13-15,-8 8-3 0,-5 2 0 0,9-7 0 16,0 5 7-16,-4-5 1 0,-4 7 0 0,8-4 0 16,-4 5 3-16,0-4 1 0,-4-4 0 0,-1 8 0 15,1-4-2-15,-4 3 0 0,8-7 0 0,0 11 0 16,0-10-18-16,8 7 0 0,-12-11-11 0,12 6 11 15,-8-3 0-15,0 4 9 0,-5-4 1 0,2-3 0 16,6 11-2-16,-6-11-8 0,6 7 12 0,-3-4-4 16,0 4-8-16,0-7 0 0,-5 0 9 0,10 0-9 15,-5 11 12-15,8-11-3 0,0 0 0 0,-5 0 0 16,2 0 5-16,3 0 1 0,0 0 0 0,0 0 0 16,0 0-7-16,0 0 0 0,0 0-8 0,0 0 12 15,0 0-12-15,0 0 0 0,-8 6 8 0,8-6-8 16,0 0 0-16,0 0 0 0,0 0 0 0,0 0 0 0,0 0 0 15,0 0 0-15,0 0 0 0,0 0 0 0,-13 0 0 0,13 0 0 16,0 0 0-16,0 0 0 0,0 0 11 0,0 0-11 16,0 0 12-16,0 0-12 0,0 0 9 0,0 0-9 15,0 0 0-15,0 0 9 0,0 0 1 0,0 0 0 16,0 0 0-16,0 0 0 0,0 0 2 0,0 0 1 16,13 0 0-16,-13 0 0 0,0 0-5 0,11 4 0 15,-6 6-8-15,6-10 12 0,2 0-2 0,-5 7-1 16,-8-7 0-16,8 10 0 0,5-10 0 0,-2 3 0 15,-6-3 0-15,6 14 0 0,2-10 8 0,-5-4 2 16,0 6 0-16,0-1 0 0,8 1-11 0,-4-2-8 0,0-4 12 16,0 6-12-16,5-3 15 0,-1 5-4 0,-4-5-1 15,0 4 0-15,-8-4 0 0,12 4 0 0,-3-7 0 0,-2 8 0 16,-6-5-2-16,6 3 0 0,2-2 0 0,-13-4 0 16,8 11-8-16,0-11 10 0,-8 0-10 0,13 6 10 15,-5 4-10-15,-8-10 0 0,0 0 0 0,8 0 8 16,-8 0-8-16,0 0 0 0,0 0 0 0,0 0 0 15,0 0 0-15,0 11 8 0,0-11 2 0,0 0 0 16,8 10-10-16,-8-10-14 0,0 0 3 0,0 0 1 16,0 0 18-16,0 0 4 0,0 0 1 0,3 7 0 15,-3-7-13-15,0 0 0 0,0 0 0 0,8 4 0 16,-8-4 0-16,0 0 0 0,0 0 0 0,0 0 0 16,0 0-21-1,0 0-11-15,0 0-1 0,0 0-1 0,0 0-147 0,0 0-30 16,0 0-5-16</inkml:trace>
  <inkml:trace contextRef="#ctx0" brushRef="#br0" timeOffset="25">8799 3715 288 0,'0'0'12'0,"0"0"4"0,0 0-16 0,0 0 0 16,0 0 0-16,0 0 0 0,0 0 119 0,0 0 21 0,0 0 4 16,0 0 0-16,0 0-92 0,0 0-18 0,0 0-4 0,0 0-1 15,0 0 57-15,0 0 11 0,0 0 3 0,0 0 0 16,0 0-22-16,0 0-4 0,0 0-1 0,0 0 0 15,5-4-15-15,-5 4-3 0,0-6-1 0,0 6 0 16,0 0 22-16,0 0 4 0,0 0 0 0,0 0 1 16,0 0-61-16,0 0-12 0,0 0-8 0,0 0 10 15,0 0-10-15,0 0 0 0,0 0 0 0,0 0 0 16,0 6 0-16,0-6 0 0,0 0 0 0,11 10 8 16,-11-5 5-16,13 5 1 0,-13 3 0 0,0-2 0 15,0-1 11-15,0 1 3 0,0-2 0 0,0 2 0 16,0 6-6-16,0-3-1 0,0 7 0 0,0-11 0 15,0 7-3-15,0 3-1 0,0-2 0 0,0-1 0 16,0-4 1-16,0 8 0 0,0-10 0 0,0 6 0 16,0 0 5-16,0-4 1 0,0-2 0 0,0 7 0 15,0-8-8-15,0 0 0 0,0 1-1 0,0-2 0 16,-4-2 5-16,4 4 2 0,-9-8 0 0,9 4 0 16,0 4 1-16,0-11 0 0,0 10 0 0,0-10 0 0,0 0-7 15,0 0-2-15,0 0 0 0,0 0 0 0,0 0-1 0,0 0 0 16,0 0 0-16,0 0 0 0,0 0 23 0,0 0 4 15,-3-4 0-15,-5-2 1 0,8 3-41 0,0-5 0 16,0-2-11-16,0 3 3 0,0-4 8 0,0 2 8 16,0-2-8-16,0 1 11 0,0-8-11 0,0 8 0 15,8-1 0-15,-5-2 8 0,-3-4-8 0,0 7 0 16,9-1 9-16,-5 1-9 0,-4-8 0 0,8 9 0 16,-8-9 0-16,8 8 0 0,-8-1 0 0,8 1 0 15,-3 0 0-15,-5-1 0 0,11 5 0 0,-6-4 0 0,3-1 0 16,-5 1-8-16,5 7 8 0,-3-8 0 0,7 1 0 15,-8 3-8-15,4-4 8 0,-4 5 0 0,4-5 0 16,0 1 0-16,-8 7 0 0,12-4 0 0,0 3 0 0,-12-3 0 16,13-3 0-16,-10 10 0 0,10-6 0 15,-13 6 0-15,16-5 0 0,-16-1 0 0,0 6 0 0,11 0 0 16,2-4 0-16,-13 4-8 0,0 0 8 0,0 0 0 16,0 0 0-16,13-6 0 0,-10 6 0 0,10-3 0 15,-13 3 0-15,0 0 0 0,16-8 0 0,-16 8 0 16,0 0 0-16,0 0 0 0,0 0 0 0,0 0 0 15,11 0 0-15,-11 0 0 0,8 0 0 0,-8 0 0 16,5 8 0-16,-5-8 0 0,0 0 0 0,0 0 0 16,8 3 0-16,-8-3 0 0,8 10 0 0,-8-4 0 15,0-6 0-15,0 11 0 0,8-7 0 0,-4 2 0 16,-4-6 0-16,0 11 0 0,0-1 0 0,0-3 0 0,12 4 0 16,-8-8 0-16,-4-3 9 0,0 10-9 0,8 4 0 15,-4-4 0-15,-4 1 0 0,0-1 0 0,12-7 9 0,-12 8-9 16,0-1 0-16,0-4 9 0,8 5-9 0,-4-1 0 15,0 0 0-15,-4 1 8 0,-4 7-8 0,0-8 0 16,4-1 9-16,4 9-9 0,0-8 10 0,-4 1-2 16,0 6-8-16,0-4 12 0,9-3-12 0,-5 1 0 15,-4 7 0-15,0-8 0 0,8 0 0 0,-4 7 9 16,0-3-9-16,-4-7 8 0,8 3 0 0,-4 1 0 16,-4-1 0-16,0-4 0 0,0 5-8 0,8-1 12 15,-4-7-12-15,-4 5 12 0,0-8-12 0,0 10 10 16,0 0-10-16,0-10 10 0,0 0-10 0,0 0 0 15,0 0 9-15,0 8-9 0,0-8 8 0,0 0-8 0,0 0 8 16,0 0-8-16,0 0 8 0,0 0-8 0,0 0 8 16,0 0-8-16,0 0 0 0,0 0 0 0,0 0 0 0,0 0 0 15,0 0-16-15,0 0-4 0,0 0 0 0,0 0-1 32,0 0-98-32,0 0-19 0,8-8-4 0,-4-2-674 0,0 0-136 0</inkml:trace>
  <inkml:trace contextRef="#ctx0" brushRef="#br0" timeOffset="26">10287 5074 172 0,'0'0'8'0,"0"0"1"0,0 0-9 0,0 0 0 0,-13 0 0 0,9 0 0 15,-8 0 136-15,12 0 26 0,-12 0 5 0,12 0 1 16,-4 0-104-16,4 0-21 0,-12 0-4 0,12 0-1 16,-12 0 19-16,12 0 4 0,0 0 1 0,0 0 0 15,-4 0-13-15,4 0-2 0,0 0-1 0,-13 6 0 16,13-6-20-16,0 0-4 0,0 0-1 0,0 0 0 15,0 0 8-15,0 0 2 0,0 4 0 0,0-4 0 16,-11 0-12-16,11 0-3 0,0 0 0 0,0 0 0 16,0 0 44-16,0 0 9 0,0 0 2 0,0 0 0 15,0 0-1-15,0 0 0 0,0 0 0 0,0 0 0 16,0 0-55-16,0 0-15 0,0 0 0 0,0 0 0 16,0 0 18-16,0 0-2 0,0 0 0 0,0 0 0 15,0 0 8-15,0 0 2 0,0 0 0 0,0 0 0 16,0 0-2-16,0 0-1 0,11 10 0 0,6-10 0 15,-5 0 1-15,4 0 0 0,-4 7 0 0,4-7 0 0,5 0 0 16,-13 0 1-16,3 0 0 0,10 3 0 0,-5-3-5 16,0 0 0-16,0-3-1 0,-3 3 0 0,3 3-3 0,8-6-1 15,-8 3 0-15,5 0 0 0,-5 0 16 0,0 0 3 16,0 0 1-16,-4 0 0 0,4 0-35 0,8 0 0 16,-8 0 0-16,-3 0 0 0,3 0 10 0,-5-7-10 15,7 7 8-15,-7 0-8 0,5 0 8 0,5 0-8 16,-5 0 8-16,0 0-8 0,-4 0 0 0,4 0 0 15,-4 0 0-15,4 0 0 0,-4 7 0 0,1-7 0 16,3-7 0-16,-4 7 0 0,-4 7 0 0,0-7 0 16,4 0 0-16,-4 0 0 0,-3 0 8 0,11 0-8 0,-5 0 8 0,-3 0-8 15,-8 0 10-15,8 0-10 0,5 0 12 16,0 0-12-16,-13 0 14 0,3 0-4 0,10 0-1 16,-2 0 0-16,-3 0-9 0,0 0 0 0,5 0 0 0,-1 0 0 15,4 0 8-15,-4 0-8 0,0 0 12 0,0-7-4 16,-8 7-8-16,-4 0 0 0,0 0 0 0,13 0 0 15,-13 0 0-15,3 7 0 0,-3-7 0 0,0 0 8 16,13-7-8-16,-13 7 8 0,0 0-8 0,0 0 8 16,0 0-8-16,11 0 0 0,-11 0 0 0,0 0 0 15,8 0 0-15,-8 0-11 0,5 0 3 0,-5 0 0 16,0 0 8-16,0 0 0 0,0 0 0 0,0 0 0 16,0 0 8-16,0 0 3 0,11 0 1 0,-11 0 0 15,0 0-12-15,0 0-17 0,0 0 4 0,0 0 1 16,0 0-116-16,0 0-22 15,0 0-5-15</inkml:trace>
  <inkml:trace contextRef="#ctx0" brushRef="#br0" timeOffset="27">10682 3794 810 0,'0'0'36'0,"0"0"7"0,0 0-35 0,0 0-8 0,0 0 0 0,0 0 0 15,0 0 62-15,0 0 10 0,0 0 3 0,0 0 0 16,0 0-35-16,0 0-6 0,0 0-2 0,-11 0 0 15,11 0 6-15,0 0 1 0,-5 0 0 0,5 0 0 16,0 0-17-16,0 0-3 0,0 0-1 0,0 0 0 16,0 0 6-16,0 0 2 0,-8 0 0 0,8 0 0 15,0 0-14-15,-3 7-4 0,3-7 0 0,0 0 0 16,-13 10-8-16,8-10 0 0,5 0 0 0,-8 10 0 0,8-2 0 16,0-8 0-16,0 10 0 0,0-10 0 0,-3 3 12 0,3-3 0 15,0 11 0-15,0-11 0 0,0 0-12 0,3 7 0 16,-3-7 0-16,0 0 0 0,0 0 9 0,0 9 3 15,0-9 1-15,0 0 0 0,8 7 0 0,-8-7 0 16,0 0 0-16,0 0 0 0,10 4 11 0,-10-4 3 16,0 0 0-16,0 0 0 0,0 0-1 0,11-4 0 15,-11 4 0-15,8-7 0 0,-3 1-4 0,-2 3-1 16,-3 3 0-16,13-7 0 0,-13 3-1 0,0 4 0 16,0 0 0-16,0-10 0 0,0 3 0 0,0-4 0 15,0 1 0-15,0 10 0 0,0-3 0 0,0-4-1 16,0-4 0-16,0 5 0 0,0 6-19 0,0 0 0 0,-5-3 8 0,5 3-8 15,0 0 0-15,0 0 0 0,-8-8 0 0,8 8 0 16,0 0 0-16,0 0 0 0,-3 0 0 0,3 0 0 16,-5 0 0-16,-3 8 0 0,5-5 0 0,-5 3 0 15,3-2 0-15,-8 3 0 0,13 0 0 0,-3-4 0 16,3-3 0-16,-8 10 0 0,8-2 0 0,-8-5 0 16,8-3 0-16,0 0 0 0,0 0 0 0,0 10 0 15,0-10 0-15,8 7-9 0,-8-7 9 0,0 4 0 16,11-4 0-16,-11 0 0 0,8 7 0 0,2-7 0 15,1 0 0-15,2 0 0 0,-10 0 0 0,10 0 0 16,-2-7 0-16,-3 7 8 0,-3-4-8 0,7-3 0 16,-12 7 0-16,4-3 9 0,-4 3-9 0,0-7 0 15,0 7 12-15,12-3-12 0,-12-5 12 0,0 8-12 16,0-10 16-16,-4 0-4 0,4 3-1 0,-8 3 0 0,8-2 17 16,0 3 3-16,-12-5 1 0,12 8 0 0,-4-3-20 15,-1 3-4-15,-3-7-8 0,8 7 12 0,0 0-12 0,0 0 0 16,0 0 0-16,0 0 0 0,0 0 0 0,-11 0 0 15,11 0 0-15,0 0 0 0,0 0 0 0,0 0 0 16,0 0 0-16,0 0 0 0,0 0 0 0,0 0 0 16,0 0 0-16,0 0 0 0,0 0 0 0,0 0 0 15,0 0 0-15,0 0 0 0,0 0 0 0,0 0 0 16,0 0 0-16,0 0 0 0,0 0 0 0,0 0 0 16,0 0 0-16,0 0 0 0,0 0 0 0,0 0 0 15,0 0 0-15,0 0 0 0,0 0 11 0,0 0-11 16,0 0 12-16,0 0-12 0,0 0 9 0,0 0-9 0,0 0 0 15,0 0 9-15,-13-10-1 0,13 10 0 0,-3 0 0 16,3 0 0-16,0 0 4 0,0 0 1 0,0 0 0 0,0 0 0 16,0 0-1-16,0 0-1 0,0 0 0 0,0 0 0 15,0 0-11-15,0 0 12 0,0 0-12 0,0 0 12 16,0 0-2-16,0 0 0 0,0 0 0 0,0 0 0 16,0 7-2-16,0-7-8 0,-13 3 12 0,13-3-4 15,0 7-8-15,0-7 0 0,0 0 0 0,-3 11 0 16,-5-8 8-16,8-3-8 0,-5 10 8 0,5-3-8 15,0-7 10-15,0 10-10 0,0-10 12 0,0 10-12 16,0 1 11-16,0-1-11 0,0-10 10 0,0 11-10 16,0 5 10-16,0-9-10 0,0 4 10 0,0-1-10 15,0 1 11-15,0-8-11 0,0 7 12 0,0 4-12 16,0-4 10-16,0 1-10 0,0-1 8 0,5 0-8 0,-5-10 0 16,0 11 0-16,11-1 8 0,-11 1-8 0,0 5 0 15,0-5 8-15,0 2-8 0,0 1 8 0,0 0-8 0,0-3 8 16,0-2-8-16,0 9 8 0,0-8-8 0,0 1 10 15,0 5-10-15,0-5 10 0,0-1-10 0,0 1 8 16,0 6-8-16,8-6 8 0,-8 2-8 0,5-2 0 16,-5-5 0-16,0 12 0 0,3-8 8 0,5 4-8 15,-3-4 8-15,-5 0-8 0,0 4 8 0,0-1-8 16,8-2 8-16,-8-1-8 0,0 1 0 0,0-1 8 16,0 7-8-16,0-7 0 0,0 1 0 0,0 6 0 15,0-6 0-15,-8 5 0 0,8-2 12 0,0-4-2 0,0 1-1 16,0-1 0-16,0 8-9 0,0-9 0 0,0 2 0 0,8-1 0 15,-5 0 24-15,-3 4 7 0,0 0 1 16,0-4 0-16,8 0-32 0,-3 1-13 0,-5-1 1 16,0 4 0-16,4 0 12 0,4-8 15 0,-4 5-3 0,-4-1-1 15,0 1-11-15,0-1 0 0,0 0-10 0,0 1 10 16,0-1 0-16,0 1 15 0,0-2-2 0,0 6 0 16,0-5-13-16,0-1 0 0,0 2 0 0,-4-7-10 15,4 6 10-15,0-3 0 0,0 3 0 0,4 1 8 16,-4-4-8-16,0 3 11 0,0-7-11 0,0 8 12 15,0-5-12-15,8 4 8 0,-4 1-8 0,-4-1 8 16,0 1-8-16,4-1 0 0,-4-4 9 0,8 5-9 16,-4-1 8-16,-4 1-8 0,0-4 8 0,0-4-8 15,0-3 0-15,0 10 0 0,0-10 0 0,0 11 8 16,0-4-8-16,0 2 0 0,0 2 0 0,0-1 8 16,0-2-8-16,0 2 0 0,0-7 0 0,0 4 0 0,0 4 0 15,-4-1 9-15,4 0-9 0,0-3 0 0,0 3 8 0,0-7-8 16,0 8 0-16,0-4 0 0,0-7 0 0,0 10 10 15,0 1-10-15,0-11 8 0,0 0-8 0,4 9 0 16,-4 2 9-16,0-4-9 0,0-7 0 0,0 10 9 16,0-10-9-16,0 4 0 0,0 9 8 0,0-13-8 15,0 4 0-15,0-4 0 0,0 11 8 0,0-11-8 0,0 0 0 16,0 0 0-16,-4 10 0 0,4-10 0 0,0 0 8 16,0 0-8-16,0 9 0 0,0-9 0 15,0 8 8-15,0-8-8 0,0 0 0 0,0 10 0 16,0-10 8-16,0 10-8 0,0-10 0 0,0 11 0 0,-8-1 0 0,8-10 0 15,0 0 0-15,0 0 0 0,0 0 0 16,0 0 0-16,0 7 0 0,0-7 0 0,-4 10 0 0,4-6 0 16,0 7 0-16,0-11 0 0,0 0 0 0,0 0 0 15,0 13 0-15,0-13 0 0,0 0 0 0,0 3 0 16,0-3 8-16,0 11-8 0,0-11 0 0,0 0 0 16,0 10 0-16,0-10 0 0,0 10 0 0,0-10 0 15,0 7 0-15,0-7 0 0,0 0 0 0,0 10 0 16,0-10 8-16,0 0-8 0,0 11 0 0,0-4 0 15,0-7 0-15,0 10 0 0,0-10 0 0,0 3 0 16,0-3 0-16,0 11 0 0,0-1 0 0,0-10 0 16,0 6 0-16,0-1 0 0,0-5 0 0,-4 6 0 15,4 4 0-15,0-10 0 0,0 0 0 0,0 0 0 16,-8 8 0-16,8-8 0 0,0 0 0 0,0 0 0 16,0 0 0-16,0 10 0 0,0-7 0 0,0-3 0 15,0 0 8-15,0 0-8 0,0 10 0 0,0-10 0 0,0 0 0 16,0 0 0-16,0 0 0 0,0 8 0 0,0-8 0 15,-4 9 0-15,4-9 0 0,0 0 0 0,0 4 0 0,0-4 0 16,0 0 0-16,0 0 0 0,0 0 0 0,0 0 0 16,0 7 0-16,0-7 0 0,0 10 0 0,0-10 0 15,0 0 0-15,0 0 0 0,0 0 8 0,0 7-8 16,-8-4 0-16,8-3 0 0,0 0 0 0,0 0 0 16,0 11 0-16,0-11 0 0,0 0 0 0,0 0 0 15,0 0 0-15,0 0 0 0,0 7 0 0,0-7 0 16,0 0 0-16,0 0 0 0,0 0 8 0,0 0-8 15,0 0 0-15,0 0 0 0,0 0 0 0,0 0 0 16,0 0 8-16,0 0-8 0,0 0 0 0,0 0 0 0,0 0 8 16,0 0-8-16,0 0 0 0,0 0 0 0,0 0 8 0,0 0-8 15,0 0 0-15,0 0 0 0,0 0 8 0,0 0-8 16,0 0 0-16,0 0 0 0,0 0 0 16,0 0 0-16,0 0 8 0,0 0-8 0,0 0 0 0,0 0 0 15,0 0 8-15,0 0-8 0,0 0 0 0,0 0 0 16,0 0 0-16,0 0 0 0,0 0 8 0,0 0-8 15,0 0 0-15,0 0 0 0,0 0 0 0,0 0 0 16,0 0 0-16,0 0 0 0,0 0 0 0,0 0 0 16,0 0 0-16,0 0 0 0,0 0 0 0,0 0 0 15,0 0 0-15,8-7 0 0,-8 7 0 0,0 0 0 16,0 0 0-16,0 0 0 0,0-3 0 0,0 3 0 16,0 0 0-16,0 0 0 0,0 0 0 0,0 0 0 15,0-8 8-15,0 8-8 0,0 0 0 0,0 0 0 0,-8-10 0 16,8 10 0-16,-4-3 0 0,4 3 0 0,0 0 0 15,0-7 0-15,-5 7 0 0,5 0 0 0,-8-7 0 0,8 7 0 16,-11-4 0-16,11 4 0 0,0 0 0 0,0 0 0 16,-13 0 0-16,10 0 0 0,3 0 0 0,-13-6 0 15,10 6 0-15,-10 0 0 0,8 0 8 0,-3 0-8 16,-3 0 0-16,6 0 0 0,-6 0 0 0,6 0 0 16,-3 0 0-16,8 0 0 0,-11 0 0 0,11 0 0 15,-5 0 0-15,5 0 0 0,0 0 0 0,0 0 0 16,-3 0 0-16,3 0 0 0,0 0 0 0,0 0 0 15,-9 0 0-15,9 0 0 0,0 0 0 0,0 0 0 16,-12 0 0-16,12 0 0 0,0 0 0 0,0 0 0 0,0 0 0 16,0 0 0-16,0 0 0 0,0 0 0 0,0 0 0 15,0 0 0-15,0 0 0 0,0 0 0 0,0 0-8 0,0 0 8 16,0 0 0-16,0 0 0 0,0 0 0 0,0 0 0 16,0 0 0-16,12 0 0 0,-12 0-8 0,12 0 8 15,-12 0 0-15,5 0 0 0,6 0 0 0,2 0 0 16,-5 0 0-16,0 0 0 0,3 0 0 0,-3 0 0 15,-3 6 0-15,11-6 0 0,-8 0 0 0,-8 0 0 16,5 0 0-16,11 0 0 0,-16 0 0 0,8 0 0 16,3 0 0-16,-6 0 0 0,7 0 0 0,-12 0 0 15,4 0 0-15,8 0 0 0,4 0 0 0,-8 0 0 16,-4 0 0-16,8 0 0 0,4 0 0 0,-3 0 0 16,-1-6 0-16,0 6 0 0,0 0-8 0,-4-3 8 15,4 3 0-15,1 0 0 0,-10 0 0 0,-3 0 0 0,0 0 0 16,13 0 0-16,-2 0 0 0,-11 0 0 0,0 0 0 15,13 0 0-15,-13 0 0 0,0 0 0 0,0 0 0 16,0 0 0-16,3 0 0 0,-3 0 0 0,13 0 0 0,-13 0 0 16,0 0 0-16,0 0 0 0,0 0 0 0,0 0 0 15,0 0 0-15,0 0 0 0,0 0 0 0,0 0 0 16,0 0 0-16,0 0 0 0,0 0 0 0,0 0 0 16,0 0 0-16,0 0 0 0,0 0 0 0,0 0 0 0,0 0 0 15,0 0 0-15,0 0 0 0,0 0 0 0,0 0 0 16,0 0 0-16,0 0 0 0,0 0 0 15,0 0 0-15,0 0 0 0,0 0 0 0,0 0 0 16,0 0 0-16,0 0 0 0,0 0 0 0,0 0 0 0,0 0 0 16,0 0 0-16,0 0 0 0,0 0 0 0,0 0 0 0,0 0 0 15,0 0 0-15,0 0 0 0,0 0 0 0,0 0 0 16,0 0 0-16,0 0 0 0,0 0 0 0,0 0 0 16,0 0 0-16,0 0 0 0,0 0 0 0,0 0 0 15,0 0 0-15,0 0 0 0,0 0 0 0,0 0 0 16,0 0 0-16,0 0 0 0,0 0 0 0,0 0 0 15,0 0 0-15,0 0 0 0,0 0 0 0,0 0 0 16,0 0 0-16,0 0 0 0,0 0 0 0,0 0 0 16,0 0 0-16,0 0 0 0,0 3 0 0,0-3 0 15,0 0 0-15,0 0 0 0,0 0 0 0,0 0 0 16,0 0 0-16,0 0 0 0,0 0 0 0,0 6 0 16,-13-2 0-16,13-4 0 0,0 0 0 0,-3 7 0 15,-2-7 0-15,-3 0 0 0,8 0 0 0,0 0 0 16,-11 7 0-16,6-7 0 0,5 0 0 0,-11 0 0 0,11 0 0 15,-13 0 0-15,10 0 0 0,-10 0 0 0,13 0 0 16,-12 0 0-16,8 0 0 0,4 0 0 0,0 0 0 0,-8 0 0 16,-4-7 0-16,8 7 0 0,4 0 0 0,-5 0 0 15,5 0 0-15,0 0 0 0,-8 0 8 0,-8 0-8 16,12-7 0-16,-4 7 0 0,-4 0 0 0,12 0 0 16,-4-4 0-16,-8 4 0 0,8 0 0 0,-4 0 0 15,-4 0 0-15,8 0 0 0,-1-6 0 0,-3 6 0 16,-3 0 0-16,11-3 0 0,0 3 0 0,0 0 0 15,-13 0 0-15,13 0 0 0,-3 0 0 0,3 0 0 16,-13 0 0-16,13 0 0 0,0 0 0 0,0 0 0 0,0 0 0 16,-11 0 0-16,6-8 0 0,5 8 0 0,0 0-8 15,0 0 8-15,0 0 0 0,-13 0-9 0,13 0 9 16,0 0-8-16,0 0-2 0,0 0 0 0,-3 0 0 16,3 0 0-16,0 0-11 0,0 0-3 0,0 0 0 0,0 0 0 31,0 0-8-31,0 0-3 0,0 0 0 0,0 0 0 15,-8 0-11-15,8 0-2 0,0 0-1 0,0 0 0 16,0 0-81-16,0 0-16 0,0 0-3 0,0 0-1 16,0 0-129-16,0 0-25 0</inkml:trace>
  <inkml:trace contextRef="#ctx0" brushRef="#br0" timeOffset="28">4941 6861 345 0,'0'0'0'0,"0"0"14"0,0 0-4 0,0 0 2 0,0 0-12 0,0 0 0 0,0 0 0 0,0 0 0 16,0 0 0-16,0 0 0 0,0 0 0 0,0 0 0 16,0 0 53-16,0 0 9 0,0 0 2 0,0 0 0 15,0 0 51-15,0 0 10 0,0 0 3 0,0 0 0 16,0 0-52-16,0 0-9 0,0 0-3 0,0 0 0 15,0 0 0-15,0 0 0 0,0 0 0 0,0 0 0 16,-4-6-51-16,4 6-13 0,0 0 0 0,0 0 0 16,0 0 0-16,0 0 0 0,0 0 0 0,0 0 0 15,0 0 54-15,0 0 8 0,0 0 2 0,0 0 0 16,0 0-30-16,0 0-6 0,0 0 0 0,0 0-1 16,4 0 4-16,4 0 1 0,-8 0 0 0,12 0 0 15,-4 0 0-15,5 0 0 0,-2-7 0 0,2 7 0 16,-1-3-15-16,0 3-2 0,1-8-1 0,3 8 0 0,-5 0 12 15,5-3 2-15,-3-4 1 0,3 7 0 0,0-3-1 16,5 3 0-16,-5-6 0 0,4 1 0 0,0-1-8 16,0 6-1-16,4-10-1 0,5 10 0 0,-5-4-6 0,5-3-2 15,-5 0 0-15,3 4 0 0,-2 3-1 0,3-7 0 16,4 7 0-16,-3-3 0 0,3-5 0 0,-4 8 0 16,1-3 0-16,-2-4 0 0,-1 4-9 0,6-5 10 15,-8 5-10-15,4-3 10 0,0 6 5 0,-3-7 1 16,2 4 0-16,2-5 0 0,0-2-4 0,-5 10 0 15,4-3 0-15,0-4 0 0,1 3 1 0,-1-3 0 16,4 4 0-16,-3-4 0 0,-2 4-13 0,2-5 0 0,-5 8 0 16,0-6 0-16,0 3 10 0,1 3-10 0,-5-7 10 15,-4 7-10-15,4-3 14 0,-4-5-3 0,-3 5-1 16,3-4 0-16,-4 7-2 0,4 0-8 0,-4-3 12 0,1-5-4 16,-2 8 2-16,2-3 0 0,-2-4 0 0,5 7 0 15,-3-6-10-15,0 2 10 0,-2-3-10 0,5 7 10 16,0 0-10-16,1-10 0 0,-5 10 0 0,4-3 8 15,0-4-8-15,-4 7 0 0,9 0 9 0,-10-4-9 16,5 4 0-16,-3 0 0 0,3 0 0 0,-3-7 0 16,-2 7 0-16,-3 0 8 0,5 0-8 0,-2 0 0 15,2 0 0-15,-1 0 8 0,0 0-8 0,-4 0 0 16,8-3 11-16,-3-4-3 0,3 7 0 0,-4 0 0 16,0 0 0-16,4-3 0 0,-4-5 0 0,0 8 0 15,5-6 0-15,-6 6 0 0,2-4 0 0,-5 4 0 16,0-6-8-16,8 6 10 0,-8 0-10 0,5-3 10 0,-10-5-10 15,-3 8 0-15,16 0 9 0,-3-3-9 0,-13 3 8 16,8 0-8-16,0-7 8 0,0 7-8 0,-5-3 0 0,-3 3 9 16,13-8-9-16,-1 8 0 0,-4 0 11 0,-8 0-11 15,8 0 10-15,0-3-10 0,0-4 8 0,-8 7-8 16,0 0 0-16,0 0 9 0,0 0-9 0,8 0 0 16,-4 0 0-16,-4 0 8 0,0 0-8 0,0 0 0 15,0 0 0-15,0 0 0 0,0 0 0 0,0 0 8 16,0 0-8-16,12 0 8 0,1 0 0 0,-13 0-8 15,0 0 12-15,0 0-4 0,0 0-8 0,0 0 8 16,0 0-8-16,0 0 8 0,0 0-8 0,0 0 12 16,0 0-12-16,0 0 12 0,0 0-12 0,0 0 12 0,0 0-12 15,0 0 12-15,0 0-12 0,0 0 8 0,0 0-8 16,0 0 8-16,0 0-8 0,8 10 0 0,-8-10 0 0,8 8 0 16,-8-8 0-16,0 0 8 0,0 10-8 0,0-7 0 15,0-3 0-15,8 11 0 0,-8-11 8 16,4 10-8-16,0 4 0 0,-4-4 0 0,4 0 0 0,0 1 0 15,-4-11 0-15,0 13 0 0,4-6 0 0,-4 3 0 16,0 8 0-16,0-8 0 0,0 4 8 0,0-4-8 16,0 4 0-16,0-1 0 0,0-2 0 0,8-1 8 15,-4 0-8-15,-4 8 0 0,0-9 0 0,0 2 0 16,0 7 0-16,0-8 0 0,8 0 0 0,-3 1 0 16,-10-1 0-16,10 7 8 0,-5-4-8 0,3-2 0 15,-3 7 0-15,5-8 0 0,-5 7 8 0,3-7-8 16,2 8 0-16,-5-5 0 0,-5 4 0 0,5-4 8 0,5-2-8 15,-5 7 0-15,0 2 0 0,0-3 8 0,0-7-8 16,0 11 0-16,8-10 0 0,-8 5 0 0,0-1 0 16,0 2 0-16,0 3 0 0,0-2 0 0,0-1 0 15,3 4 8-15,2-8-8 0,3 5 0 0,-8 2 0 16,3 0 0-16,-3-2 8 0,13-1-8 0,-13-4 0 0,0 8 0 16,8-3 0-16,-4 3 0 0,0-2 0 0,-4-1 0 15,5 3 8-15,-2 6-8 0,2-13 0 0,-5 14 0 16,0-8 0-16,0-3 0 0,0 11 0 0,0-8 0 15,0 1 0-15,0 0 0 0,-5-1 0 0,5 8 0 16,0-8 8-16,0 1-8 0,0 6 0 0,0-6 0 16,0 0 0-16,5 6 0 0,-5-6 0 0,0-4 0 15,0 4 0-15,0 6 0 0,0-6 0 0,8 0 8 16,-8 0-8-16,0-1 0 0,3-3 0 0,-3 4 0 0,5 0 8 16,-5 6-8-16,0-6 0 0,0-4 0 0,0 3 0 15,3 1 0-15,-3 0 0 0,0-4 8 0,0 3-8 16,0 1 0-16,0 3 0 0,0 0 8 0,0-3-8 0,0-3 0 15,0 9 0-15,-3-3 0 0,3 0 0 0,-5 0 0 16,5-7 0-16,0 10 0 0,0-6 0 0,-3 0 0 16,-5 0 0-16,8 0 8 0,0 6-8 0,0-6 0 15,0-1 8-15,8 4-8 0,-8-3 0 0,3 3 8 16,2 0-8-16,-5-3 0 0,3-1 9 0,-3 0-9 16,5 9 0-16,-5-10 8 0,0 2-8 0,3 7 0 15,-3-1 8-15,0-3-8 0,0 4 8 0,0-7-8 16,0 9 8-16,8-6-8 0,-8 0 10 0,5-3-10 15,-5 7 8-15,0-1-8 0,0-6 0 0,0 0 9 16,-5 0-9-16,5 6 0 0,5-6 9 0,3-1-9 0,-4 8 0 16,-4-8 8-16,0 1-8 0,4 3 0 0,4-3 0 15,-4 0 0-15,-4-1 0 0,0 0 8 0,8 1-8 0,-4 3 0 16,0-3 0-16,-4-7 0 0,4 3 0 0,-4 4 9 16,0-4-9-16,0-4 0 0,-4 5 0 0,4-8 0 15,0 7 0-15,0-3 0 0,0-4 8 0,0 8-8 16,0-8 0-16,0 7 0 0,0-4 0 0,0-5 0 15,-4 9 0-15,4-3 0 0,0-4 0 0,0 7 0 16,0-7 0-16,-4 8 0 0,4-5 8 0,0-2-8 16,-8-1 0-16,8 1 0 0,0 5 0 0,0-5 0 15,0-1 0-15,-4 7 0 0,0-7 8 0,4 1-8 16,0-1 0-16,0 1 0 0,-4-1 0 0,4 0 0 0,0-2 0 16,0 1 0-16,0 9 0 0,0-8 0 0,-4 0 0 15,0 1 0-15,4-1 0 0,4 1 0 0,-8-2 0 16,4 2 0-16,0-1 8 0,0 0-8 0,4-2 0 0,-8 2 0 15,-4 0 0-15,8 1 0 0,0 6 0 0,0-14 0 16,0 7 0-16,-5 4 0 0,-3-10 0 0,8 6 0 16,0 1 0-16,0-2 0 0,0 1 0 0,0 1 0 15,0 2 0-15,0-2 0 0,0-7 0 0,0 6 0 16,0 1 0-16,0-5 0 0,0 4 0 0,0 1 0 16,0-1 0-16,0 1 0 0,0-5 0 0,0 4 0 15,0 1 0-15,0-1 0 0,0-3 0 0,0 4 0 16,0-8 0-16,8 7 0 0,-8-10 0 0,0 11 0 15,0-5 8-15,5 4-8 0,-5 1 0 0,0-11 0 16,0 0 0-16,0 10 0 0,0 1 0 0,0-1 0 0,0-3 0 16,0 3 0-16,0-10 0 0,0 17 0 0,0-17 0 15,0 11 0-15,0-11 0 0,0 0 0 0,0 10 8 16,0-10-8-16,0 11 0 0,0-11 0 0,0 10 0 0,0-10 0 16,0 0 0-16,0 0 0 0,0 9 0 0,0-9 0 15,0 0 8-15,0 11-8 0,12-4 0 0,-12-7 0 16,0 0 0-16,-4 10 0 0,4-6 0 0,0-4 0 15,0 0 0-15,0 0 0 0,0 0 8 0,-8 10-8 16,8-3 0-16,0-7 0 0,0 0 0 0,0 0 0 16,0 11 0-16,0-11 0 0,0 0 8 0,0 0-8 15,0 0 0-15,0 10 0 0,0-10 0 0,0 0 0 16,0 0 0-16,0 0 0 0,0 0 8 0,0 0-8 16,0 0 0-16,0 0 0 0,0 0 0 0,0 6 0 0,0-6 8 15,0 0-8-15,0 0 0 0,0 0 0 0,0 0 0 0,0 0 0 16,0 5 8-16,0-5-8 0,0 0 12 0,0 0-12 15,0 0 0-15,0 0 0 0,0 0 0 0,0 0-9 16,0 9 9-16,0-9 0 0,0 0 0 0,0 0 0 16,0 0 0-16,0 0 0 0,0 0 8 0,0 0-8 15,0 0 0-15,0 0 9 0,0 0-9 0,0 0 0 16,-13 7 10-16,10-7-10 0,-5 3 8 0,8-3-8 16,-8 0 0-16,0 8 0 0,0-8 8 0,-1 3-8 15,-3-3 0-15,7 7 0 0,-6-7 0 0,-2 3 0 16,2 4 0-16,3-7 8 0,-5 0-8 0,-7 7 0 15,12-3 8-15,-12-4-8 0,12 0 8 0,-13 6-8 16,9-2 0-16,-4-4 8 0,0 0-8 0,4 7 0 0,-13-3 8 16,14-4-8-16,-5 0 0 0,-5 0 8 0,2 6-8 15,1-6 0-15,-6 0 9 0,-3 3-9 0,10-3 0 0,-3 0 0 16,-4 0 0-16,-4 0 0 0,3 0 0 0,-3 7 0 16,4-7 0-16,-5 0 0 0,5 0 0 0,0 3 0 15,0-3 0-15,0 0 0 0,-1 0 0 0,1 0 0 16,4 8 0-16,0-8 0 0,-1 0 0 0,2 0 0 15,-2 0 0-15,5 0 8 0,-5 0-8 0,2 7 0 16,3-4 0-16,-9-3 0 0,9-3 0 0,-9 3 0 16,9 0 0-16,-4 0 0 0,0 0 0 0,-4 0 12 15,-1 3-4-15,1-3 0 0,0 0-8 0,0 0 0 16,0 0-11-16,3 0 11 0,-3 0 0 0,4 0 0 16,0 0 0-16,0 0 0 0,-1 6 0 0,1-1 0 0,-4-5-8 15,12 0 8-15,-4 6 0 0,-5-2 0 0,2-4 0 16,6 0 0-16,-3 0 0 0,0 0 0 0,-8 6 11 0,11-2-3 15,1-4-8-15,-4 0 0 0,0 7-11 0,0-4 11 16,0-3-8-16,0 0 8 0,0 7 0 0,0-7-9 16,0 0 9-16,-5 3 0 0,5 4 0 0,0-7 0 15,0 0 0-15,-1 8 0 0,-3-8 0 0,4 0 0 16,-5 3 0-16,5-3 0 0,0 0 0 0,-4 6 8 16,0-2-8-16,3-4 0 0,1 0 0 0,0 0 0 15,-3 7 0-15,1-7 0 0,2 0 12 0,5 0-4 16,-5 4-8-16,0-4 0 0,-1 6 0 0,1-6 0 15,4 4 0-15,-4-4-10 0,4 6 10 0,-1-6-13 16,2 3 13-16,-2-3 8 0,5 0 0 0,-4 8-8 16,0-8 0-16,4 0 0 0,-5 0-10 0,2 7 10 15,-2-4 0-15,5-3 0 0,0 0 0 0,0 0 0 0,-3 7 0 16,2-3 0-16,1-4 0 0,0 0 0 0,-1 0-8 16,-2 0 8-16,6 0 0 0,-3 7 0 0,0-4 0 0,5-3 8 15,-6 0 0-15,9 0 0 0,-4 0-8 0,-4 0 0 16,4 0 0-16,4 0 0 0,-8 0 0 0,8 0 0 15,-8 0 0-15,8 0 0 0,-8 0 0 0,8 0 0 16,0 0-12-16,0 0 12 0,0 0 0 0,0 0 0 16,0 0 0-16,0 0 12 0,0 0-12 0,0 0-9 15,0 0 9-15,0 0-13 0,0 0 13 0,-8 0 0 16,0 0 0-16,8 0 0 0,0 0 0 0,0 0 0 16,0 0 0-16,-12 0 0 0,12 0 10 0,0 0-10 0,0 0 8 15,0 0-8-15,-9 0 0 0,9 0 0 0,0 0 0 16,0 0-11-16,-8-3 11 0,8 3 0 0,0 0 0 0,0 0 0 15,0 0 0-15,0 0 0 0,0 0 0 0,0 0 0 16,0 0 0-16,-3-7 0 0,-2 3 0 0,5 4 0 16,0 0 0-16,-3-7 8 0,3 4-8 0,0 3 8 15,-13-7-8-15,13 7 0 0,0 0 0 0,0-8-8 16,0 5 8-16,0 3 0 0,0-6 0 0,0 2 0 16,0-6 0-16,0 10 0 0,0-7 0 0,0 7 0 15,0-10 0-15,0 7 0 0,0-5 0 0,0-2 0 16,0 3 0-16,0 7 0 0,0-10 0 0,0 6 0 15,0-2 0-15,0-4 0 0,0-1 0 0,0 8 8 16,0-4-8-16,0-4 0 0,0 4 0 0,0-2 0 16,0-2 0-16,0-3 0 0,0-3 8 0,8 10-8 15,-8-4 0-15,0 1 0 0,0-4 0 0,5-2 0 0,-2 5 0 16,2 1 0-16,-5-8 0 0,0 8 0 0,3-1 0 0,2-5 0 16,-5 2 0-16,3-3 8 0,-3 6-8 0,0-6-12 15,5 4 4-15,-5-5 0 0,0 8 8 0,0-7 12 16,-5 7-2-16,10-4-1 0,-5-4-9 0,0 8-12 15,0-7 2-15,0 7 1 0,4-5 9 0,0-1 0 16,-4-2 0-16,0 9 0 0,4-6 0 0,0-2 0 16,-4-3 0-16,4 2 0 0,-4 9 0 0,0-12 14 15,4 10-3-15,-4-6-1 0,0-3-10 0,4-1-14 16,-4 3 3-16,4 5 1 0,-4-8 10 0,0 4 16 16,0 0-4-16,0-4-1 0,8 7-11 0,-8-2-16 15,4-2 4-15,-4-3 1 0,4 0 19 0,-4 5 3 16,0-5 1-16,0 7 0 0,-4-3-12 0,4 0-17 0,0 3 4 0,4-3 1 15,-4-4 12-15,0 4 0 0,4 4 0 0,-4-12 0 16,0 11 0-16,0-3 0 0,4-3 0 0,-4 2 0 16,4 4 0-16,0-2 0 0,-4-5 0 0,4 3 0 15,-4-3 0-15,4 2 0 0,-4-2 0 0,0 3 0 16,4-3 10-16,-4 5 5 0,0-5 1 0,0 7 0 16,5-7-16-16,-5 5 0 0,0-2 0 0,0-3 0 15,0 0 0-15,0 5 0 0,0 2 0 0,0-3 0 16,0-4 0-16,0 4 0 0,-5-4 0 0,5 5 0 15,0 1 0-15,0-2 0 0,0-3 0 0,0 2 0 16,0 4 0-16,0-2 0 0,0-5 0 0,0 3 0 16,0-3 0-16,0 2 9 0,-4-2-9 0,4 3 8 15,-4-2-8-15,0-8 0 0,4 7 0 0,0-3-11 16,-4 0 11-16,4 11 0 0,0-5 0 0,0-3 0 0,-4 2 0 16,4 1 0-16,0-9 0 0,0 12-8 0,-4-5 8 0,4-4 0 15,-4 10 0-15,4-6 0 0,0 2 0 0,0-2 0 16,0 3 0-16,0-4 0 0,-4 0 0 0,4 5 0 15,0 1 0-15,0-2 0 0,0-3 0 0,0 2 0 16,0-2 0-16,0-1 0 0,0 4 0 0,0-4 0 16,0-6 0-16,-4 6 0 0,4 0 0 0,-8 1 0 15,8-1 0-15,0 4 0 0,0-4 0 0,0 1 0 16,-4 2 0-16,4-2 0 0,-4-7 0 0,0 13 0 16,4-7 0-16,-4 4 0 0,0-4 0 0,0 4 0 0,4-4 0 15,0 5 0-15,-4-5 0 0,4 3 0 16,-4 5 0-16,4-4 0 0,0-4 0 0,0 3 0 0,0 5 0 15,4-5 0-15,-4-2 0 0,0 10 0 0,4-8 0 16,-4-3 0-16,0 8 0 0,0-4 0 0,0-1 0 16,0-2 0-16,0 3 0 0,0-4 0 0,0 8 0 0,0-5 0 15,0 8 0-15,0-7 0 0,0 6 0 0,0 1 0 16,-4-3 0-16,4-5 0 0,0 1 0 0,0 4 0 16,-4-5 0-16,4 0 0 0,0 5 0 0,0-4 0 15,0 7 0-15,0-11 0 0,0 10 0 0,0-5 0 16,0-5 0-16,0 3 0 0,0 5 0 0,-5-4 0 15,5-4 0-15,0 4 0 0,0 3 0 0,-3-4 0 16,3-2 0-16,0 3 0 0,-5 3 0 0,5-3 0 16,-3-3 0-16,3 2 0 0,0-3 0 0,0 8 0 15,0-11 0-15,0 10 0 0,0-3 0 0,0 0 0 0,3 2 0 16,-3-1 0-16,0-5 0 0,0 0 0 0,0 4 8 16,0-3-8-16,0-1 8 0,0 0-8 0,0 0 0 15,-3-3 0-15,3 11 0 0,-5-8 0 0,5-3 0 0,0 3 0 16,-3 7 0-16,3-2 0 0,0-5 0 0,-5 3 0 15,-3 5 0-15,8-4 0 0,0-1 0 0,0-2 0 16,0 9 0-16,0-10-8 0,0 12 8 0,-3-9 0 16,-2 8 8-16,2-1-8 0,3 1 14 0,0 0-2 15,0-7 0-15,-5 14 0 0,5-4-22 0,0 7-5 16,-3-11-1-16,3 11 0 0,-5-3 16 0,5 3-9 16,0-7 9-16,0 7-8 0,-3-11 8 0,3 11 0 15,0 0 0-15,0 0 0 0,0 0 0 0,0 0 0 16,0 0 0-16,0 0 0 0,0 0 0 0,0 0 0 0,0 0 0 15,0 0 0-15,0 0 0 0,0 0-8 16,0 0 8-16,0 0-8 0,0 0 8 0,0 0 0 0,0 0 0 16,0 0-8-16,0 0 0 0,0 0 0 0,0 0 0 0,0 0 0 15,0 0 8-15,0 0 12 0,0 0-2 0,0 0-1 16,0 0-9-16,0 0 0 0,0 0 0 0,0 0 0 16,0 0 0-16,0 0 0 0,0 0 0 0,0 0 0 15,0 0 0-15,0 0 0 0,0 0 12 0,0 0-4 16,0 0-8-16,0 0 0 0,0 0 0 0,0 0-11 15,0 0 11-15,0 0 0 0,0 0 0 0,8 8 0 16,-8-8 0-16,0 0 0 0,0 0 8 0,0 0-8 16,11 3 0-16,-11-3 0 0,0 0 0 0,0 0-8 15,0 0 8-15,8 0 0 0,5 0 8 0,-5 0-8 16,-8 0 0-16,8 0 0 0,4 0 0 0,-4 0 0 16,-8 0 0-16,12 0 0 0,-4 0 0 0,4 0 0 0,0 0 0 15,-4-3 0-15,4-5-12 0,-4 8 4 0,5 0 8 16,-5 0 0-16,-8 0 0 0,11 0 0 0,2 8 0 0,-1-8 9 15,-12 0-1-15,12 3-8 0,-4-3 0 0,5 0 0 16,-2 0-12-16,-3 0 3 0,5 0 9 0,-2 7 0 16,2-7 0-16,-1 0 0 0,0 0 0 0,1 0 0 15,3 0 0-15,0-7 0 0,0 7 0 0,0 0 0 16,0 0 0-16,0-3 0 0,1-5 0 0,-1 8 0 16,0 0 0-16,0 0 0 0,-3-6 0 0,3 6 0 15,0 0 0-15,0 0 0 0,-5 0 0 0,2 0 0 16,3-4 0-16,0 4 0 0,0 0 0 0,0 0 0 15,1 0 0-15,-1 0 0 0,4 0 0 0,0 0 0 0,-4 4 0 16,5-4 0-16,-2-4 0 0,-3 4 0 0,2 0 0 16,1 0 0-16,-3 0 0 0,-3 0 0 0,3 0 0 15,-4 0 0-15,4 0 0 0,-4 0 0 0,4 4 0 0,-4-4 0 16,1 0 0-16,6 0 0 0,-3-4 0 0,5 4 0 16,-8 0 0-16,11 0 0 0,-5-6 0 0,2 6 0 15,-1-3 0-15,0 3 12 0,1-8-4 0,3 8 0 16,-4 0-8-16,4 0 0 0,-3-3 0 0,-2-4 0 15,2 7 0-15,-2 0-10 0,-1-3 10 0,-7-5-13 16,13 8 13-16,-8 0 0 0,5 0 0 0,-5-3 0 16,0 3 0-16,0-7 0 0,0 7-13 0,-4 0 5 15,5 0 8-15,-1 0 0 0,-8 0 0 0,12 0 0 16,-12 0 0-16,8 0 0 0,-3 0 0 0,-2 0 0 0,5 0 0 16,-3-6 0-16,3 6 0 0,-3-4 0 15,-2 4 0-15,5 4-8 0,-3-4 8 0,7 6-8 16,-4-6-63-16,0 0-12 15,0 0-2-15,8 7-1 0,-8-4-42 0,0 5-8 0,-3-5-1 16,11 4-1-16,-8-4-138 0,0 8-28 0,8-1-6 0,5 4-1 16</inkml:trace>
  <inkml:trace contextRef="#ctx0" brushRef="#br0" timeOffset="29">4982 8117 172 0,'0'0'16'0,"0"0"-16"0,0 0 0 0,0 0 0 15,0 0 176-15,0 0 33 0,0 0 7 0,0 0 0 16,0 0-136-16,0 0-27 0,0 0-5 0,-5 0-2 15,5 0-2-15,-8-10-1 0,8 10 0 0,0 0 0 16,0 0 8-16,0 0 1 0,0 0 1 0,0 0 0 16,0 0-10-16,0 0-3 0,0 0 0 0,0 0 0 15,0 0-12-15,0 0-4 0,0 0 0 0,0 0 0 16,0 0 5-16,0 0 1 0,8 0 0 0,0 0 0 16,0 0 13-16,5 0 2 0,-5 0 1 0,4 0 0 0,-4 0-6 0,4 4-2 15,1-4 0-15,-2 0 0 0,5 6-9 0,0-6-1 16,1 0-1-16,-1 0 0 0,4 0 3 0,4 0 1 15,1 0 0-15,-1 0 0 0,0 0-7 0,5 0 0 16,3 0-1-16,-3 0 0 0,6 0-3 0,-2-6 0 16,3 2 0-16,-3 4 0 0,3-7-2 0,-4 7-1 15,4 0 0-15,-4-4 0 0,2-2-2 0,-2 6-1 16,-4 0 0-16,8 0 0 0,-3 0-6 0,2 0 0 16,-1 0-8-16,1 6 12 0,-2-6-12 0,7 0 8 15,-3 0-8-15,-1 0 0 0,5 0 8 0,-6 0-8 16,7 0 0-16,-7 0 9 0,-2-6 12 0,-1 6 3 15,5 0 0-15,-5-4 0 0,0 4-24 0,0-7 0 0,0 7 0 0,5 0 8 16,-5-3-8-16,5 3 0 0,-5-7 0 0,1 7-8 16,-1 0 8-16,0 0 16 0,-8-3-4 0,5-4-1 15,7 7-11-15,-8 0 0 0,1 0 0 0,-5 0 0 16,-4 0 0-16,9 0 8 0,-10 0-8 0,2 0 8 16,3 0-8-16,-8 0 0 0,5 0 0 0,-2-8 0 15,-3 5 0-15,-3 3 10 0,7 0-10 0,-12 0 10 16,12 0-10-16,-12 0 0 0,4 0 0 0,1 0 0 15,-5 0 0-15,0 0 0 0,-8 0 0 0,12 0 0 16,-12 0 11-16,12 0-3 0,-8 0-8 0,-4 0 12 16,0 0-12-16,0 0 9 0,12 0-9 0,-12 0 8 15,0 0-8-15,13 0 0 0,-13 0 9 0,0 0-9 16,0 0 0-16,0 0 8 0,0 0-8 0,8 0 0 16,-8 0 0-16,0 0 9 0,0 0-9 0,0 0 0 15,0 0 8-15,0 0-8 0,0 0 0 0,0 0 0 0,0 0 0 0,0 0 0 16,8-6 0-16,-8 6 0 0,0 0 0 0,0 0-14 15,0 0 2-15,0 0 1 16,0 0-91-16,0 0-18 0,0 0-4 0,0 0-636 16,0 0-126-16</inkml:trace>
  <inkml:trace contextRef="#ctx0" brushRef="#br0" timeOffset="30">5054 9380 403 0,'0'0'17'0,"0"0"5"0,0 0-22 0,0 0 0 16,0 0 0-16,0 0 0 0,0 0 77 0,0 0 11 16,0 0 3-16,0 0 0 0,-3-7 10 0,3 7 3 15,0 0 0-15,0 0 0 0,0 0-32 0,0 0-7 16,-5-4-1-16,5 4 0 0,0 0 0 0,0 0 0 16,0 0 0-16,0 0 0 0,0 0-25 0,0 0-6 0,0-7-1 15,0 7 0-15,0 0 7 0,0 0 1 0,0 0 0 0,0 0 0 16,0 0-13-16,0 0-3 0,0 0 0 0,0 0 0 15,5 0 28-15,3 0 4 0,0-3 2 0,-5-4 0 16,-3 7-16-16,13 0-3 0,-5-3-1 0,3-5 0 16,-6 8-21-16,7 0-4 0,0 0-1 0,0-3 0 15,0-4 7-15,1 7 1 0,3 0 0 0,0-6 0 16,0 1 16-16,0 5 3 0,4 0 1 0,1 0 0 16,-2 0-24-16,2-6-5 0,0 6-1 0,-2 0 0 15,5 0 1-15,0-4 0 0,1-2 0 0,-1 6 0 16,0 0 19-16,5-3 4 0,-1 3 1 0,0-8 0 15,1 5-35-15,-2 3 0 0,-1 0 0 0,6 0 0 16,-4-7 14-16,0 7-1 0,0 7 0 0,4-7 0 16,-3-7-13-16,0 7 0 0,6 0 0 0,-2 0 0 0,-1 0 0 15,1 0 9-15,3 0-1 0,0 0 0 0,-3 0-8 0,2 0 12 16,-6 0-12-16,8 0 12 0,-5 0-12 0,0 0 8 16,1 0-8-16,-5 0 8 0,0 7-8 0,4-7 0 15,-8 0 0-15,13 0 8 0,-5 0-8 0,-3 0 0 16,3 0 0-16,0 0 8 0,-4 0-8 0,1-7 0 15,0 7 0-15,-5 0 0 0,3 0 0 0,2 7 8 16,-5-7 0-16,-3 0 0 0,3 0-8 0,-8-7 8 16,12 7-8-16,-8 0 8 0,-3 0 12 0,2 0 1 15,-6 7 1-15,6-7 0 0,2 0-30 0,-5 0-7 16,-3 0-1-16,6 3 0 0,-2-3 26 0,-1 0 5 0,-4 0 1 16,4 0 0-16,0 0-16 0,-4 8 0 0,4-5 0 15,-3-3 0-15,3-3 0 0,-4 3 0 0,0 0 0 16,4-8 0-16,-3 8 0 0,-2 0 0 0,-3 0 12 0,0 0-3 15,5 0-9-15,-1-3 0 0,-3 3 0 0,-1 0 8 16,3 0-8-16,-3-7 0 0,0 7 0 0,5 0 0 16,-1-3 0-16,-4 3 0 0,0-7 0 0,4 7 8 15,0 0-8-15,-8 0 0 0,8 0 9 0,4 0-9 16,-8 0 0-16,5 0 0 0,-13 0 0 0,8 0 8 16,0 0-8-16,-8 0 0 0,3-4 0 0,10 4 0 15,-13 0 0-15,11 4 9 0,-6-4-9 0,8 0 0 16,-13 0 8-16,8 0-8 0,-8 0 0 0,8 0 0 15,-8 0 8-15,8 0-8 0,-8 0 0 0,3 0 0 0,-3 0 0 16,0 0 0-16,13-4 0 0,-13 4 0 0,0 0 0 16,0 0 0-16,0 0 0 0,0 0 0 0,8-7-9 15,-8 7-3-15,0 0 0 0,0 0 0 16,0 0-118-16,0 0-24 16,0 0-5-16,0 0-625 0,0 0-126 0</inkml:trace>
  <inkml:trace contextRef="#ctx0" brushRef="#br0" timeOffset="31">5276 7158 565 0,'0'0'24'0,"0"0"7"0,0 0-31 0,0 0 0 15,0 0 0-15,0 0 0 0,0 0 53 0,0 0 5 16,0 0 1-16,0 0 0 0,0 0-7 0,0 0 0 16,0 0-1-16,0 0 0 0,0 0 5 0,0 0 0 0,0 0 1 0,0 0 0 15,0 0 14-15,0 0 2 0,0 0 1 0,0 0 0 16,0 0-10-16,0 0-1 0,0 0-1 0,0 0 0 15,0 0-20-15,0 0-4 0,0 0-1 0,0 0 0 16,0 0-11-16,0 0-2 0,0 0-1 0,0 0 0 16,0 0 1-16,0 0 0 0,0 0 0 0,0 0 0 15,8 9 5-15,-8-9 2 0,5 8 0 0,-2 2 0 16,2 1-3-16,-5-1 0 0,3 0 0 0,-3 1 0 16,0-2-2-16,0 2-1 0,0 6 0 0,0-3 0 15,-3 3-5-15,3 0-2 0,0-3 0 0,-5 3 0 16,5-6 2-16,-3 10 0 0,-2-5 0 0,5-2 0 15,-3 4 0-15,3-8 0 0,-5 7 0 0,2-3 0 16,3-4-6-16,0 7-1 0,-5-6 0 0,2-1 0 16,3 0-2-16,-5 1-1 0,1-2 0 0,4-1 0 0,-4 2-10 0,4 0 10 15,0-10-10-15,-4 8 10 0,4-8-10 0,0 0 12 16,0 0-12-16,0 9 12 0,0-9-12 0,0 0 8 16,0 0-8-16,0 0 8 0,0 0-8 0,0 0 0 15,0 0 0-15,0 0-11 16,0 0-13-16,0 0-4 0,0 0 0 0,0 0 0 15,0 0-32-15,0 0-8 0,0 0 0 0,0 0-1 16,0 0-26-16,0 0-5 0,0 0 0 0,0 0-1 16,0 0 16-16,0 0 3 0,-4-6 1 0,4 6 0 15,0-11-8-15,4 8-2 0,0-7 0 0</inkml:trace>
  <inkml:trace contextRef="#ctx0" brushRef="#br0" timeOffset="32">5511 7120 172 0,'0'0'16'0,"0"0"-16"0,0 0 0 0,0 0 0 16,0 0 277-16,0 0 53 0,0 0 10 0,0 0 3 15,0 0-269-15,0 0-54 0,0 0-10 0,0 0-2 16,0 0-8-16,0 0 0 0,0 0 0 0,0 0 0 16,8 10 0-16,-4 0 0 0,0-2 0 0,-4 2 0 15,4-1 34-15,-4-1 2 0,-4 2 1 0,0-7 0 0,4 8 27 16,-4-1 4-16,4 0 2 0,-4-2 0 16,4-8-10-16,-4 9-3 0,-4 2 0 0,8-1 0 0,-4 0-36 0,0-2-7 15,4 2-2-15,-4-7 0 0,-8 4 7 0,7 4 1 16,5-11 0-16,-4 6 0 0,4-6-10 0,-4 3-2 15,0 8 0-15,4-11 0 0,0 0 12 0,0 0 1 16,0 0 1-16,0 0 0 0,0 0-22 0,4 7 8 16,-4-7-8-16,0 0 0 0,0 0 13 0,0 0-1 15,8 3-1-15,-8-3 0 0,0 0-2 0,8 11 0 16,-8-11 0-16,9 0 0 0,-9 0-9 0,12 0 12 16,-4 7-12-16,4-7 12 0,-4 0-12 0,4 3 0 15,-4-3 0-15,0 7 0 0,5-7 0 0,-2 0 0 16,-3 0 0-16,0 0 8 0,5 6-8 0,-5-6 0 15,-8 0 0-15,8 5 0 0,-8-5 0 0,8 6 0 0,-3-2 0 16,6-4 0-16,-6 9 0 0,3-1 0 0,-5-5 0 16,2 7 8-16,-5-10-8 0,8 8 0 0,-8 2 9 0,3 0-9 15,5-3 0-15,-8 3 0 0,5-6 0 0,-1 6-8 16,0-3 8-16,-4 3 0 0,0 1 0 0,0-5 0 16,0-2 18-16,0 6 2 0,0-3 1 0,-4-3 0 15,0 2 0-15,-1 5 0 0,2-4 0 0,-2 3 0 16,2-7-8-16,-2 5-1 0,5-8-1 0,-3 3 0 15,-5 7-11-15,0-4 10 0,3-1-10 0,-6 1 10 16,6-6-2-16,-3 10 0 0,0-10 0 0,0 0 0 16,0 8-8-16,0-8 0 0,-5 3 0 0,2-3 0 15,6 0 0-15,-6 0 0 0,-2-3-12 0,1 3 12 16,0-8-28-16,4 8 3 0,0-6 0 0,-4 2 0 16,0-2-29-16,-1 1-6 15,5-1 0-15,0-4-1 0,-4-1-156 0,4-2-31 0,-8-22-7 16,3 15-1-16</inkml:trace>
  <inkml:trace contextRef="#ctx0" brushRef="#br0" timeOffset="33">5369 7178 1036 0,'0'0'92'0,"0"0"-73"0,0 0-19 0,0 0 0 16,0 0 101-16,0 0 17 0,0 0 3 0,0 0 1 16,0 0-66-16,0 0-14 0,8 0-2 0,5-3-1 15,-5 3 13-15,0-8 2 0,4 8 1 0,0-6 0 16,4 6 16-16,0-3 3 0,1 3 1 0,-1-7 0 15,-8 4-7-15,16-5 0 0,-12 8-1 0,5-3 0 16,-1-4-22-16,0 7-4 0,0-3-1 0,5-4 0 16,-5 7-22-16,0 0-5 0,0-4-1 0,0-3 0 15,0 7-12-15,0 0 0 0,0-6 0 0,0 6 0 16,-4-4 0-16,1 4 0 0,-2 0 0 0,2-7 0 16,-2 7 0-16,-3 0 11 0,5 0-11 0,-5 0 10 15,-8 0-10-15,13 0-14 0,-13 0 3 0,8 0 1 16,-8 0-18-16,8 0-4 15,-8 0-1-15,0 0 0 0,8 0-47 0,-8 0-8 0,0 0-3 16,0 0 0-16,11 0-32 0,-11 0-6 0,0 0-2 0,8 0-397 16,-8 0-80-16</inkml:trace>
  <inkml:trace contextRef="#ctx0" brushRef="#br0" timeOffset="34">5890 7216 500 0,'0'0'22'0,"0"0"5"0,0 0-27 0,0 0 0 0,0 0 0 0,0 0 0 16,0 0 63-16,0 0 7 0,0 0 2 0,0 0 0 15,0 0 28-15,0 0 7 0,0 0 1 0,13-7 0 16,-5 7-10-16,-4-3-2 0,4-4 0 0,-4 4 0 16,0-5 0-16,0 5-1 0,4-4 0 0,-4 4 0 15,0-5-28-15,0 2-6 0,0 3-1 0,4-4 0 0,-3 4-28 16,3-5-5-16,-8 5-2 0,0 3 0 0,3-7-25 0,10 4 0 15,-1-4 8-15,-4 7-8 0,0-4 0 0,0-3 0 16,0 7 0-16,-8 0 0 0,0 0 0 0,12 0 0 16,0 0 0-16,1 0 0 0,-5 0 0 0,3 0 0 15,-3-6 0-15,0 6 0 0,0 6 0 0,5-6 0 16,-13 0 0-16,8 0 0 0,0 0 0 0,-8 0 0 16,0 0 0-16,0 0 0 0,0 0 0 0,13 11 0 15,-13-11 0-15,8 0 0 0,0 10 0 0,-5 0 0 16,5-2 11-16,-8-5-11 0,8 7 0 0,-3 4 8 15,-1-4-8-15,4 1 0 0,-4-1 0 0,-4 3 8 16,0-5-8-16,8 8 0 0,-4-2 23 0,-4-4-2 0,4 8 0 16,-4-8 0-16,0 1-21 0,0 6 8 0,0-7-8 15,0 4 0-15,0-7 10 0,0 9-2 0,-4-5-8 0,0-1 12 16,-4 4 0-16,8 4 0 0,0-8 0 0,-8 7 0 16,4-7 3-16,-5 4 0 0,1-7 0 0,-3 10 0 15,3-3-4-15,0-4-1 0,-5 7 0 0,2-6 0 16,-7-1 6-16,7 8 2 0,-2-9 0 0,-3 1 0 15,5 1-18-15,-6-1 0 0,5-2 0 0,0-5 0 16,0 7 0-16,4-10 0 0,0 7 0 0,0-4 0 16,-1-3 0-16,-2 0 0 0,3 0 0 0,-1 0 0 15,1 0 11-15,4 0-2 0,-4 0 0 0,0-3 0 16,-4-4-9-16,8 7 8 0,-4-10-8 0,0 7 8 16,0-5-8-16,0-2 0 0,0 4 0 0,0-5 0 15,-8 1 0-15,16 7 0 0,-9-5 0 0,5-2 0 0,0 10 0 16,0-10 0-16,-1 2 0 0,5 8 0 0,0-3 0 0,0 3 0 15,0-6 0-15,0 6 0 0,5-11-14 0,-1 7 5 16,0-2 1-16,4 2 0 0,-3-2 8 0,-5 6 0 16,11 0 0-16,2-4 0 0,-5-3 0 0,0 7 0 15,0-10 0-15,0 10 0 0,-8 0 0 0,12 0 0 16,0 0 0-16,-4 0 0 0,4 0-13 0,-4 0-1 16,4 3 0-16,-4 4 0 0,0 0 14 0,5-3 0 15,-1 2 0-15,-4-2 0 0,8 6 0 0,-4 1 18 16,-4-5-2-16,4 5-1 0,1-1-15 0,-2 0 0 15,-3-2 0-15,5 1-10 0,-2 1 18 0,-3 1 3 16,2-7 1-16,-2 2 0 0,-5 5-12 0,-3-1 0 0,13-3 0 0,-10-4 0 16,2 8 0-16,-5-11 8 0,3 6-8 0,-3-6 8 15,0 0-8-15,5 4 8 0,-5-4-8 0,0 0 8 16,8 7-8-16,-8-7 0 0,0 0 0 0,0 0 0 16,0 0-12-16,0 0-5 0,0 0-1 0,0 0 0 31,0 0-101-31,0 0-20 0,3-7-4 0,10-3-505 0,-9-1-102 0</inkml:trace>
  <inkml:trace contextRef="#ctx0" brushRef="#br0" timeOffset="35">6432 7072 864 0,'0'0'76'0,"0"0"-60"16,0 0-16-16,0 0 0 0,0 0 186 0,0 0 34 15,0 0 8-15,0 0 0 0,-8 10-180 0,8 0-37 16,0 1-11-16,0 6 0 0,0-7 12 0,0 8-4 16,0-8 0-16,0 10 0 0,8-2 20 0,-3 2 3 15,-5 0 1-15,3 1 0 0,2-3 20 0,-2 2 5 16,-3 0 1-16,0 1 0 0,0-3 0 0,5 3 0 15,-5-5 0-15,3-2 0 0,-3 4-30 0,0 2-7 16,5-9-1-16,-5 5 0 0,3-5-6 0,-3 10-2 0,0-11 0 16,0 7 0-16,8-4-12 0,-3 5 0 0,-5-8 0 15,0 1 0-15,0 5 0 0,3-5 0 0,-3-1 0 0,5-2 9 16,-5 2-9-16,3-7 0 0,-3-3 0 0,0 0 0 16,0 0-12-16,0 0-5 0,0 0-1 0,0 0 0 31,0 0-118-31,0 0-24 0,0 0-5 0,0 0-698 0</inkml:trace>
  <inkml:trace contextRef="#ctx0" brushRef="#br0" timeOffset="36">6541 7092 1796 0,'0'0'80'0,"0"0"16"0,0 0-77 0,0 0-19 16,0 0 0-16,0 0 0 0,0 0 0 0,0 0 0 16,0 0 0-16,0 0 0 0,0 0 0 0,0 0 0 15,0 0 0-15,8 0 0 0,4 0 0 0,-4 0-16 16,0 0 4-16,0 0 0 0,0 0 35 0,0 0 7 15,0 0 2-15,0 0 0 0,5 0 18 0,-5-4 4 16,-8 4 1-16,8 0 0 0,5 0-18 0,-2-6-3 0,2 6-1 16,-5 0 0-16,-8 0-21 0,8 6-4 0,3-2 0 0,2-4-8 15,-5 7 12-15,0 3-4 0,-8-10 0 0,12 11-8 16,-4-1 0-16,1-3 0 0,-9-4 0 0,11 5 0 16,-6-5 0-16,3 4 0 0,-8-7 0 0,4 9 0 15,-4-1 8-15,8-5 2 0,-8-3 0 0,0 0 0 16,0 0 2-16,4 10 1 0,-4-10 0 0,0 0 0 15,0 8 0-15,0-8 0 0,0 0 0 0,-12 10 0 16,8 0 7-16,-4-7 0 0,-8 5 1 0,3-5 0 16,-3 3-5-16,8 5-2 0,-8-11 0 0,-5 10 0 15,5-10-14-15,0 0 0 0,0 0 0 0,0 0 0 16,8 7 0-16,0-7 8 0,-5 0-8 0,10 0 0 16,3 0 8-16,0 0-8 0,0 0 0 0,0 0 9 15,0 0-9-15,0 0 0 0,0 0 0 0,0 0 8 16,0 0-8-16,0 0 0 0,0 0 0 0,0 0 0 15,0 0 0-15,0 0 10 0,0 0-10 0,0 0 10 0,0 0-10 16,3 0 0-16,-3 0-10 0,16 0 10 0,-3 0 0 16,0 0 0-16,-13 0 0 0,0 0 0 0,3 0 0 15,10 3 0-15,-2 5 0 0,5-5 0 0,-3-3 0 16,-2 7 0-16,-2-4 0 0,-1 4 0 0,4 4 0 0,0-11 0 16,-4 9 0-16,1-1 0 0,2-5 0 0,2 4 0 15,-9-4 0-15,8 8 0 0,0-4 8 0,-4-7-8 16,0 10 0-16,-8 1 0 0,12-5 0 0,-8-2 0 15,0 5 0-15,0-1 0 0,1 2 0 0,-5 1 0 16,0-4 0-16,8 2 0 0,-5-5 8 0,-3 7-8 16,0-1 12-16,8 0-12 0,-8-3 10 0,5 3-10 15,-10-3 8-15,5-3-8 0,0 6 12 0,0 0-4 16,0-3 0-16,0 3 0 0,-8-7-8 0,8 5 12 16,0-8-12-16,0 10 12 0,0 0-4 0,0 1 0 0,0-11 0 15,-11 10 0-15,11-4 10 0,-5 5 2 0,-3-1 0 0,4-2 0 16,-8-5-7-16,12 7-1 0,-8-3 0 0,0-4 0 15,4 5-3-15,-4-5-1 0,-4-3 0 0,8 6 0 16,4-6-8-16,-8 4 0 0,8-4 0 0,-16 7 0 16,11-7 0-16,-3 7 12 0,8-7-12 0,-16 3 12 15,8-3-12-15,0 0 0 0,8 0-12 0,0 0 12 16,0 0-21-16,-8 0 3 0,-8-3 1 0,16 3 0 16,-8-7-127-16,0 7-24 15,-5-7-6-15,10 3-864 0</inkml:trace>
  <inkml:trace contextRef="#ctx0" brushRef="#br0" timeOffset="37">4197 7109 1036 0,'0'0'23'0,"0"0"5"0,8 0 0 0,-8 0 1 0,0 0-29 0,0 0 0 16,0 0 0-16,0 0 0 0,0 0 57 0,0 0 6 16,5 0 1-16,-5 0 0 0,0 0 0 0,0 0 0 15,0 0 0-15,0 0 0 0,0 0-52 0,0 0-12 16,0 0 0-16,0 0 0 0,0 0 54 0,0 0 8 16,0 0 2-16,0 11 0 0,4-1 0 0,0 0 0 15,0 1 0-15,-4-1 0 0,4 7-52 0,-4-7-12 0,4 8 0 16,0-5 0-16,0 4 31 0,0-6 3 0,4 9 1 0,-8-2 0 15,5-1 9-15,-2-4 1 0,2 8 1 0,-2-3 0 16,-3 3-30-16,5-2-7 0,-5-1-1 0,3 3 0 16,2 0 15-16,-5-1 2 0,0 8 1 0,0-8 0 15,0-3 6-15,3 4 2 0,-3 0 0 0,0-5 0 16,0 5-8-16,5 0-2 0,-2 0 0 0,2-4 0 16,-5 3-7-16,0-2-1 0,0-4-1 0,0 2 0 15,3 2-3-15,-3-5-1 0,5 5 0 0,-5-7 0 16,3 5-3-16,-3-5-8 0,0-1 12 0,-3 0-4 15,3-6-8-15,0 6 10 0,0-10-10 0,3 7 10 16,-3-7-10-16,0 0 10 0,0 11-10 0,0-11 10 16,0 0-10-16,0 0 8 0,0 0-8 0,0 0 8 15,0 0-8-15,0 0 0 0,0 0 0 0,0 0 0 0,0 0-11 16,0 0-1-16,0 0 0 0,0 0 0 16,0 0-36-16,0 0-8 0,0 0-2 0,0 0 0 15,0 0-38-15,0 0-8 0,0 0-2 0,0 0 0 16,0 0-15-16,0 0-3 0,0-11-1 0,-3 4 0 15,3-3-76-15,0 6-15 0,3-13-4 0,-3 17 0 16</inkml:trace>
  <inkml:trace contextRef="#ctx0" brushRef="#br0" timeOffset="38">4554 7354 806 0,'0'0'17'0,"0"0"4"0,0 0 1 0,0 0 2 0,0 0-24 0,0 0 0 0,0 0 0 0,0 0 0 15,0 0 0-15,0 0 0 0,0 0 0 0,0 0 0 16,0 0 39-16,0 0 3 0,0 0 1 0,0 0 0 15,0 0 48-15,0 0 9 0,0 0 3 0,0 0 0 16,0 0-2-16,0 0 0 0,0 0 0 0,0 0 0 16,0 0-37-16,0 0-8 0,0 0-2 0,-8 0 0 15,8 0-22-15,0 0-5 0,-5 10-1 0,2 1 0 0,-7-5-2 0,7-2 0 16,-2 5 0-16,2 2 0 0,-5-4 2 0,0 11 0 16,3-5 0-16,-3-6 0 0,0 3 6 0,0 0 2 15,0 1 0-15,0-1 0 0,0 1-21 16,0-1-4-16,-4 0-1 0,4 1 0 0,0-5 8 0,0-3 0 15,0 5 1-15,0 2 0 0,0-3-3 0,8-7-1 16,-8 3 0-16,0-3 0 0,0 8-2 0,0-5-1 16,8-3 0-16,-5 6 0 0,-3-6-10 0,0 4 0 15,8-4 9-15,-8 0-9 0,8 0 0 0,-4 6 8 16,-5-1-8-16,9-5 0 0,0 0 0 0,0 0 0 16,0 0 0-16,0 0 0 0,-8 6 0 0,8-6 0 15,0 0 0-15,0 0 8 0,0 0-8 0,0 0 8 16,0 0-8-16,0 0 8 0,0 0 4 0,0 0 0 0,0 0 1 15,0 0 0-15,0 0-2 0,0 0-1 0,0 0 0 16,13 0 0-16,-5 4-2 0,0 2-8 0,-8-6 12 0,12 8-4 16,-3-5-8-16,-1-3 8 0,0 10-8 0,3-10 8 15,-6 7-8-15,3-4 0 0,4 5 0 0,-4-5 0 16,0 3 0-16,-4-6 0 0,8 11 0 0,-4-4-11 16,0-4 25-16,5 7 5 0,-2-2 1 0,2 2 0 15,-2-7-7-15,-3 4-1 0,5-3 0 0,-5 3 0 16,5 2 0-16,-5-1 0 0,3-5 0 0,-3 7 0 15,5-3-12-15,-5-4 11 0,0 5-11 0,-5-5 10 16,-3-3-10-16,9 7 0 0,-1 4 9 0,0-5-9 16,-8-6 0-16,0 0 9 0,0 0-9 0,4 3 0 15,4 7 8-15,-8-10-8 0,8 8 0 0,-8-8 0 16,8 3 9-16,-8-3-9 0,0 0 0 0,0 0 9 0,0 0-9 16,8 7 8-16,-8-7-8 0,0 0 8 0,0 0-8 0,0 0 0 15,8 0 0-15,-8 0 8 0,0 0-8 0,0 0 0 16,8 3-12-16,-8-3 12 15,0 0-47-15,0 0-1 0,0 0-1 0,0 0 0 16,0 0-146-16,0 0-29 0,5-3-5 0,3-4-715 16</inkml:trace>
  <inkml:trace contextRef="#ctx0" brushRef="#br0" timeOffset="39">4117 8481 1036 0,'0'0'23'0,"0"0"5"0,0 0 0 0,0 0 1 0,0 0-29 0,0 0 0 16,0 0 0-16,0 0 0 0,0 0 57 0,0 0 6 15,0 0 1-15,0 0 0 0,0 0 0 0,0 0 0 16,0 0 0-16,0 0 0 0,0 0 0 0,0 0 0 15,0 0 0-15,0 0 0 0,0 0-52 0,0 0-12 16,0 0 0-16,0 0 0 0,0 0 54 0,0 0 8 16,0 0 2-16,8 0 0 0,0 8 0 0,0-5 0 15,-8-3 0-15,8 7 0 0,0 3-30 0,0 1-6 16,-3-5 0-16,-2-2-1 0,5 7-7 0,0-2 0 16,0 1-1-16,0 5 0 0,-3-1 13 0,3-4 2 15,-4 0 1-15,0 1 0 0,4 2-22 0,0 1-4 16,-3-4-1-16,3 1 0 0,0 5 4 0,-5-5 0 0,2 6 0 15,-2-3 0-15,2 3 8 0,-2-7 3 0,5 8 0 16,-3-5 0-16,3-2-10 0,-5 5-1 0,2-5-1 16,-1 6 0-16,0-6 2 0,0-1 1 0,-4 1 0 15,4-1 0-15,0-1-2 0,0 2 0 0,-4-1 0 0,4-2 0 16,0 2 1-16,-4-10 0 0,0 3 0 0,0-3 0 16,5 11-2-16,-5-11-1 0,0 0 0 0,3 13 0 15,2-3-1-15,-5-10 0 0,0 0 0 0,3 11 0 16,-3-11 7-16,0 0 0 0,0 0 1 0,0 0 0 15,0 0-9-15,0 0-8 0,0 0 9 0,0 0-9 16,0 0 16-16,0 0-2 0,0 0-1 0,0 0 0 16,0 0 7-16,0 0 0 0,0 0 1 0,0 0 0 15,0 0-4-15,0 0-1 0,0 0 0 0,0 0 0 16,0 0-6-16,0 0-2 0,0 0 0 0,0 0 0 0,0 0 0 16,0 0-8-16,8-7 12 0,-3 3-4 0,-2-2 0 15,2 2-8-15,3-2 12 0,-4-1-4 0,-4 3 0 16,8-3-8-16,-4-3 12 0,4 10-4 0,-4-11 0 0,0 8-8 15,0-4 12-15,4 4-4 0,-4-5 2 16,4-1 0-16,-4-1 0 0,4 2 0 0,0-2-10 0,0 0 0 16,0-1 0-16,0 1 0 0,0-1 8 0,5-5 0 15,-5 2 0-15,0-4 0 0,0-2-8 0,0 3 0 16,5-4 9-16,-2 4-9 0,-3 3 0 0,5-6 9 16,-5 2-9-16,4-2 0 0,-4 3 8 0,0 2-8 15,4-1 0-15,-4-2 0 0,0 5 0 0,4-4 0 16,-8 2 0-16,4-1 0 0,5 5 0 0,-5 1 0 0,0-7 0 15,-4 7 0-15,0-1 0 0,0 1 0 0,4-1 0 16,0 1 0-16,-4 0 0 0,0 3 0 0,4-3 0 16,-3 3 0-16,-5 4 0 0,0-5 0 0,3-2 0 15,-3 10 0-15,0 0-19 0,0 0 3 0,0 0 0 0,0 0 0 32,0 0-28-32,0 0-6 0,0 0-1 0,0 0 0 15,0 0-114-15,0 0-23 0,-8 10-5 0,-4-2-1 0</inkml:trace>
  <inkml:trace contextRef="#ctx0" brushRef="#br0" timeOffset="40">3964 9792 172 0,'0'0'8'0,"0"0"1"0,0-10-9 0,0 10 0 0,0 0 0 0,-5-3 0 16,5-5 231-16,0-2 44 0,0 10 9 0,0 0 1 16,0-6-181-16,0 6-36 0,0 0-7 0,0 0-1 15,0 0-5-15,0 0-1 0,0 0 0 0,0 0 0 16,0 0 2-16,0 0 0 0,0 0 0 0,0 0 0 15,0 0-18-15,0 0-3 0,5 6-1 0,3 4 0 16,-8-10 6-16,3 11 2 0,2 6 0 0,-5-6 0 16,3 2 1-16,2-2 0 0,-5 5 0 0,3 5 0 15,-3-4-3-15,0 4-1 0,0 0 0 0,0-1 0 16,5-3-2-16,-5 11 0 0,0-7 0 0,0 0 0 16,0 6-1-16,0-6 0 0,0-1 0 0,0 0 0 15,0 1-17-15,0 3-4 0,0-3-1 0,0-8 0 16,0 5-2-16,0-8 0 0,0 7 0 0,3-6 0 0,-6-1 6 15,3 0 1-15,0 1 0 0,0-1 0 0,0-4-9 16,0-6-2-16,0 0 0 0,0 0 0 0,0 0 20 16,0 11 3-16,0-11 1 0,0 0 0 0,0 0-21 0,0 0-11 15,0 0 12-15,0 0-12 0,0 0 19 0,0 0-3 16,0 0-1-16,0 0 0 0,0 0-4 0,0 0-1 16,0 0 0-16,0 0 0 0,0 0 17 0,0 0 3 15,0 0 1-15,3-11 0 0,2 5-31 0,-2-4 0 16,2-1 0-16,-2 1-10 0,7 4 10 0,-7-9 8 15,2-2-8-15,-2 7 11 0,2-8-3 0,-2 5-8 16,2-4 12-16,-2 3-4 0,2-10-8 0,-2 10 0 16,5-3 0-16,-3-3 0 0,-2 2 0 0,2-3 0 15,-2 12 0-15,5-12 0 0,-3 10 0 0,-1-6 0 0,0 6 0 16,4 8 0-16,4-4 0 0,-8-2 0 0,0-2 0 0,0 1 0 16,4 3 0-16,0-4 0 0,-4 8 0 0,4-4 0 15,-3-4 0-15,3 1 0 0,3 4 0 0,-3 2 0 16,5-6 0-16,-9 3 0 0,8 4 0 0,-4-5 0 15,0-2 0-15,0 0 0 0,0 10 8 0,0-7-8 16,0 7 0-16,0 0 0 0,-3-10 0 0,3 10 0 16,0 0 0-16,-8 0 0 0,3-3 0 0,-3 3 0 15,13 0 0-15,-5 0 0 0,-8 0 0 0,8 3 0 16,0-3 0-16,5 6 0 0,-5-2 0 0,0 3 0 16,-8-7 0-16,8 0 0 0,4 10 0 0,-4 0 0 15,-4-2 0-15,4 2 0 0,0-7 0 0,-4 8 0 0,4-1-8 16,0 7 8-16,-4-7-10 0,0 1 10 0,-4-1 0 15,4 8 0-15,0-9 0 0,-4 1 0 0,5 1 0 16,-2 6 0-16,2-6 0 0,-5 10 10 0,3-5-10 16,-3-2 0-16,5 4 0 0,-2-2 0 0,-3-1 0 0,0-6 0 15,5 9 0-15,-5-8 0 0,0 11 0 0,3-10 0 16,-3 5 0-16,5-5 8 0,-5 5-8 0,3-1 8 16,-3-5-8-16,0 1 8 0,0-5-8 0,0 4 8 15,0 1-8-15,5-1 8 0,-5-4-8 0,0 5 0 16,0-7 0-16,0-4 8 0,0 0-8 0,0 10 8 15,0-3-8-15,0-7 8 0,0 0-8 0,0 0 0 16,0 0 0-16,3 10 0 0,-3-10 0 0,0 0 10 16,0 0-10-16,0 0 10 0,0 0-10 0,0 0 0 15,0 0-10-15,0 0 10 0,0 0-25 0,0 0 1 0,0 0 0 0,0 0 0 32,0 0-145-32,8-10-29 0,0 10-6 0,0-11 0 0</inkml:trace>
  <inkml:trace contextRef="#ctx0" brushRef="#br0" timeOffset="41">1293 4840 172 0,'0'0'16'0,"0"0"-16"0,0 0 0 16,0 0 0-16,-8-4 203 0,8 4 37 0,-5-7 8 0,5 7 2 16,0 0-158-16,0 0-31 0,0 0-6 0,0 0-2 15,0 0 3-15,0 0 0 0,-3-10 0 0,3 10 0 16,0 0-18-16,0 0-3 0,0-7-1 0,0 7 0 15,0 0 15-15,0 0 3 0,0-4 1 0,0 4 0 16,0 0 6-16,0 0 1 0,0 0 0 0,0 0 0 16,0 0-19-16,0 0-3 0,-8-6-1 0,8 6 0 15,0 0-18-15,-5 6-4 0,-3-6-1 0,0 4 0 16,0 3-14-16,8-7 0 0,-4 10 8 0,0-3-8 16,4-7 0-16,-4 4 0 0,0 6 0 0,4-10 0 15,0 10 0-15,0-10 0 0,0 0 0 0,0 0 0 16,4 11 0-16,-4-11 0 0,0 0 0 0,8 6 0 15,0-2 8-15,0 2 4 0,-8-6 2 0,9 0 0 16,2 11 2-16,2-11 0 0,-2 0 0 0,2 0 0 16,-1 0-4-16,-4 0 0 0,4 0 0 0,1 0 0 0,-13 0-12 0,8 7 0 15,3-14 0-15,-11 7 0 0,13 0 0 0,-13 0 0 16,0 0 0-16,8 0 0 0,0-3 9 0,-8 3-9 16,0 0 8-16,4-8-8 0,4-2 16 0,-8 4-1 15,0 6-1-15,0-11 0 0,0 8 10 0,0-7 3 16,-4-1 0-16,0 4 0 0,-5-3-11 0,6-1-1 15,-5 5-1-15,3-4 0 0,-3 5-5 0,0-1-1 16,5-4 0-16,-5-1 0 0,0 11-8 0,0-7 0 16,-5 4 0-16,5 3 8 0,-5 3-8 0,2 4 0 15,-2-7 0-15,2 11 0 0,-2-1 0 0,1 1 0 16,-4-1 0-16,4-4 0 0,4 12-10 0,0-4 10 16,0-4 0-16,4 0-9 0,-4 1 9 0,3-1-10 0,5 4 10 15,-3-4-10-15,3-10 10 0,3 11 0 0,2-1 10 0,-2-7-10 16,-3-3 0-16,0 0 0 0,5 6 0 0,3 5-10 15,4-11 10-15,-4 0 0 0,-8 0 10 0,12 0-10 16,-4 0 12-16,4 0-4 0,1-7-8 0,-2 3 12 16,2 4-12-16,-5 0 11 0,3-6-11 0,2 3 10 15,-5-4-10-15,0 7 8 0,0-11-8 0,0 8 8 16,-3-4-8-16,3-4 0 0,-5 5 0 0,-3 2-11 16,5-2 11-16,-5 2 0 0,0-6 0 0,0 3 0 15,0 7 10-15,-5-10 4 0,-3 6 1 0,5-6 0 16,-2 3-2-16,-3-4 0 0,-4 5 0 0,4 2 0 15,-4-2-5-15,-4 1-8 0,0 5 11 0,0-6-11 16,3 6 0-16,-7 6 0 0,4-1 0 0,4 1 0 16,-5-2 0-16,6 2 0 0,-10 5 0 0,5-1-9 0,5-3 9 15,3 4 0-15,3-8 0 0,-3 7-8 0,3 1 8 16,5-11 0-16,0 0-9 0,5 6 9 0,3 4 0 0,0-2 0 16,0-5 0-16,0 4 0 0,0-4 0 0,5-3 0 15,-2 0 0-15,2 0 0 0,-1 0 0 0,0 0 0 16,0 0 0-16,0 0 0 0,0-3 0 0,0-4 0 15,-8 7 8-15,9-3-8 0,-13 3 0 0,8-8 0 16,-5 2 9-16,-3 6-9 0,5-4 9 0,-5-2-9 16,0-5 12-16,-5 1-12 0,5 0 14 0,-3 6-4 15,-5-6-1-15,3 3 0 0,-3-4 1 0,0 5 0 16,-4-4 0-16,0 5 0 0,0-4-10 0,0 2 8 16,0-4-8-16,-1 1 8 0,5 4-8 0,-3-5 0 15,-5 11 0-15,3-10 0 0,2 6 0 0,-2-3 0 0,8 7 8 16,5 0-8-16,-8 0 0 0,8 0 8 0,0 0-8 15,0 0 8-15,0 0-8 0,0 0 0 0,0 0-12 0,0 0 12 16,0 0-8-16,0 0 8 0,0 0 0 0,0 0 0 16,0 0 0-16,0 0 0 0,0 0 0 0,0 0 0 15,13-4 0-15,0 4 8 0,-5 0-8 0,0 0 12 16,0 0-4-16,0-6 0 0,3 6 0 0,-3 0 0 16,-8 0-8-16,13 0 0 0,-5 0 0 0,0 0 0 15,0 0 0-15,0 0 0 0,-8 0 0 0,12 0 8 16,-4 0-8-16,-8 0 0 0,12 10 0 0,-4-10 0 15,1 0 0-15,-1 0 0 0,-8 0 0 0,11 7 0 16,-3-3 0-16,0-4 0 0,-8 0 0 0,8 6 0 16,-8-6 0-16,13 4 0 0,-5-4 8 0,5 11-8 0,-5-11 16 15,0 6 2-15,0-3 0 0,-8-3 0 0,11 0-18 16,-3 0-11-16,-8 0 2 0,8 7 0 0,5-7 17 16,-1 0 3-16,-12 0 1 0,8 0 0 0,4 0-12 15,-4 0 10-15,-8 0-10 0,13 0 10 0,-13 0-10 0,11 0 8 16,-3 0-8-16,-8 0 8 0,13 11-8 0,-5-11 0 15,4 7 0-15,-4-4 0 0,-8-3 0 0,12 0 0 16,-12 0 0-16,12 6 0 0,-4-1 8 0,5-5-8 16,-13 0 12-16,11 6-4 0,5-2-8 0,-3-4 0 15,-2 0 0-15,2 0-11 0,0 0 11 0,-2 0 11 16,2 0-3-16,-5-4 0 0,-8 4-8 0,11 0 12 16,6 0-12-16,-5 0 12 0,0 0-12 0,0 0 0 15,0 0 0-15,0 0 8 0,-4 0-8 0,1 0 10 0,-1 0-10 16,0 0 10-16,0 4-10 0,0-4 0 0,-8 0-12 15,8 6 12-15,4-6 0 0,-4 0 0 0,1 4 0 0,-1 3 0 16,0-7 0-16,0 7 0 0,0-4 0 0,0-3 0 16,3 0 0-16,-3 7 0 0,0-3 8 0,2-4-8 15,-2 0 0-15,3 7 0 0,-11-7 9 0,13 0-9 16,-5 0 8-16,3 0-8 0,-11 0 8 0,8 3-8 16,-8-3 9-16,13 0-9 0,-5 0 12 0,-8 0-12 15,8 7 0-15,4-4 0 0,-12-3 0 0,8 0 0 16,-8 0 16-16,12 7 0 0,-4-3 0 0,0-4 0 15,-8 0-16-15,9 6 0 0,2-2 0 0,-3 2 0 16,-8-6 0-16,8 0 0 0,5 11 0 0,-10-11 0 16,10 0 0-16,-5 7 0 0,0-4 0 0,0-3 0 15,-8 0 0-15,13 0 0 0,-5 8 0 0,-8-8 0 0,8 3 0 16,3 4 0-16,-3-4 0 0,-8-3 0 0,0 0-12 16,0 0 1-16,13 6 0 0,-5-6 0 0,4 11 19 0,-4-4 3 15,-8-7 1-15,12 3 0 0,-4 4-12 0,0-3 0 16,5 6 0-16,-5-3 0 0,0-4 0 0,0 8 0 15,0-4 0-15,0-4 0 0,4 3 0 0,-4 5 0 16,0-4 0-16,0-4 0 0,0 8 0 0,0-4 0 16,-3 3 0-16,3-7 0 0,0 11 0 0,-5-10 0 15,5 6 0-15,-3 0 0 0,3 0 0 0,0-2 0 16,-3-5 0-16,3 7 0 0,-5-3-11 0,5 4-1 16,-3-5 0-16,3 5 0 0,0-8 20 0,0 4 4 15,-5 3 1-15,5-10 0 0,0 11-13 0,1-1 0 16,-5-4 0-16,0 5 0 0,4-7 0 0,-4 5-16 0,4-1 3 15,-4-5 1-15,0 7 12 0,0-3 0 0,-4-7 0 16,8 11 0-16,-4-1 0 0,4-3 16 0,-4-3-3 0,1 6-1 16,-2-4-12-16,-3-6-16 0,8 5 3 0,0 1 1 15,-3 4 12-15,3 1 16 0,-4-4-3 0,0 2-1 16,0 2-12-16,0-1-16 0,-4-10 3 0,8 11 1 16,0-1 12-16,-4 0 0 0,-4-10 0 0,9 8 0 15,-6-5 12-15,-3-3 0 0,8 10-1 0,-3-4 0 16,-5-6-11-16,8 11 0 0,0-1 0 0,-8-10 0 15,3 11 0-15,2-1-16 0,-5-10 4 0,3 10 1 16,2-2 11-16,-2 1 0 0,5-5 0 0,-8 10 0 16,5-11 0-16,-1 7 0 0,-4-10 0 0,4 11 0 15,0-1 0-15,-4-10 0 0,4 7 0 0,1 4 0 0,-2-5 0 16,2 5 0-16,-2-8 0 0,2 7 0 0,-2 0 0 16,2-2 16-16,-2 2-3 0,2 1 0 0,-2-5-13 15,5 4-18-15,-3-7 4 0,-5 8 1 0,3-1 13 0,-3-3 16 16,0-7-3-16,9 4-1 0,-9 9-12 0,4-2-15 15,0-7 3-15,0 5 1 0,0 2 11 0,0-4 0 16,0 3 0-16,0 1 0 0,0-1 0 0,0 0 0 16,0 1 0-16,0-2 0 0,0-2 0 0,0 4 0 15,-4-11 0-15,4 10 0 0,0 7 0 0,0-7 12 16,-4-10-2-16,8 5-1 0,-3 5-9 0,-2 3-11 16,-3-13 3-16,5 14 0 0,-5-14 8 0,8 10 0 15,-5 1 0-15,2 6 0 0,3-7 0 0,-5 0 0 0,-3 1 0 16,8-1 0-16,-3 1 0 0,-2-1 0 0,2 7 0 15,-1-7 0-15,0 0 0 0,-4 8 0 0,5-7 0 16,-2-2 0-16,-3 9 0 0,0-5 0 0,5-2 0 0,-5 6 0 16,0-6 0-16,3 5 0 0,2-2 0 0,-2-4 0 15,2 1 0-15,-2 2 11 0,2 2-3 0,-2-6 0 16,2 2-8-16,-2-1 0 0,2 8 0 0,-2-8 0 16,-3 1 0-16,0 5 0 0,0-5 0 0,0-1 0 15,0 7 0-15,5-3 0 0,-10-3-14 0,5 5 5 16,0-5 9-16,0 5 0 0,0-1 0 0,0-5 0 15,0 7 8-15,0-7 1 0,0 11 0 0,0-4 0 16,-3-7-9-16,3 11-9 0,0-10 9 0,-5 9-13 16,5-9 13-16,0 5 0 0,0 2 0 0,0-4 0 15,0 2 0-15,0-5 10 0,0 6-10 0,0-3 8 16,0-4-8-16,5 1 0 0,-5 5 0 0,0-5 0 0,0-1 0 16,3 8 0-16,-3-8 14 0,5 7-4 0,-5-2-10 15,3-6-11-15,-3 9 3 0,0-8 0 0,5 11 8 0,-10-11 12 16,5 7-2-16,0-7-1 0,0 11-9 0,-3-10 0 15,3 5 0-15,-5-5 0 0,5 6 0 0,0-3 0 16,0-4 0-16,0 1 0 0,0 5 0 0,0-5 0 16,0-1 0-16,0 8 0 0,0-5 0 0,0-2 0 15,0 6-12-15,0-7 12 0,0 8 0 0,0-5 0 16,0 4 0-16,0-7 8 0,0 8-8 0,5-5 0 16,-5-2 0-16,0 6 0 0,-8 0 0 0,3-3 0 15,5 3 0-15,-8 0 0 0,5-3 0 0,-2 3 0 16,5-6 0-16,-3 10 0 0,3-5 0 0,-5-2 0 15,2 4 0-15,-2-2 0 0,5-1 0 0,-3 5 0 0,3-3 0 16,-5-6 0-16,5 9 0 0,0-3 0 0,0 1 0 16,0 3 0-16,-3-8 0 0,-2 4 0 0,1 4 0 0,4-4 0 15,-9-3 0-15,9 10 0 0,-3-3 0 0,3-8 0 16,-5 8 0-16,2-4 0 0,-2 3 0 0,5-2 0 16,-8 2 0-16,5-2 0 0,-2-5 0 0,5 5 8 15,-8-1-8-15,8-4 0 0,-3 8 0 0,3-11 0 16,0 8 0-16,-5 3 0 0,2-12 0 0,3 9 0 15,0 0 0-15,0-5 0 0,-5-2 0 0,5 5 0 16,0-5 0-16,0 6 0 0,0-7 0 0,0 4 0 16,0-7 0-16,0 3 0 0,0 8 0 0,5-5 0 15,-5-2 0-15,0 5 0 0,0-5 0 0,3-1 8 16,2 0-8-16,-5 1 0 0,0-1 0 0,0-2 0 16,3 1 0-16,-3 1 0 0,0 1 8 0,0-1-8 15,0 1 0-15,5-1 0 0,-5-3 0 0,3 4 0 0,-3-11 0 16,0 9 8-16,5 1-8 0,-5-2 0 0,0 2 0 0,0-10 8 15,3 3-8-15,2 8 0 0,-2-4 0 0,-3-7 0 16,5 10 8-16,-2 0-8 0,5 0 0 0,-3-3 0 16,-5-7 0-16,4 11 8 0,0-8-8 0,4 4 0 15,-8-7 0-15,5 11 0 0,-5-1 0 0,0 1 0 16,8-5 0-16,-8-6 0 0,3 10 0 0,-3-7 0 16,8 8 8-16,-3-4-8 0,-5-7 0 0,8 6 0 15,-8-6 9-15,8 4-9 0,3 3 0 0,-6-3 8 16,-5-4-8-16,8 6 0 0,-8-6 0 0,8 4 9 15,-8-4-9-15,8 7 0 0,-8-7 8 0,8 4-8 0,0-4 0 16,0 6 0-16,-8-6 0 0,8 3 0 0,-8-3 0 0,8 0 0 16,-8 0 8-16,13 7-8 0,-5-4 0 0,-8-3 0 15,0 0 8-15,12 8-8 0,-4-8 0 0,4 10 0 16,-4-10 0-16,-8 0 0 0,12 6 0 0,-12-6 0 16,8 5 8-16,5-5-8 0,-5 6 0 0,0-6 0 15,3 4 0-15,-6 2 0 0,-5-6 0 0,11 0 0 16,-11 0 8-16,8 4-8 0,5-4 9 0,-5 0-9 15,-8 0 0-15,13 0-10 0,-2 0 0 0,-3 7 0 16,5-7 10-16,-5 0 12 0,-8 0-2 0,8 0-1 16,4 0-9-16,-4 0 0 0,-8 0 0 0,12 0 0 15,-4 0 0-15,0 0 0 0,4 0 8 0,-8 0-8 16,-4 0 0-16,12 0 0 0,-4 0 0 0,5 0 8 16,-13 0-8-16,8 0 0 0,4 0 0 0,0 0 0 15,-12 0 0-15,8 0 0 0,5 0 0 0,-5 0 0 0,3-7 0 16,-3 7 0-16,-8 0 0 0,8 0 0 0,5 0 0 0,-5-4 0 15,-8 4 8-15,8 0-8 0,-8 0 0 0,12-6 0 16,-4 6 0-16,1 0 0 0,-9 0 0 0,0 0 0 16,8-4 0-16,-8 4 0 0,0 0 0 0,8 0 0 15,3-6 0-15,-3 6 0 0,0 0 0 0,1 0 0 16,-1 0 0-16,-8 0 0 0,12 0 0 0,-12 0 12 16,8 0-12-16,4 0 12 0,-12 0-12 0,8 6 0 15,-8-6-12-15,8 0 12 0,0 0 0 0,0 4 18 16,0-4-2-16,-8 0 0 0,5 0-25 0,-5 0-6 15,8 0-1-15,0 0 0 0,-8 0 16 0,8 0 0 16,-8 0 0-16,8 0 0 0,0 0 0 0,-8 0 0 0,0 0 0 16,8 6 0-16,-8-6 0 0,0 0 0 0,0 0 0 0,8 0 0 15,0 0 0-15,0 4 0 0,-8-4 0 0,0 0 0 16,0 0 0-16,0 0 0 0,0 0 0 0,0 0 0 16,0 0 12-16,13 0 4 0,-13 0 2 0,0 0 0 15,0 0-28-15,0 0-6 0,0 0 0 0,8 0-1 16,-8 0 17-16,0 0 0 0,0 0 0 0,0 0 0 15,0 0 9-15,0 0 6 0,0 0 1 0,0 0 0 16,0 0-16-16,0 0 0 0,0 0 0 0,0 0 0 16,0 0 0-16,0 0-20 0,0 0 4 0,0 0 0 15,0 0 16-15,0 0 0 0,0 0 0 0,0 0 0 16,0 0 0-16,0 0 9 0,0-4-9 0,0 4 8 16,3-6-8-16,-6-4 0 0,3 5 0 0,-5-1 8 15,5 6-8-15,-3-10 0 0,-2 2 9 0,-3 5-9 16,5-7 0-16,-5 4 8 0,3-5-8 0,-8 1 0 0,5-1 10 15,0 1-2-15,0 3-8 0,0-4 12 0,-3 1-12 0,-2 1 0 16,1-2 0-16,0 1 0 0,4-1 0 0,-4-6 0 16,-8 6 0-16,3 1 0 0,1 0 0 0,5 0 0 15,-5-8 0-15,-1 8 0 0,5-1 0 0,-1 1 0 16,2 1 0-16,-2-2 0 0,5 1 0 0,-3-1 0 16,3 4 0-16,3 4 0 0,-3-4 0 0,0-4 0 15,4 11 0-15,0-3 0 0,0-4 0 0,-4 7-8 16,8 0 8-16,0 0 0 0,0 0 0 0,0 0 0 15,-4-6-8-15,4 6 8 0,0 0 0 0,0 0 0 16,0 0-8-16,0 0 8 0,0 0 0 0,0 0 0 16,0 0 0-16,0 0 0 0,0 0 0 0,0 0 0 0,0 0-8 15,0 0 8-15,0 0 0 0,0 0 0 0,0 0 0 16,0 0 0-16,0 0 0 0,0 0 0 0,0 0 0 0,0 0 0 16,0 0 0-16,0 0-8 0,0 0 8 15,12 6 0-15,-4 1 0 0,0-4 0 0,-8-3 0 0,12 8 0 16,-4-5 0-16,5 4-8 0,-5-4 8 0,0 4 0 15,-8-7 0-15,11 4 0 0,-3 6 0 0,5-10 0 16,-1 7 0-16,-4 4 0 0,4-5 0 0,1-3 0 16,-2-3 0-16,2 10 0 0,-5-2 0 0,0-5 0 15,0 4 0-15,4-4 0 0,-4 5 0 0,0-5 0 16,0 4 0-16,0-1 0 0,0-2 0 0,0 6 0 16,5-10 0-16,-5 10-8 0,0-3 8 0,0-3 0 15,0 3 0-15,3-4 0 0,-3 4 0 0,2-7 0 0,-10 0 0 16,11 11 0-16,-11-11 0 0,8 0 0 0,-8 0 0 15,0 0 0-15,0 0 0 0,0 0 0 0,8 10 8 16,-8-10-8-16,0 0 0 0,0 0 9 0,0 0-9 0,0 11 0 16,0-11-10-16,0 0 10 0,0 6 0 0,0-6 0 15,0 0 0-15,0 10 0 0,0-10 0 0,0 3 0 16,0-3-8-16,0 0 8 0,0 8 0 0,0-8 0 16,-3 10 0-16,3-10 0 0,0 0 0 0,0 6 0 15,0-6 0-15,0 4 0 0,0-4 0 0,-5 11 0 16,5-11 0-16,0 6 0 0,-8-2 0 0,8-4 0 15,0 0 0-15,-3 11 0 0,-2-5 0 0,5-6 0 16,-3 3 0-16,-2 4 0 0,0 4 0 0,-3-11 0 16,5 10 0-16,3-10 0 0,-8 6 0 0,3-1 0 0,2 5 0 15,-5 0 0-15,3-3 0 0,-3-3 0 0,5 2 0 0,-5 4 0 16,3 1 0-16,-3-4 0 0,0 3 0 16,0-6 0-16,0 6 0 0,0 0 0 0,0 4-8 0,0-4 8 15,-4 1 0-15,-1-2 0 0,2 2 0 0,3-1 0 16,-5 8 0-16,5-8 0 0,-4 4 0 0,4-4 0 15,-1 1 0-15,1 5 0 0,-3-5 0 0,-2-1 0 16,5 8 0-16,0-8 0 0,0-1 0 0,0 2 0 16,0-4 0-16,-4 4 0 0,8-8 0 0,-4 7 0 15,-4-3 0-15,8 4 0 0,-4-5 0 0,0-2 0 16,3 6 0-16,-3 0 0 0,4-3 0 0,-4-4 0 16,4 8 0-16,-4-4 0 0,4 4 0 0,-4 5 0 15,0-5-14-15,4-8 0 0,-4 7 0 0,4 1 0 16,0 6-24-1,4-6-5-15,0-5-1 0,0 4 0 0,4 1-102 0,4-1-21 0,4 1-4 16,0-1-659-16,4 0-132 0</inkml:trace>
  <inkml:trace contextRef="#ctx0" brushRef="#br0" timeOffset="42">6181 9888 1033 0,'0'0'45'0,"0"0"11"0,-8-6-45 0,8 6-11 0,0-4 0 0,0 4 0 16,0 0 17-16,0-7 2 0,0-3 0 0,0 10 0 15,5-3-10-15,-2-5-1 0,-3 8-8 0,0 0 12 16,5-10 24-16,-5 10 4 0,0 0 0 0,0 0 1 16,3-10 45-16,-3 10 9 0,0 0 1 0,0 0 1 15,0 0-21-15,0 0-5 0,-8 0-1 0,5-7 0 16,3 7-13-16,-8 0-2 0,0 0-1 0,-5 0 0 15,2 0-11-15,1 0-3 0,2 7 0 0,-3-7 0 16,3 10-8-16,0-10-1 0,-5 10-1 0,5-2 0 0,0-5 2 16,-4 4 0-16,4 3 0 0,0-6 0 0,0 6-12 15,0 7-1-15,4-7-1 0,-4 1 0 0,4-1-18 0,0 8 8 16,0-9-8-16,0 1 0 0,-5 1 8 0,9-4-8 16,9 3 0-16,-5-6 0 0,0 6 16 0,4-3-4 15,0 4-1-15,-4-11 0 0,8 6 4 0,-4-3 1 16,4-3 0-16,-3 0 0 0,2 0-8 0,2-3 0 15,-5 3-8-15,3 0 12 0,2-6 7 0,-2 6 1 16,2-4 0-16,-5-3 0 0,5-3-9 0,-5 3-2 16,0 7 0-16,-5-11 0 0,5 1 3 0,-8-1 0 0,13 1 0 15,-9 1 0-15,0-2-4 0,0 1 0 0,-4-8 0 16,4 8 0-16,-4-1-8 0,0 1 12 0,0 4-12 16,0-5 12-16,0 8-12 0,-4-4 0 0,-4 7 0 15,4-3 0-15,4 3 8 0,0 0 7 0,-13 0 1 0,5 3 0 16,-3-3 0-16,3 7 0 0,-8-4 0 0,3 4 0 15,-3-3-28-15,3 2-6 0,-3 4-1 0,5-2 0 16,-2-5 19-16,1 7 0 0,4 1 0 0,0-1 0 16,-4-3-16-16,4 4 3 0,4-8 1 0,-4 10 0 15,4-2 12-15,4-1 16 0,0-10-3 0,0 10-1 16,0 1-12-16,0-11 0 0,8 3 0 0,0 4 0 16,-8-7 0-16,12 11 0 0,4-11 0 0,1 9 0 15,-6-9 0-15,2 0 0 0,3 0 0 0,0 0 0 16,0 0 0-16,-3-3 8 0,-2-3-8 0,5 6 0 15,-8-4 0-15,0-3 9 0,5 7-9 0,-1-10 8 0,-8 10-8 16,4-7 8-16,-4 3-8 0,0-6 8 0,0 3-8 16,-4 7 12-16,0 0-12 0,-4-11 12 0,4-8-12 0,-4 11 10 15,-8-2-10-15,12 7 10 0,-4-4-10 0,-4 3 8 16,-1-3-8-16,1 7 8 0,-3 0-8 0,-2 0 0 16,-3-3 0-16,5-4 0 0,-7 14 0 0,10-4 0 15,0 4 0-15,-3-3 8 0,-2 3-8 0,2-4 0 16,-6-3-12-16,13 10 12 0,-4-10-8 0,8 0 8 15,0 0 0-15,0 0 0 0,0 0 0 0,0 0 0 16,0 0 12-16,0 0-4 0,4 11-8 0,0-5-14 16,-4-6 3-16,4 10 1 0,13-2 10 0,-9-5 0 15,3-3 0-15,-3 0 0 0,5 7 0 0,-5-7 0 16,3 0 0-16,2 0 8 0,-5 0-8 0,-8 0 0 0,13 0 0 16,-13 0 0-16,0 0-8 0,0 0 8 0,8 0-8 15,-8 0 8-15,0 0 0 0,0 0 0 0,0 0 0 0,0 0 0 16,0 0 0-16,0 0 0 0,0 0 0 0,0 0 8 15,0 0-8-15,-8-7 0 0,-5 7 0 0,10-3 0 16,-10-5 0-16,0 8 0 0,5 0 0 0,-3 0 0 16,-2 0 0-16,5-3 0 0,8 3 0 0,-11 3 0 15,3-6 0-15,-1 3 0 0,1-7 0 0,8 7 0 16,-8 0 0-16,8 0 0 0,-8 7 0 0,8-7 0 16,-8 0 0-16,4 0 0 0,-4 0 0 0,8 0 0 15,0 0 0-15,0 0 0 0,0 0 0 0,0 0 0 16,-8 0 0-16,8 0-8 0,0 0 8 0,0 0 0 15,0 0 0-15,0 0 0 0,0 0 0 0,0 0 0 16,0 0 0-16,0 0 0 0,0 0 0 0,0 0 0 16,0 0 0-16,0 0 0 0,0 0 0 0,0 0 0 0,0 0 0 15,0 0 0-15,0 0 0 0,12-7 0 0,-4 7 0 16,0 0 0-16,0 0 0 0,4 0 0 0,-12 0 0 0,4 0 0 16,13-6 0-16,-6 6 0 0,2 0 0 0,-5 0 0 15,3-3 0-15,-3 3 8 0,10 0-8 0,-7 0 0 16,5 0 0-16,-3 0 0 0,-2 0 12 0,6 0-3 15,-5-8 0-15,4 8 0 0,0-3-9 0,0-4 0 16,1 4 0-16,-1-4 0 0,-4 3 0 0,4-3 0 16,-4 7 0-16,4-3 0 0,0-4 0 0,-3-4 0 15,-2 11 0-15,13-6 0 0,-6 2 0 0,-2 4 0 16,-5-6 0-16,13 6 0 0,-7-4 0 0,3 4 0 0,0-7 0 16,-4 7 0-16,8 0 0 0,-8-3 0 0,8 3 0 15,-3 0 0-15,3-7 0 0,0 7 0 0,5 0 0 16,-13 0 0-16,13-3 0 0,-9-5 0 0,0 8 0 15,8 0 0-15,-4 0 0 0,-8-3 0 0,8-4 0 0,0 7 0 16,-3-6 8-16,0 2-8 0,3 4 0 0,-4 0 8 16,4-7-8-16,-4 7 0 0,5 0 0 0,-1-4 0 15,0 4 0-15,0-6 0 0,5 6 0 0,-2 0 0 16,2 0 0-16,3 0 0 0,1 0 8 0,-1 0-8 16,-8-3 0-16,5 3 12 0,6 0-12 0,-6 0 12 15,3 0-12-15,-3-8 0 0,-1 8-10 0,-4-3 10 16,5 3 0-16,-1-7 0 0,0 7 0 0,4-3 0 15,-3-4 0-15,0 7 0 0,3 0 0 0,-5-3 0 16,2-5 0-16,11 8 0 0,-12-6 0 0,1 2 0 16,0 4 8-16,-5-6-8 0,3 6 0 0,2 0 0 0,0 0 0 15,-5 0 0-15,4-5 0 0,0 5 0 0,0-6 0 16,-4 6 0-16,0 0 8 0,5-4-8 0,-8 4 8 0,6-6-8 16,2 6 9-16,-5 0-9 0,4-3 0 0,-7 3 0 15,-1-8 0-15,4 8-10 0,-4 0 10 0,4-3 0 16,-8-4 0-16,8 7 0 0,-11 0 0 0,3 0 0 15,0 0 0-15,5 0 0 0,-5-7 0 0,0 4 0 16,-4 3 0-16,4 0 8 0,4 0-8 0,-11 0 0 16,2 0 0-16,5 0 0 0,5 0 0 0,-13-8 0 15,4 8 0-15,0 0-12 0,4 0 12 0,-3 0 0 16,-5-3 10-16,0 3-10 0,3-6 0 0,-2 6 0 16,-5 0 0-16,8 0 0 0,-12 0 0 0,0 0 0 15,4 0 11-15,-4 0-11 0,13-4 0 0,-13 4 0 0,0 0 0 16,0 0 0-16,0 0 8 0,0 0-8 0,0 0 0 0,0 0 0 15,0 0 0-15,0 0 0 0,0 0 0 0,0 0 0 16,0 0 8-16,0 0-8 0,0 0 0 0,0 0 0 16,0 0 0-16,0 0 0 0,0 0 0 0,0 0 0 15,0 0 9-15,0 0-9 0,0 0 0 0,0 0 9 16,0 0-9-16,0 0 0 0,0 0 0 0,0 0 0 16,0 0 0-16,-5 10 0 0,5-10-12 0,0 3 12 15,0-3 0-15,0 0 0 0,0 0 12 0,-8 8-4 16,8-8-8-16,0 10 0 0,-8 0 0 0,8-10 0 15,0 8 0-15,0-5 0 0,-8 7 0 0,8 1 0 16,0-1 0-16,0 4 0 0,0-4 0 0,-4 0 0 16,4 4 0-16,-9-4 0 0,9 1 0 0,0 5 0 0,0-5 0 15,0-1 0-15,0 1-9 0,0-1 9 0,0 7 0 16,0-7 0-16,0 8 0 0,-3-5 0 0,3 4 0 16,-8-7 0-16,16 8-12 0,-16-4 12 0,8 3 0 15,0-6 0-15,0 5 0 0,0-5 0 0,0-1 0 0,0 1 0 16,0-1 0-16,0 0 0 0,8 1 0 0,-5-2 8 15,-3-9-8-15,0 11 0 0,0-11 0 0,0 7 0 16,0-7 0-16,0 10 0 0,0-10 0 0,0 11 8 16,0-11-8-16,0 10 0 0,0-10 0 0,0 0 0 15,0 6 0-15,0-6 0 0,0 11 9 0,0-8-9 16,0-3 8-16,0 0-8 0,0 0 0 0,0 10 0 16,0-10 0-16,0 8 0 0,0 2 0 0,0-10 0 15,0 0 0-15,0 0 0 0,0 6-13 0,0-6 5 0,0 0 8 16,0 0-13-16,0 11 13 0,0-11 15 0,0 0-3 15,0 0-1-15,-3 4-11 0,3-4 0 0,0 10 0 0,0-10 0 16,0 7 0-16,0-7 0 0,0 10 8 16,0-10-8-16,0 0 16 0,0 3 0 0,0-3 1 0,0 7 0 15,0-7-26-15,0 0-6 0,0 0-1 0,0 11 0 16,0-11 16-16,-8 10 8 0,8-10 0 0,0 0-8 16,0 6 8-16,0-1-8 0,0 5 0 0,0-10 0 15,0 6 0-15,0-6 0 0,0 11 0 0,0-11 0 16,0 4 8-16,0 2-8 0,0 4 0 0,0-10 0 15,0 0 0-15,0 0 0 0,0 0 8 0,-5 8-8 16,5-8 0-16,0 3 0 0,0-3 0 0,0 0 0 16,0 0 8-16,0 0-8 0,0 10 0 0,0-10 0 15,0 0 8-15,0 0-8 0,0 0 0 0,0 0 0 0,0 0 8 16,0 0-8-16,0 0 0 0,0 0 0 0,0 0 10 16,0 0-10-16,0 0 8 0,0 0-8 0,0 0 0 15,0 0 8-15,0 0-8 0,0 0 0 0,0 0 0 16,0 0 8-16,0 0-8 0,0 0 0 15,0 0-70-15,0 0-19 0,0 0-4 16,0 0-1-16,0 0-86 0,0 0-16 0,0 0-4 0,0-10-875 16</inkml:trace>
  <inkml:trace contextRef="#ctx0" brushRef="#br0" timeOffset="43">8404 10318 990 0,'-4'-6'44'0,"0"1"8"0,0-1-41 0,-4 6-11 0,-5 0 0 0,5-3 0 15,4-4 28-15,-8 7 3 0,8 0 1 0,-4 0 0 16,4-3-52-16,-4 3-9 0,4-8-3 0,-8 8 0 0,7 0 32 0,-3 0 0 16,0 0 0-16,0 0 0 0,-3-7 20 0,3 7 9 15,0 0 3-15,-5 0 0 0,0 0 25 0,-3 0 6 16,5 0 1-16,3 0 0 0,-5 0 0 0,1 0 0 15,0 0 0-15,0 7 0 0,0-7-28 0,4 0-4 16,-4 0-2-16,0 0 0 0,0 0 12 0,-1 0 2 16,2 0 1-16,6 8 0 0,-3-8-3 0,0 3-1 15,8-3 0-15,-8 0 0 0,-5 0 11 0,5 0 1 16,8 0 1-16,-8 0 0 0,-3 0-20 0,11 0-4 16,0 0-1-16,0 0 0 0,0 0 6 0,0 0 1 15,0 0 0-15,0 0 0 0,0 0 0 0,0 0 1 16,0 0 0-16,0 0 0 0,0 0-10 0,0 0-3 0,0 0 0 15,11 0 0-15,2 0-5 0,-1 0-2 0,5 0 0 16,-1 0 0-16,-5-3 8 0,14 3 2 0,-5-8 0 0,4 8 0 16,-8 0-12-16,12 0-3 0,-4 0 0 0,5-7 0 15,11 4 4-15,-11 3 1 0,11-6 0 0,5 6 0 16,-5-4-1-16,9-3-1 0,-6 7 0 0,2-4 0 16,-4 4-2-16,7-6 0 0,-3 6 0 0,-5 0 0 15,-8 0-3-15,8 0-1 0,2 0 0 0,-2 0 0 16,4 0-9-16,-7 0 8 0,-5 0-8 0,8 0 8 15,-3 0-8-15,-5 0 10 0,4-4-10 0,-4-3 10 16,-3 7 0-16,3 0 0 0,-11 0 0 0,6 0 0 16,-6 0-10-16,0-4 12 0,-5-2-12 0,8 6 12 15,-13 0-12-15,6 0 0 0,-5 0 9 0,4 0-9 0,-4 0 0 16,-8 0 9-16,8 0-9 0,0 0 0 0,5 0 8 16,-9-7-8-16,-5 4 0 0,-3 3 0 0,13 0 0 15,-10 0 0-15,-3 0 8 0,0 0-8 0,0 0 0 16,0 0 0-16,0 0 8 0,0 0-8 0,0 0 0 15,0 0 0-15,0 0-13 0,0 0 5 16,0 0-21-16,0 0-4 0,0 0-1 0,0 0 0 16,0 0-89-16,0 0-17 0,-3 10-4 0,-2-4-1 15,-3-2-81-15,5 7-16 0,-5-5-3 0,0-2-1 0</inkml:trace>
  <inkml:trace contextRef="#ctx0" brushRef="#br0" timeOffset="44">8302 10624 345 0,'0'0'31'0,"0"0"-31"16,0 0 0-16,0 0 0 0,0 0 163 0,0 0 26 15,0 0 6-15,0 0 1 0,0 0-94 0,0 0-18 16,0 0-4-16,0 0-1 0,0 0-13 0,0 0-2 16,0 0-1-16,0 0 0 0,0 0 37 0,0 0 8 15,0 0 2-15,0 0 0 0,0 0-26 0,0 0-4 16,0 0-2-16,5 0 0 0,-5 0-31 0,0 0-7 15,12-3 0-15,-4-3-1 0,0 6 2 0,0-5 1 16,-4-1 0-16,12 6 0 0,-4-4-2 0,1-2 0 0,3 6 0 0,4 0 0 16,-4-8 1-16,4 5 0 0,1 3 0 15,-2-7 0-15,5 4-7 0,2 3-2 0,-7-7 0 0,5 7 0 16,1 0-12-16,-5 0-4 0,4 0 0 0,1 0 0 16,-6-4-5-16,6 4-2 0,-9 0 0 0,4-7 0 15,-4 7-1-15,0 0-8 0,-3 0 12 0,-1-3-4 16,0 3-8-16,-4 0 0 0,5 0 9 0,-13 0-9 15,8 3 0-15,-8-3 8 0,8-3-8 0,0 3 0 16,-5 0 0-16,-3 0 8 0,0 0-8 0,13 3 0 16,-5-3 0-16,0 0 0 0,4-3 0 0,-4 3 8 15,0 0-8-15,4 0 0 0,-4 0 0 0,4 0 0 16,-4-7-8-16,5 7 8 0,-2 0-8 0,2 0 8 16,-2 0-69-16,2-3-9 15,-5-5-2-15,-8 8-778 0,13 0-156 0</inkml:trace>
  <inkml:trace contextRef="#ctx0" brushRef="#br0" timeOffset="3.647">10116 1031 115 0,'0'0'0'0,"0"0"10"0,0 0-10 0,0 0 0 0,0 0 0 0,0 0 0 15,0 0 171-15,0 0 32 0,0 0 6 0,0 0 2 16,0 0-98-16,0 0-19 0,0 0-4 0,0 0-1 16,0 0-15-16,0 0-3 0,0 0-1 0,0 0 0 15,4-4-20-15,-4 4-4 0,0 0-1 0,0 0 0 16,0-6-9-16,0 6-3 0,0 0 0 0,0 0 0 0,0 0-11 16,0 0-2-16,0 0-1 0,0 0 0 0,0 0-3 15,0 0 0-15,0 0 0 0,0 0 0 0,0 0 12 16,0 0 1-16,0 0 1 0,0 0 0 0,0 0 6 0,0 6 2 15,0-6 0-15,0 10 0 0,0 2-10 0,-4-2-1 16,1-1-1-16,-1 7 0 0,-3-7-7 0,0 7-2 16,3-3 0-16,-3 2 0 0,0 4 3 0,0-3 0 15,-3 2 0-15,-1 1 0 0,-3-3-4 0,10 9-1 16,-6-12 0-16,-1 12 0 0,1-6-5 0,-1 9-1 16,-3-13 0-16,10 4 0 0,-6 0-9 0,-1 0 0 15,8-3 0-15,-4 2 8 0,0-8-8 0,3 5 0 16,1-5 0-16,-1-4 0 0,-3-3 0 0,7 7 0 15,0-10 0-15,0 0 0 0,0 0 0 0,0 0-14 0,0 6 2 16,0-6 0 0,0 0-44-16,0 0-8 0,0 0-1 0,0 0-1 15,0 0-148-15,11-6-30 0</inkml:trace>
  <inkml:trace contextRef="#ctx0" brushRef="#br0" timeOffset="3.647">10412 1018 403 0,'0'0'17'0,"0"0"5"0,0 0-22 0,0 0 0 15,-3 3 0-15,-1 3 0 0,-6-2 135 0,6 2 22 16,-3-3 5-16,4 3 1 0,-8-3-61 0,8-3-12 15,3 0-2-15,-7 10-1 0,-1-4-6 0,5-6-1 16,3 0 0-16,0 0 0 0,0 0-4 0,-4 9-2 16,-6-9 0-16,-1 10 0 0,11-10-7 0,0 6-2 15,-14-3 0-15,4 7 0 0,10-4-16 0,-7-3-3 16,3 3-1-16,-3-2 0 0,7-4-45 0,-7 12 0 16,7-12 0-16,-4 0 0 0,-3 3 8 0,7-3 1 15,0 0 1-15,0 0 0 0,0 0-10 0,0 0 0 16,0 0 0-16,0 0-11 0,0 0 11 0,0 0 14 15,0 0-3-15,0 0-1 0,11 0-2 0,-1 0 0 16,-10 0 0-16,8 0 0 0,-1 0-8 0,3 0 0 16,-3 0 0-16,-7 0 0 0,0 0 0 0,7 0 0 0,4-3 0 0,3 3 0 15,-7 0 0-15,-7 0 0 0,0 0 0 0,11 3 0 16,-1-3 0-16,-3 6 0 0,-7-6 0 0,7 4 0 16,-3 2 0-16,-4-6 0 0,0 0 0 0,10 3 0 15,-6 6 0-15,-1-2 0 0,1-4 0 0,-4 3 0 16,0 3 0-16,0 1 0 0,0-1 0 0,-4 1 0 15,4-1 8-15,0-3-8 0,0 10 0 0,0-13 8 16,0 7-8-16,-3-1 0 0,3 0 0 0,-4-2 0 16,4-7 10-16,0 9-10 0,-3 1 12 0,-4-1-12 15,7 0 20-15,0 1-2 0,-4-4-1 0,-3 3 0 16,4-5-1-16,-8 8-1 0,1-9 0 0,6 4 0 16,-7-4-7-16,1 6-8 0,-1-3 11 0,8-3-11 15,-11 4 10-15,7-4-10 0,-4 3 8 0,4-3-8 0,-11 4 0 16,11-7 0-16,-3 6 0 0,-1-3 0 0,0-3 0 15,1 0 0-15,-4 0 0 0,3 0 0 16,1 6-26-16,3-6-4 16,0-6-1-16,-4 6 0 0,11 0-1 0,0 0-1 0,0 0 0 15,0 0 0-15,-11 0-22 0,11 0-4 0,0 0-1 0,0 0 0 16,0-9-19-16,0-1-4 0,0-6-1 0,11 7-750 16</inkml:trace>
  <inkml:trace contextRef="#ctx0" brushRef="#br0" timeOffset="3.647">10360 1018 576 0,'0'0'25'0,"0"0"6"0,0 0-31 0,0 0 0 16,0 0 0-16,0 0 0 0,0 0 148 0,0 0 24 15,0 0 5-15,0 0 1 0,0 0-59 0,0 0-12 16,0 0-3-16,0 0 0 0,0 0-24 0,0 0-6 16,0 0-1-16,0 0 0 0,0 0-4 0,0 0-1 15,0 0 0-15,0 0 0 0,10 3-7 0,-10-3-1 16,0 0-1-16,11 0 0 0,-1 0-8 0,-10 0-2 16,0 0 0-16,14 6 0 0,-3-2-39 0,0-4-10 15,-1 0 0-15,-3 0 0 0,4 0 8 0,3 0 0 16,-4-4 0-16,1-2 0 0,3 6-8 0,-3 0-9 15,-1-3 9-15,1 3-13 0,0 0 13 0,-1-6 0 16,-3-1 0-16,4 4-9 0,-1 3 9 0,-6 0-13 16,6 0 5-16,-10 0 8 15,11 0-44-15,-11 0-2 0,0 0 0 0,0 0 0 16,7 0-139-16,-7 0-28 0,0 0-6 0</inkml:trace>
  <inkml:trace contextRef="#ctx0" brushRef="#br0" timeOffset="3.647">10871 1031 576 0,'0'0'25'0,"0"0"6"0,0 0-31 0,0 0 0 16,0 0 0-16,0 0 0 0,-7 0 181 0,7 0 31 15,0 0 5-15,0 0 2 0,-4 0-111 0,-6 6-21 16,6-3-5-16,-3 3-1 0,7-3-7 0,-10 7-2 16,10-1 0-16,-7 7 0 0,0-7-8 0,-4 7-3 15,4-3 0-15,0 2 0 0,-4 4-9 0,-3 0-1 16,4 3-1-16,-4 0 0 0,3-3-14 0,0 2-2 0,1-2-1 16,-4 0 0-16,3 0-15 0,4 0-3 0,0-4-1 0,-4 4 0 15,1 0-6-15,6-10-8 0,-6 7 11 0,6 0-11 16,-3-4 0-16,4-2 0 0,-8 5-12 0,11-11 3 15,0 8-10-15,-4-9-1 0,-3-3-1 0,7 0 0 32,0 0-83-32,0 10-17 0,0-10-3 0,0 0-512 0,0 0-103 0</inkml:trace>
  <inkml:trace contextRef="#ctx0" brushRef="#br0" timeOffset="3.647">11016 1074 345 0,'0'0'31'0,"0"0"-31"0,0 0 0 0,0 0 0 16,0 0 194-16,0 0 33 0,0 0 6 0,0 0 2 15,0 0-85-15,0 0-17 0,0 0-3 0,0-6-1 16,3 3-25-16,-3 3-6 0,0 0-1 0,0-6 0 16,0 6-40-16,7-10-8 0,-7 10-1 0,4 0-1 0,-1-9-19 15,8 6-4-15,-11-3-1 0,11 6 0 0,-11 0-6 0,7-10-1 16,0 10 0-16,0-3 0 0,-4 3-1 0,8-13-1 16,-11 13 0-16,3-3 0 0,8 3 4 0,-1 0 1 15,-10 0 0-15,8 0 0 0,-1 0-10 0,-7 0-1 16,0 0-8-16,10 0 12 0,-10 0-12 0,7 0 8 15,-7 0-8-15,4 3 0 0,-4-3 8 0,0 0-8 16,3 13 0-16,4-4 9 0,-3-5-9 0,-4 5 0 16,0 0 9-16,0 1-9 0,0 5 9 0,0-5-9 15,0-1 12-15,0 7-12 0,-4-7 11 0,-3 7-11 16,4-3 10-16,3-4-10 0,-4 7 9 0,-3-7-9 16,7 10 8-16,-10 0-8 0,10-10 8 0,-7 1-8 0,-1 5 0 15,-2-5 8-15,10 5 0 0,-11-2-8 0,8-4 12 0,-8 7-4 16,1-7-8-16,3 7 12 0,0-7-12 15,-4 7 12-15,-3-3-12 0,3-4 0 0,1 0 0 0,6 1 0 16,-6-4 0-16,-1 4 0 0,-3-1 0 0,3 0 0 16,1 1 8-16,6-10-8 0,-10 6 12 0,7 3-4 15,0-9-8-15,0 0 0 0,-4 4 0 0,1 2 0 16,6-6 0-16,4 0 0 0,-10 0 0 0,6 0 0 16,-7 0 0-16,1-6 0 0,10 6 0 0,0 0 0 15,-4-4-19-15,4 4 4 0,0 0 1 0,0-6 0 16,4-3 2-16,-4-1 1 0,7 1 0 0,-4 0 0 15,1-7 11-15,7 6-10 0,-1 1 10 0,-6 0-10 16,6-1 0-16,1 7 0 0,3-3 0 0,-7 0 0 16,-3 2 10-16,6 4 0 0,-10 0 8 0,4-9-8 15,-4 9 11-15,10 0-3 0,-3 0 0 0,-3 0 0 0,-4 0-8 16,14 3 8-16,-14-3-8 0,11 6 8 0,-1-6 4 0,-6 4 0 16,-4-4 0-16,10 12 0 0,1-9 0 0,-11 13 0 15,10-7 0-15,-6 1 0 0,-4-1 12 0,7 1 4 16,-3-1 0-16,-4 0 0 0,0 1-16 0,7-4-4 15,-4 3 0-15,1 7 0 0,-4-13-8 0,7 7 10 16,-4-1-10-16,-3 0 10 0,7-2-10 0,-7-7 0 16,0 0 0-16,4 9 8 0,-1-6-8 0,-3-3 0 15,0 0-10-15,0 0 10 16,0 0-77-16,11 7-10 0,-11-7-1 0,0 0-675 16,0 0-134-16</inkml:trace>
  <inkml:trace contextRef="#ctx0" brushRef="#br0" timeOffset="3.647">11234 1103 460 0,'0'0'20'0,"0"0"5"0,0 0-25 0,0 0 0 15,0 0 0-15,0 0 0 0,0 0 251 0,0 0 45 16,0 0 8-16,0 0 3 0,0 0-178 0,0 0-35 16,0 0-7-16,0 0-2 0,7 0-3 0,-7 0-1 15,0 0 0-15,8-10 0 0,-8 7-20 0,0 3-4 0,0 0-1 16,0 0 0-16,10-6-22 0,-3 6-5 0,-3 0-1 0,6 0 0 15,-6 0-11-15,6 0-2 0,-10 0-1 0,11-3 0 16,0 3-2-16,-1-7-1 0,-3 7 0 0,4 0 0 16,6 0-11-16,-10 0 8 0,4 0-8 0,0 0 8 15,3 0-8-15,-4 0 0 0,1 0 0 0,0 0 8 16,-1 0-8-16,-6 0 0 0,10 0 9 0,-7 7-9 16,-4-7 12-16,8 0-3 0,-8 0 0 0,-3 0 0 15,0 0 1-15,0 0 0 0,11-7 0 0,-11 7 0 16,11 0-10-16,-11 0 0 0,0 0 0 0,0 0 8 15,3 0-8-15,-3 0 0 0,0 0 9 0,0 0-9 16,0 0 8-16,0 0-8 0,0 0 8 0,0 0-8 16,0 0 0-16,0 0 9 0,0 0-9 0,0 0 0 15,0 0 0-15,0 0 0 0,0 0 0 0,0 0 0 16,0 0 0-16,0 0 0 0,0 0 0 0,0 0 0 0,0 0 0 16,0 0 0-16,0 0 0 0,0 0 0 0,0 0 8 15,0 0-8-15,0 0 0 0,0 0 0 0,0 0 19 0,0 0-3 16,0 0-1-16,0 0 0 0,0 0-7 0,0 0-8 15,0 10 11-15,-3-4-11 0,3-3 8 0,-4 7-8 16,-3-4 0-16,3 3 0 0,-3-9 0 0,4 10 0 16,-8-4 0-16,1 3 0 0,6 1 0 0,-6 2 0 15,-1-2 0-15,0 5 0 0,4 1 11 0,0-3-2 16,-3 2 0-16,-4 4 0 0,-8 0-9 0,8 0 0 16,4 3 0-16,-4 0 8 0,0-7 0 0,-1 4 0 15,5-3 0-15,-1 3 0 0,1-10-8 0,-1 7 0 16,1-4 0-16,10-2 0 0,-8-1 0 0,1-3 0 0,7 4 8 15,-10-4-8-15,10-3-16 0,0-3-4 0,0 0-2 16,0 10 0 0,0-10-147-16,0 0-30 0,0 0-5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16T11:03:40.047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987 242 370 0,'0'-16'16'0,"-3"13"4"0,-4-4-20 0,3 7 0 0,4 0 0 0,0-3 0 16,-10-3 20-16,10 6 0 0,-7-3 0 0,3-3 0 15,1-1-20-15,-5 4 0 0,5 3 0 0,3 0-8 16,-7 0 8-16,0 0 0 0,-4-6 0 0,4 6 0 16,4-3 32-16,-11 3 1 0,7 0 1 0,-4 0 0 15,4-6 5-15,-4 6 1 0,4 0 0 0,-3 0 0 16,3 0 12-16,-4-4 4 0,4 4 0 0,3 0 0 15,-6 0-4-15,6-6-1 0,4 6 0 0,-10 0 0 16,10 0 2-16,0 0 1 0,-7 0 0 0,7 0 0 16,0 0-9-16,0 0-1 0,-7 0-1 0,0 6 0 15,7-6-10-15,0 0-1 0,-4 4-1 0,4-4 0 16,-7 0-15-16,7 0-4 0,0 0 0 0,0 0 0 16,0 0-12-16,-4 9 0 0,4-9 0 0,0 0 0 15,0 0 0-15,0 0 11 0,0 0-11 0,11 6 10 16,-7-3 12-16,3 4 2 0,-7-7 1 0,14 6 0 15,-4-3 10-15,4-3 1 0,-3 0 1 0,0 6 0 16,-4-6-15-16,10 3-3 0,-3-3-1 0,-3 10 0 0,3-10-6 16,7 6-2-16,-7-6 0 0,8 0 0 0,-5 3-10 0,4 4 10 15,4-7-10-15,0 0 10 0,6 0 0 0,-2 0 0 16,2 0 0-16,8 0 0 0,-3 0 6 0,-1 3 2 16,-7-3 0-16,7 6 0 0,1-12-10 0,-5 6-8 15,8 6 9-15,-4-6-9 0,1 0 20 0,-1 0-3 16,0 0 0-16,-3 0 0 0,10 0-2 0,-6 0-1 15,-1 0 0-15,0 0 0 0,4 0 6 0,-4 0 0 16,1 6 1-16,-1-3 0 0,-3-3-21 0,3 0 0 16,0 0 0-16,7 0 0 0,-3 0 14 0,7 0-2 15,-11 0 0-15,4 0 0 0,7 0 1 0,-11 0 0 16,8 0 0-16,-1 0 0 0,-7-3-4 0,1 3-1 0,2-6 0 16,1 6 0-16,-4-9 19 0,1 9 3 0,3 0 1 15,3 0 0-15,-7-7-31 0,7 7 0 0,-6-3 0 0,3 6-10 16,-1-3 10-16,1 7 0 0,-4-7 0 0,1 0 8 15,-8 0-8-15,7 0 0 0,-3 0 0 0,3 0 0 16,4 0 0-16,-4 0 0 0,1 0 0 0,-1 0 0 16,7 0 0-16,1-7 8 0,-8-2-8 0,0 6 0 15,4-4 0-15,-4 7 9 0,-3-9-9 0,3 9 0 16,1-3 13-16,-5-3-4 0,1 6-1 0,0 0 0 16,3 0-8-16,-3 0 8 0,-4-7-8 0,4 7 8 15,-8 0-8-15,5 0 0 0,-1 0 9 0,-3 0-9 16,-1 0 0-16,1 0 0 0,0-3 0 0,-1 3 0 15,1 0 0-15,-4 0 0 0,4 0 0 0,0 0 0 0,-8 0 0 16,1 0 8-16,7 3-8 0,-8-3 0 0,4 0 0 16,1 0 0-16,-1 0 0 0,0 0 0 0,4 0 0 15,-1-3 0-15,-6 3 0 0,0 0 8 0,3 0-8 0,0 0 8 16,0 0-8-16,4 0 8 0,-8 0-8 16,5 0 0-16,-5 0 0 0,4 3 8 0,-7-3-8 0,1 7 0 15,2-7 0-15,-3 6 0 0,0-6 0 0,-3 0 0 16,0 0 0-16,-1 0 0 0,4-6 0 0,-3 6 9 15,-1 0-9-15,1 0 0 0,0 0 13 0,-1 0-4 16,1-7-1-16,-1 4 0 0,-3 3 0 0,4 0-8 16,0-6 12-16,-1 6-4 0,-3-3-8 0,0-3 0 15,0 6 0-15,-3 0 8 0,-4 0-8 0,7 0 0 16,0 0-12-16,-7 0 12 16,0 0-84-16,0 0-8 0,0 0-3 0,7 0-631 0,0 9-126 15</inkml:trace>
  <inkml:trace contextRef="#ctx0" brushRef="#br0" timeOffset="1557.89">772 383 115 0,'0'0'0'0,"0"0"10"0,-3 3-10 0,3 3 0 15,0-6 0-15,-7 3 0 0,7 3 161 0,0-6 31 16,0 0 5-16,0 0 2 0,0 0-115 0,0 4-24 16,0-4-4-16,7 9 0 0,-4-3-8 0,8 4-2 15,-1-10 0-15,1 6 0 0,-4-3-6 0,4-3 0 16,3 6-1-16,3-2 0 0,-3-4-20 0,1 0-4 16,-1 0-1-16,3 6 0 0,1-6 27 0,3 3 6 15,0-3 1-15,4 0 0 0,3 6-17 0,4-6-3 16,3 3-1-16,0-3 0 0,-3 7 7 0,3-7 2 0,1 0 0 15,6 0 0-15,-7 0-18 0,4 0-3 0,0 0-1 0,3 0 0 16,-3 0 4-16,7 0 1 0,3-7 0 0,1 7 0 16,-1 0-5-16,-3 0-1 0,3 0 0 0,1 0 0 15,-8 0 7-15,8 0 2 0,-8 0 0 0,11 0 0 16,-4 0-6-16,4 0 0 0,-7 0-1 0,3 0 0 16,1 0-4-16,-4 0-1 0,-4 0 0 0,7 0 0 15,-10 0 2-15,7 0 0 0,-4-3 0 0,4 3 0 16,-4 0 11-16,8-6 2 0,-1 6 1 0,-3-3 0 15,4-3-26-15,-8 6 0 0,4 0 0 0,-4-4 0 16,0 4 0-16,1-6 0 0,-8 6 0 0,7 0 8 16,1 0-8-16,-1 0 0 0,0 0 0 0,1 0 0 15,-1 0 13-15,-3 0-2 0,0 0-1 0,3 0 0 0,-7 6 2 16,-3-6 1-16,3 0 0 0,1 0 0 0,-1-6 1 16,-3 6 0-16,3 0 0 0,0-3 0 0,0-3 0 0,1 6 0 15,-1-7 0-15,4 7 0 0,-4 0-2 0,-10 0 0 16,6 0 0-16,-2 0 0 0,-1 0-4 0,-3 0-8 15,-1 0 11-15,1 0-11 0,-4 7 14 0,0-7-4 16,0 0-1-16,1 0 0 0,-5 0-9 0,4 0 0 16,1 0 9-16,-1 0-9 0,-4 0 0 0,5 0 8 15,-5 6-8-15,4-6 0 0,-3 3 0 0,3-3 0 16,0 0 0-16,1 0 0 0,-1 0 0 0,-4 0 0 16,5-3 0-16,-5 3 8 0,1-6-8 0,-1 6 8 0,1 0-8 15,-4 0 8-15,0 0-8 0,0 0 0 0,1 0 0 16,2 0 8-16,-6 0-20 0,3 0-3 0,-4 0-1 15,5 0 0 1,-1 6-131-16,0-3-26 0,3-3-6 0,1 10-765 0</inkml:trace>
  <inkml:trace contextRef="#ctx0" brushRef="#br0" timeOffset="11315.821">24 7184 403 0,'-17'-6'36'0,"17"6"-36"0,0-3 0 0,0 3 0 0,-4-6 292 0,1 2 52 15,3-2 11-15,0 6 1 0,0 0-277 0,3-3-56 16,-3 3-11-16,0 0-3 0,4-6 7 16,3 3 2-16,-7 3 0 0,0 0 0 0,0 0-6 0,0 0 0 15,0-13-1-15,0 13 0 0,0 0 35 0,0 0 7 16,0 0 2-16,0 0 0 0,0 0-24 0,0 0-5 16,0 0-1-16,0 0 0 0,0 0-5 0,0 0-2 15,0 0 0-15,0 0 0 0,0 16 2 0,0-7 0 16,0 7 0-16,0-4 0 0,0 4-11 0,3-7-1 15,-3 10-8-15,7-3 12 0,-3 3 7 0,-1 0 1 16,4-1 0-16,-3 7 0 0,3 4-11 0,-4-4-1 16,5 3-8-16,-5 6 12 0,1 1 16 0,3 3 2 15,-7 2 1-15,0-2 0 0,0 6-39 0,-7-6-8 0,7-4-2 16,-4 4 0-16,4-4 18 0,0 1 0 16,-3-7 0-16,3 0 0 0,0 7 20 0,0-7 2 0,0-3 0 15,0 3 0-15,0 3-6 0,3-2-2 0,-3-1 0 16,4-3 0-16,-4 3-2 0,7-3-1 0,-7-6 0 15,0 6 0-15,3-6-11 0,-3 0 0 0,7 0 0 0,-7-4 0 16,4-2 13-16,-4 3 1 0,0-7 0 0,0 0 0 16,0 7 5-16,0-13 1 0,0 13 0 0,-4-7 0 15,-3-2-20-15,7-4-16 0,-3 6 4 0,3-3 0 16,0-6 12-16,0 3 15 0,0-3-3 0,-7 10-1 16,7-10-11-16,0 0 12 0,-4 0-12 0,4 0 12 15,0 0-12-15,0 0 0 0,0 0 0 0,0 0 8 16,0 0-8-16,0 0-9 0,0 0 9 0,0 0-13 15,0 0-43-15,0 0-9 16,0-10-2-16,4 1 0 0,3 0-190 16,-7-1-39-16,0-15-7 0,3 6-1 0</inkml:trace>
  <inkml:trace contextRef="#ctx0" brushRef="#br0" timeOffset="11945.484">384 7727 1036 0,'0'-16'23'0,"0"16"5"0,0 0 0 0,0 0 1 0,0 0-29 0,0 0 0 0,0-6 0 0,0 6 0 15,0 0 57-15,0 0 6 0,0 0 1 0,0 0 0 16,0 0 51-16,0 0 10 0,0 0 3 0,0 0 0 15,0 0-52-15,0 0-9 0,0 0-3 0,-10 0 0 16,2 6-51-16,5 3-13 0,-1 1 0 0,-3-4 0 16,4-3 54-16,-4 7 8 0,3-1 2 0,-3-3 0 15,4 4-52-15,-1-1-12 0,-6 1 0 0,2-1 0 16,5-3 0-16,-8 4 0 0,8-1 0 0,-8 0 0 16,1 1 54-16,-1-1 8 0,1 1 2 0,2-1 0 15,-2 7-52-15,-8-7-12 0,11 1 0 0,-3-1 0 16,-1 0 0-16,-3 1 0 0,3-1 0 0,4 4 0 15,4-4-8-15,-8-6-5 0,1 7-1 0,6-4 0 16,1 3 14-16,-5-9 10 0,5 4-2 0,3-4 0 16,0 0 13-16,-11 6 3 0,11-6 0 0,0 0 0 0,-7 6-24 15,7-6 0-15,0 0 0 0,0 0 0 0,0 0 18 16,0 0-1-16,0 0 0 0,0 0 0 0,0 0-9 0,7-6-8 16,4 6 9-16,0 6-9 0,-4-6 0 0,3 3 0 15,1-3 0-15,-1 6 0 0,1-2 0 0,3 2 0 16,-3-3-8-16,3 6 8 0,-4 1 0 0,4-4-10 15,1 4 10-15,2-1-8 0,-10 0 8 0,11 1 0 16,-4-1 8-16,-3 1-8 0,3 2 14 0,-4 1-2 16,4-4 0-16,0 0 0 0,-3 1-2 0,0-1-1 15,3 7 0-15,-4 0 0 0,4-4-9 0,-3 4 0 16,3 3-12-16,-3-4 12 0,6-2 0 0,-10 3 13 16,4 2 0-16,0-2 0 0,-8-3-13 0,4 2 9 15,4-5-9-15,-8-1 8 0,1 0 6 0,3 1 1 0,3-4 0 16,5 4 0-16,-5-1-15 0,-6-9 0 0,3 9 0 0,0-9 0 15,0 7 0-15,3-7 0 0,-10 0 0 0,11 0 0 32,-7 0-131-32,6-7-22 0,-10 4-5 0,11-3-886 0</inkml:trace>
  <inkml:trace contextRef="#ctx0" brushRef="#br0" timeOffset="12757.292">769 8040 979 0,'0'0'87'0,"0"0"-70"15,0 0-17-15,0 0 0 0,-7 0 16 0,7 0 0 16,0 0 0-16,0 0 0 0,0 0 22 0,0 0 4 0,0 0 1 0,0 0 0 16,0 0 57-16,0 0 11 0,0 0 2 0,0 0 1 15,0 0-22-15,0 0-4 0,0 0 0 0,0 0-1 16,7 3-21-16,0-3-4 0,-7 0-1 0,17 0 0 15,-6 0-25-15,-4 7-6 0,4-7-1 0,-1 0 0 16,1-7-7-16,-1 7-2 0,1 0 0 0,-4 0 0 16,4 0 6-16,-1 0 1 0,1-3 0 0,-1 3 0 15,1-6 0-15,-4 6 0 0,3-3 0 0,5-3 0 16,2 2-3-16,-6-2 0 0,-4 3 0 0,11-3 0 16,-4-4-7-16,0 4-1 0,-4-3-1 0,1 6 0 15,-1-7 1-15,5 1 1 0,-1-4 0 0,0 4 0 16,-4-1-17-16,1 1 0 0,3 0 8 0,-3-4-8 15,-8-3 0-15,4 7 0 0,-3-7 8 0,-4 7-8 16,7-10 12-16,-7 10 0 0,0-7-1 0,0 7 0 16,0-4 2-16,0-3 1 0,-7 7 0 0,3-7 0 15,-3 7-14-15,0-1 0 0,0 1 8 0,4 0-8 0,-12-1 0 16,5 4 0-16,10-3 0 0,-11-1-10 0,1 1 10 16,6 2 0-16,-3 4 8 0,4-3-8 0,-4 6 0 0,-1-3 0 15,-2 3 0-15,3-6 0 0,3 12 0 0,-6-6 0 16,-1 0 0-16,-3 3 0 0,11-3 0 0,-8 6 0 15,-3 4-11-15,-4-1 11 0,4 1-10 0,0 5 10 16,0-2-10-16,-7-4 10 0,7 13-9 0,-8-3 9 16,8-7-8-16,-7 14 8 0,7-8 0 0,-7 1-10 15,0 6 10-15,3 0 0 0,4-6-8 0,-4 9 8 16,1-3 0-16,6-6 0 0,0 6 0 0,-3 4 0 16,4-4 0-16,-1 0 0 0,8-3 0 0,-4 3 0 15,3 0 0-15,4-3 0 0,0 0 0 0,0 0 8 16,0-7-8-16,11 4 0 0,-11 0 0 0,7 0 11 15,0-3-11-15,3-1 10 0,4-2-2 0,1-4-8 0,-5 7 12 16,4-7-4-16,7 1-8 0,-10-1 10 0,3 0-10 0,7-2 10 16,-7-4-10-16,8 3 0 0,-8-3 9 0,0 4-9 15,7-7 0-15,-7 6 0 0,7-6 0 0,-7 0-8 32,8-6-28-32,-8 6-4 0,7 0-2 0,-4-7 0 15,-2 4-156-15,2-3-31 0,8-4-7 0,0 1 0 0</inkml:trace>
  <inkml:trace contextRef="#ctx0" brushRef="#br0" timeOffset="13344.881">1291 7836 1497 0,'0'0'32'0,"0"0"8"0,0 0 0 0,0 0 4 0,0 0-36 0,0 0-8 0,0 0 0 0,0 0 0 16,0 0 53-16,0 0 9 0,0 0 2 0,0 0 0 16,0 0 0-16,0 0 0 0,0 0 0 0,0 0 0 15,0 0 0-15,0 0 0 0,0 0 0 0,0 0 0 16,-4 7 0-16,4-7 0 0,0 9 0 0,0 1 0 15,4-1-52-15,-4-6-12 0,7 6 0 0,-4 4 0 16,4-4 47-16,-3 1 6 0,-1-1 2 0,4 1 0 16,4-1-26-16,-7 7-5 0,6-4 0 0,-6-2-1 15,3 5-5-15,3 1-1 0,-10-3 0 0,14 2 0 0,-10-5-7 16,3-1-2-16,0 7 0 0,4-4 0 16,-4 4-8-16,3-7 8 0,-3 1-8 0,4 5 8 0,-4-5-8 15,0-1 12-15,4-6-12 0,-1 7 12 0,1-4-12 16,-1-6 8-16,1 3-8 0,-7 4 8 0,6-7 0 15,-10 0 0-15,0 0 0 0,11 9 0 0,-8-9-18 0,-3 0-4 16,0 0-1-16,0 0 0 16,0 0-34-16,0 0-7 0,7-3-2 0,0-3 0 15,-7-4-87-15,7 4-18 0,-7 6-3 0,4-10-506 16,3-2-100-16</inkml:trace>
  <inkml:trace contextRef="#ctx0" brushRef="#br0" timeOffset="13791.729">1746 7664 1497 0,'-4'-22'66'0,"4"19"14"0,0-3-64 0,0 2-16 0,0-2 0 0,11 3 0 16,-11-3 0-16,0-4 0 0,7 4 0 0,-7 6 0 15,0 0 0-15,0 0 0 0,0 0 0 0,0 0 0 16,0 0 55-16,0 0 7 0,0 0 2 0,0 0 0 15,-7 13 0-15,0-4 0 0,3 0 0 0,-3 1 0 16,0-1 0-16,0 7 0 0,4-3 0 0,-8 2 0 16,11-2-52-16,-7 2-12 0,0 4 0 0,7 0 0 15,-7-3 0-15,3 9 0 0,-6-3 0 0,3 3 0 16,3 0 40-16,-6 0 4 0,6 3 2 0,-7 0 0 16,8 7-25-16,-8-7-5 0,4 10 0 0,-7-4-1 15,4 7-4-15,-5-3-1 0,1-1 0 0,0 4 0 0,-7-3 8 16,7-1 2-16,3-2 0 0,-10 2 0 0,7 4 10 0,0-3 2 15,-4 0 1-15,1 5 0 0,6 1-1 0,-10 0-1 16,7 0 0-16,3-6 0 0,1-4-31 0,-1 4 0 16,4-4-8-16,0-5 8 0,-4 2 0 0,4-3 0 15,7-3 8-15,-7-3-8 0,4 3 16 0,-4 0-4 16,7-6 0-16,-4 0 0 0,4 0-12 0,-7 0 0 16,7-4 0-16,-3-5 0 0,3 5 0 0,-4-2 0 15,4-4 0-15,0-2 0 0,0 8 0 0,0-12-10 16,0 7 2-16,0-10 0 15,0 0-125-15,0 0-25 0,0 0-5 0,0-10-900 0</inkml:trace>
  <inkml:trace contextRef="#ctx0" brushRef="#br0" timeOffset="16449.108">2264 7905 1364 0,'0'0'60'0,"0"0"13"0,0 0-58 0,0 0-15 0,0 0 0 0,0 0 0 16,0 0 36-16,0 0 5 0,0 0 1 0,0 0 0 16,0 0-22-16,0 0-4 0,7-6 0 0,-3 6-1 15,3-9-3-15,4 9-1 0,-4 0 0 0,3 0 0 16,1 0 16-16,-1 0 3 0,1 0 1 0,3 0 0 16,0 0 10-16,0 0 3 0,4-7 0 0,-4 7 0 15,0 0-4-15,0 0-1 0,4 0 0 0,0 0 0 16,-1 0-14-16,1 0-2 0,0 0-1 0,6 0 0 15,-6-3-6-15,3 3-2 0,4 0 0 0,-1 0 0 16,8 0 13-16,-4 0 2 0,4 0 1 0,-4 0 0 16,1 0-18-16,2 0-3 0,-2 0-1 0,-1 0 0 15,4-6 0-15,-4 6 0 0,3 0 0 0,-2 0 0 16,-5 0 1-16,5-3 0 0,2 3 0 0,5 0 0 16,-12-6-9-16,5 6 10 0,6 0-10 0,0 0 10 0,0 0-2 15,1 0-8-15,-1 0 12 0,-7 0-4 0,4 0 16 16,3 0 2-16,-10 6 1 0,3-6 0 0,4 3-27 15,-7-3-9-15,3 0 0 0,0 0 0 0,-3 0 9 16,6 0 16-16,-2 0-4 0,2 0-1 0,-2 0-1 16,2 0 0-16,-2 0 0 0,-1 0 0 0,4 0-10 0,-4 0 0 15,0 0 9-15,-3 6-9 0,-1-6 0 0,5 0 0 16,-8 0 0-16,4 0 8 0,-1 0-8 0,-3 0 0 16,8 0 0-16,-12 0 8 0,8 0-8 0,-4 0 8 15,4 0-8-15,-4 0 8 0,0 0-8 0,4 0 0 16,0 0 0-16,-1 0 0 0,-3 0 0 0,4 3 0 15,0-3 0-15,-1 0 0 0,-2 0 8 0,-1 0-8 16,0 7 10-16,-3-7-10 0,3 0 8 0,-4 0-8 16,5 0 0-16,-5 0 0 0,1 0 15 0,-1 0-3 0,1 0-1 15,-4 0 0-15,7 0-3 0,-6 0-8 0,2 0 12 16,1 0-4-16,-1 0 0 0,1 0-8 0,-4 0 12 16,4 0-4-16,-1 0-8 0,1 0 8 0,0 0-8 0,3 0 8 15,0 0-8-15,0 0 10 0,-3 6-10 0,0-6 10 16,3 0-10-16,0 3 0 0,-4-3 0 0,1 0 0 15,0 0 0-15,3 6 0 0,0-6 0 0,0 0 0 16,-3 0 0-16,7 0 12 0,-4 0 0 0,0 0 0 16,0 0-12-16,0 4 12 0,4-4-12 0,0 0 12 15,-1 0-12-15,1 0 0 0,3 0 0 0,0 0 8 16,4 0-8-16,0 0 0 0,0 0 0 0,-1 0 0 16,1 0 0-16,0 6 0 0,-4-6 8 0,0 0-8 15,1 3 0-15,-1-3 0 0,-3 0 0 0,-1 0 0 16,4 0 0-16,-3 0 0 0,3 0 0 0,-3 0 0 15,0 0 0-15,-1 0 8 0,1 0-8 0,0 0 0 0,3 0 10 16,-3 0-10-16,-1 0 12 0,1 0-12 0,0 0 0 16,0 6 0-16,-4-6 0 0,0 3 0 0,-3-3 0 0,3 0 0 15,-4 0 0-15,5 7-9 0,-5-4 9 0,-3-3 0 16,4 0 8-16,0 6-8 0,-4-6 0 0,3 0 0 16,1 0 0-16,3 0 0 0,-3 0 0 0,6 0 0 15,-2 0 0-15,2 0 0 0,5 0 0 0,-5 0 0 16,-3 0 0-16,4-6 8 0,3 6-8 0,-3 0 11 15,0 0-11-15,-4 0 12 0,4 0-12 0,-4 0 0 16,3-3 0-16,-2 6 0 0,-5-3 0 0,4 0 0 16,1-3 0-16,-5 3 0 0,1 0 0 0,-4 0 8 15,7 0 0-15,-3-7 0 0,-4 7-8 0,3 0 0 0,1 0 0 16,0 0 0-16,-1 0 0 0,1 0 0 0,-4 0 0 16,4 0 0-16,3 0 0 0,-3 0-12 0,-1 0 4 15,1 0 8-15,0 0 0 0,-1 0 8 0,1 0 2 0,-1 0 0 16,1 0-10-16,0 0 0 0,-1 0 0 0,1 0 0 15,-4 0 0-15,4 0 0 0,-4 0 0 0,0 0 0 16,0 0 0-16,0 0-12 0,-3 0 0 0,-1 0 1 16,1 0 11-16,0-3 0 0,-1 3 0 0,-3 0 0 15,-7 0 8-15,7 0 4 0,4 0 1 0,-11 0 0 16,7 0 5-16,-7 0 1 0,7 0 0 0,-7 0 0 16,0 0-19-16,10 0 0 0,-2 0 0 0,-1 0 0 15,-7 0-9-15,7 0-6 0,-7 0-1 0,10-6 0 16,-10 6 26-16,0 0 5 0,0 0 1 0,4 0 0 15,-4 0-16-15,0 0-16 0,0 0 3 0,0 0 1 0,7 0 12 16,-7 0 0-16,0 0 12 0,0 0-12 0,0 0 11 16,0 0-11-16,0 0 10 0,0 0-10 0,0 0 9 0,0 0-9 15,0 0 8-15,0 0-8 0,3-9 9 0,-3 9-9 16,0 0 10-16,0 0-10 0,-3-4 0 0,3 4 0 16,-4-6 0-16,1-3 0 0,3 9 0 0,-4-10 8 15,-3 10-8-15,4-6 0 0,-4 3 0 0,3-3 9 16,-3 3-9-16,0-4 8 0,-4 7-8 0,1-3 0 15,-1-3 0-15,4-4 8 0,-3 10-8 0,-1-9 8 16,0 3-8-16,1-4 8 0,-4 7-8 0,3-3 10 16,-3-3-10-16,3-1 10 0,1 1-10 0,-1-1 0 0,-3 1 0 15,0 0 0-15,0 2 8 0,0-5-8 0,0-4 12 16,-4 10-4-16,4-7-8 0,-4 4 0 0,4-1 9 16,-3-5-9-16,-5 5 0 0,8 4 9 0,4 3-9 0,-1-7 0 15,1 4 8-15,-5-3-8 0,5-1 0 0,-1 4 0 16,1 3 0-16,-1-3 0 0,1-4 0 0,-1 1 0 15,4 6 0-15,-4-3-9 0,4-4 1 0,0 4 0 16,-3 3 8-16,3-4 11 0,-1 4-3 0,1-3 0 16,-3 6-8-16,6-3-12 0,1-3 2 0,3 6 1 15,-4 0 9-15,4 0 9 0,0 0-1 0,0 0-8 16,0 0 0-16,0 0 0 0,0 0 0 0,0 0-12 16,0 0 12-16,0 0 0 0,0 0 0 0,0 0 0 15,0 0 0-15,0 0 0 0,7 0 0 0,4 0 0 16,-11 0 0-16,10 0 0 0,-2 6 0 0,-8-6 0 15,0 0 0-15,10 3 0 0,4-3 0 0,-3 6 0 16,-1-3 0-16,1 4 0 0,0-7 0 0,3 3 0 0,0 3 0 16,0 0 0-16,-4-2-10 0,5-4 10 0,2 9-9 15,-3-9 9-15,0 6-12 0,4-3 12 0,-4 7 0 0,0-4 0 16,0 3 0-16,1-9 0 0,-1 7 0 0,0-4 0 16,-4 3 0-16,4-3 0 0,-3-3 0 0,-4 6 0 15,4-2 0-15,-4 2 0 0,0-6 0 0,0 3 0 16,-7-3 0-16,10 6 0 0,-3-3 0 0,-7-3 0 15,0 0 0-15,8 7 0 0,-1-7 0 0,-7 0 0 16,0 0 0-16,0 0 0 0,7 9 0 0,0-9 0 16,-7 0 0-16,3 6 0 0,4-2 0 0,-7-4 0 15,4 6 0-15,3-3 0 0,-7-3 0 0,0 0 0 0,7 0 0 16,0 6 0-16,-7-6 0 0,0 0 0 0,4 3 0 16,-4-3 0-16,0 0 0 0,0 0 0 0,0 0 0 15,0 0 0-15,7 7 0 0,-7-7 0 0,0 0 0 16,0 0 0-16,0 0 0 0,3 9 0 0,-3-9 0 0,0 0 0 15,0 0 0-15,4 3 0 0,-1 3 0 0,-3-6 0 16,0 0 0-16,4 10 0 0,-4-10 0 0,3 6 0 16,-3-6 0-16,0 0 0 0,0 0 0 0,0 0 0 15,4 10 0-15,-4-10 0 0,-4 3 0 0,4 6 0 16,0-9 0-16,0 6 0 0,0-6 0 0,-3 10 0 16,-1-1 0-16,1 1 0 0,-1-4 0 0,4 3 0 15,-3-6 0-15,-1 7 0 0,1 5 0 0,-1-5 0 16,-3-1 0-16,0 1 0 0,3 5 0 0,-3-5 0 15,4 9 0-15,-4-4 0 0,0 4 0 0,0 0 0 16,-4 0 0-16,0 6 0 0,1-6 0 0,-4 9 0 0,0-3 0 16,-4 3 0-16,4-3 0 0,-7 3 0 0,3 4 0 15,4-10 0-15,-4 3 0 0,4 0 0 0,0-6 0 16,0 0 0-16,0-1 0 0,0 1 9 0,0-3-9 0,3 3 10 16,4-4-10-16,-4-2 10 0,1-4-10 0,3 7 0 15,0-7 0-15,0 1 8 0,3-1-8 0,-3 1 0 16,0 2 0-16,0-2 0 0,0-1 0 0,0-6 0 15,3 7 0-15,1-4 0 16,-4-3-86-16,7-3-10 0,-4 6-1 0,4-6-1 16,0 0-129-16,0 0-25 0,-10 0-6 0,10 0-1 0</inkml:trace>
  <inkml:trace contextRef="#ctx0" brushRef="#br0" timeOffset="18102.246">8219 7686 716 0,'0'0'32'16,"0"0"6"-16,0 0-30 0,0 0-8 0,0 0 0 0,0 0 0 0,0 0 100 0,0 0 18 15,0 0 4-15,0 0 1 0,0 0-31 0,0 0-5 16,0 0-2-16,0 0 0 0,7 0-17 0,-7 0-3 16,0 0-1-16,0 0 0 0,0 0 0 0,0 0-1 15,0 0 0-15,0 0 0 0,0 0-16 0,0 0-3 16,0 0-1-16,0 0 0 0,0 0-17 0,0 0-3 15,4 9-1-15,-1 1 0 0,-3-1-8 0,4 7-2 16,-8-7 0-16,4 7 0 0,4-4 10 0,-4 4 2 16,-4 3 0-16,4 0 0 0,-3-4-1 0,3 4 0 15,-7 0 0-15,3-3 0 0,4 9 8 0,-3-6 1 16,-1-1 1-16,4 1 0 0,-3 6-17 0,-1-6-3 16,4 0-1-16,0-3 0 0,-3 3 7 0,3-4 1 15,0-5 0-15,3 2 0 0,1-2 9 0,-4 2 3 0,-4-3 0 16,4 1 0-16,0-1-20 0,0-9-3 0,0 0-1 15,0 0 0-15,0 0 8 0,0 0 0 0,0 0 1 16,0 0 0-16,-7 3 5 0,7-3 1 0,0 0 0 16,0 0 0-16,0 0-6 0,0-9-1 0,-3 0 0 15,3-1 0-15,0-5-6 0,0 5-2 0,0-2 0 0,0-4 0 16,0 0-8-16,3 4 0 0,-3-7 9 0,0 3-9 16,4 1 0-16,-4 2 0 0,0-3 0 0,3-3 0 15,1 4 0-15,-1 5 0 0,1-8 0 0,-1 8 0 16,1-6 0-16,3 7 0 0,-4-3 0 0,4-4 0 15,1 6 0-15,-1-5 0 0,0 2 0 0,0 4 0 16,3-7 0-16,1 7 0 0,-4-7 0 0,3 4-8 16,1 2 8-16,0-6 0 0,-1 7 0 0,1 0-8 15,-4-1 8-15,0 1 0 0,4-1 0 0,-4 4 0 0,-4-3 0 16,1 9 0-16,3-7 0 0,0 4 0 0,-7 3-11 16,3 0 11-16,-3 0-13 0,11 0 5 15,-11 0 8-15,7 0-8 0,-7 0 8 0,10 3-8 0,-2 4 8 0,-1-7 0 16,-7 0-9-16,10 9 9 0,-3-3 0 0,0 4-9 15,-3-7 9-15,-1 6 0 0,1 1 0 0,-1 5 0 16,4 1 0-16,-3-3 0 0,0 2 0 0,-1 1 0 16,1-3 0-16,-1 5 0 0,1-2 0 0,-1 3 0 15,1-3 0-15,-1 2 0 0,1-2 0 0,-1 3 0 16,1-7 0-16,-4 4 0 0,7 3 0 0,-4-10 0 16,-3 10 0-16,7-3 0 0,-3-7 0 0,-1 7 8 15,-3-4-8-15,4-2 0 0,0 6 9 0,-4-7-9 0,3 0 8 16,1 1-8-16,-4-10 0 0,0 9 8 15,0-9-8-15,3 6 0 0,-3-6 0 0,0 10 8 0,0-10-8 0,0 0 0 16,0 0 0-16,0 0 0 0,0 0 0 0,0 0-11 31,0 0-67-31,0 0-14 0,0 0-2 0,0 0-1 16,0 0-69-16,7-10-13 0,0 4-3 0,4 3-1 0</inkml:trace>
  <inkml:trace contextRef="#ctx0" brushRef="#br0" timeOffset="19543.524">8872 7639 172 0,'0'0'8'0,"0"0"1"0,0 0-9 0,0 0 0 0,0 0 0 0,0 0 0 15,0 0 270-15,0 0 52 0,0 0 10 0,0 0 3 16,0 0-212-16,0 0-43 0,0 0-8 0,0 0-1 16,0 0-22-16,0 0-4 0,0 0-1 15,0 0 0-15,0 0-5 0,0 0-2 0,0 0 0 0,0 0 0 16,0 0 0-16,0 0 0 0,0 0 0 0,0 0 0 16,0 0-6-16,0 0-2 0,0 0 0 0,3 9 0 15,1-6 0-15,0 10 0 0,-4-13 0 0,0 9 0 16,3 1 0-16,-3-1 0 0,4 4 0 0,-8-7 0 15,4 10-4-15,0-4-1 0,0 4 0 0,0-7 0 16,-3 7-5-16,3-3-2 0,-4 2 0 0,4-2 0 16,-4 2-7-16,4-5-2 0,0 6 0 0,4-4 0 15,-4-3 4-15,4 7 0 0,-4-6 0 0,3-1 0 16,1 0 2-16,-1 1 1 0,-3 5 0 0,4-5 0 0,-1-1 5 16,1-2 0-16,3 2 1 0,-4-6 0 15,-3-3-7-15,7 6-2 0,4-2 0 0,-1 2 0 0,-10-6 3 16,11 0 0-16,0 6 0 0,-1-6 0 0,1-6 1 15,3 6 0-15,0-6 0 0,0 2 0 0,-3-2-4 0,-1 3-1 16,4-6 0-16,4 2 0 0,0-2-3 0,-4 6-8 16,-4-10 12-16,8 4-4 0,7-1 0 0,-8 1-8 15,-10 0 12-15,8-4-4 0,2-3 0 0,1 7 0 16,-11 0 0-16,0-7 0 0,0 6 0 0,4-5 0 16,-1 5 0-16,-3-2 0 0,-7-4-8 0,7 7 10 15,4-7-10-15,-4 7 10 0,-7-4-10 0,3-3 0 16,4 7 0-16,1 0 8 0,2-1-8 0,-3 1 0 15,-3-1 0-15,3 1 8 0,0-4-8 0,0 4 0 0,-11 0 0 16,4-1 0-16,4-2 0 0,-1-1 0 0,-3 4 8 16,0 6-8-16,-3-4 0 0,3-2 0 0,3 9 0 0,-3 0 0 15,-3-9 0-15,3 9 0 0,0 0 0 0,0 0 0 16,0 0 0-16,0 0 0 0,0 0 0 0,3-4 0 16,4-2 0-16,-7 6 0 0,0 0 0 0,0 0 0 15,0 0 0-15,0 0-9 0,0 0 9 0,0 0 0 16,4 10 0-16,0-1-8 0,-1 0 8 0,-3 1 0 15,-3-4 0-15,3 10 0 0,7-4 0 0,-4-2 0 16,-6 5 0-16,3-5 0 0,3 9 0 0,1-1 0 16,3-2 0-16,0 3 0 0,-4-3 0 0,1-4 0 15,6 4 0-15,-3 3 0 0,-10-4 0 0,6-2 0 16,4 2 8-16,-3 4-8 0,3-9 11 0,-7 5-11 16,0 1 8-16,4-3-8 0,3-4 0 0,-4 7 0 0,-6-7 0 15,6 0 8-15,4 7-8 0,0-6 0 0,-3 2 8 16,-1-6-8-16,4 4 0 0,-3-1 0 0,7-3 11 0,-4 4-11 15,-7-1 10-15,3-6-10 0,4 7 8 0,0-10-8 16,-7 0 0-16,0 0 0 0,4 6 9 0,-4-6-9 16,0 0 8-16,0 0-8 0,0 0 8 0,0 0-8 15,0 0 8-15,0 0-8 0,0 0 9 0,0 0-9 16,0 0 10-16,0 0-10 0,0 0 0 0,0 0 8 16,0 0-8-16,0 0 0 0,0 0-14 0,0 0-6 15,0 0 0-15,0 0-1 16,0 0-104-16,0 0-21 0,0 0-4 0,0 0-1 15,3-6-93-15,1 3-18 0,6-4-4 0</inkml:trace>
  <inkml:trace contextRef="#ctx0" brushRef="#br0" timeOffset="20826.975">9676 7793 1342 0,'28'-4'60'0,"-28"4"12"0,0 0-58 0,0 0-14 0,8-6 0 0,-1-3 0 0,0 2 0 0,-4 4 9 16,-3 3-9-16,7-6 8 0,7 3-8 0,-3-3 0 15,-15 3 0-15,4 3 0 0,0 0 53 0,0 0 15 16,0 0 4-16,-3-7 0 0,3 7 41 0,0 0 9 15,7 0 2-15,-7 0 0 0,0 0-50 0,0 0-10 16,7 0-1-16,-7 0-1 0,0 16-26 0,4-7-6 16,-4 1-1-16,3 9 0 0,4-10-5 0,-3 10 0 15,-11-4-1-15,3 1 0 0,15-3 12 0,-4 2 2 16,-14 4 1-16,7-3 0 0,-4-4-5 0,8 4-1 16,-1-7 0-16,-3 10 0 0,-7-9-9 0,7 5-3 15,4-5 0-15,-4-1 0 0,-4 1 4 0,1-1 0 16,6 0 0-16,-3-9 0 0,4 7-1 0,-4-7 0 15,0 0 0-15,0 0 0 0,14 3-4 0,-7 3-1 16,-7-6 0-16,0 0 0 0,0 0 0 0,0 0 0 0,0 0 0 16,-4-6 0-16,1-4 0 0,-1 7 0 0,8-3 0 0,-4-3 0 15,-7-1-9-15,3 1-1 0,8-7-8 16,-1 7 12-16,-3-10-4 0,0 0-8 0,4 3 11 16,-1 4-11-16,8-7 9 0,-4-3-9 0,-7 10 0 0,7-7 9 15,7-3-9-15,-7 3 0 0,-3 0 0 0,3 0 0 16,0 4 0-16,3 2 0 0,-3-3 0 0,0 1 0 15,-7 5 0-15,4 1 0 0,10-4 0 0,-7 4 0 16,-7 9-10-16,7-6 10 0,4-4 0 0,3 4-9 16,-7 6 9-16,4-3 0 0,-4-3-9 0,3 6 9 15,4-4 0-15,0 4-9 0,-14 0 9 0,11 0 0 16,3 0-8-16,0 4 8 0,-7-4 0 0,4 6 0 16,-4-3 0-16,3-3 0 0,1 6 0 0,0-3 0 15,-11-3 0-15,7 7 0 0,7 2 0 0,-4 1 0 0,-3-1 0 16,1 0 0-16,2-2 0 0,4-4 0 0,0 6 0 0,-7-3 0 15,0 4 0-15,0-1 0 0,11 1 0 0,-7-4 0 16,-8 3 0-16,1-6 0 0,6 10 0 16,-3-4 0-16,0 1 0 0,-7-7 0 0,-3 6 0 15,6 1 0-15,5-4 0 0,-5 3 0 0,-10 1 8 0,7-1-8 16,14 1 11-16,-7-1-11 0,-7 0 10 0,-3 7-10 16,-1-6 8-16,8-1-8 0,3 0 8 0,-4 1-8 15,-6-1 0-15,-1 7 8 0,11-7-8 0,-3-2 0 16,-11 2 9-16,3-6-9 0,4 7 0 0,0-10 9 15,0 0-9-15,-7 6 0 0,-3 3 13 0,10-9-4 16,7 6-1-16,-7-6 0 0,-11 4 0 0,11-4 0 16,0 0 0-16,0 0 0 0,0 0 0 0,0 0-8 0,0 0 12 15,0 0-4-15,11 6-8 0,-11-6 10 0,0 0-10 0,0 0 10 16,0 0 0-16,0 0 0 0,0 0 0 0,0 0 0 16,-7-6-10-16,7 6 10 0,3-10-10 0,-3 1 10 15,-7-1-10-15,3 4 12 0,12-3-12 0,-5-4 12 16,-3-3-12-16,0 7 0 0,4-7 0 0,6 7 8 15,4-4-8-15,-7-2 0 0,-7-1 0 0,4-3 0 16,6 0 0-16,1 4 0 0,-11-4 8 0,4 0-8 16,-1 3 0-16,1-2 0 0,-1-1 0 0,1 0 0 15,-1 3 0-15,1 4 0 0,3-7 0 0,0 3 0 16,-4 1 0-16,1-4 0 0,6 3 0 0,-2 7 0 16,2-4 0-16,-3-2 0 0,0 5 0 0,0 1 8 15,0-1-8-15,4 4 0 0,-8-3 0 0,1 5 0 16,3-2 0-16,0-3 0 0,0 9 0 0,-7 0 0 15,11-10-9-15,-4 10 9 0,3 0-12 0,-3 0 12 0,4 0-9 16,-4 0 9-16,4 0 0 0,-4 0-9 0,3 0 9 0,1 7 0 16,-1-4 0-16,1-3 8 0,3 6-8 0,-3-3 0 15,-1 3 0-15,4-2 0 0,1 5 0 0,-1-3-12 16,-4 4 4-16,4-1 0 0,-3 7 8 0,3-4 0 16,-3-2 0-16,-4 5 0 0,3-5 0 0,-3 5 0 15,4-2 0-15,-1-4-8 0,-2 7 8 0,-1 0 0 16,0-4 0-16,-4-2 0 0,8 5 0 0,-8 4 0 15,4-3 0-15,0-4 0 0,-3 4 0 0,3 3 8 16,0 0-8-16,-3 3 11 0,6-3-11 0,-3-1 0 16,-3-2-12-16,3 3 12 0,0 0 0 0,-4-1 8 0,1 1 2 15,3 0 0-15,-4 6-10 0,1-9 0 16,0 3 0-16,3-7 0 0,0 10 0 0,-4-9-12 0,1 2 2 16,-1 1 1-16,1-3 9 0,-1-4 0 0,1 0 0 0,-1 1 0 15,1-4 0-15,-4 4 0 0,3-1 8 0,-3-9-8 16,4 6 0-16,-4-6 0 0,0 0 0 0,0 0 0 31,0 0-55-31,0 0-15 0,0 0-3 0,0 0-1 16,0 0-162-16,0 0-33 0,0 0-7 0,-14-25 0 0</inkml:trace>
  <inkml:trace contextRef="#ctx0" brushRef="#br0" timeOffset="25245.073">3153 4782 806 0,'0'0'17'0,"0"0"4"0,0 0 1 0,0 0 2 0,0 0-24 0,0 0 0 0,0 0 0 0,0 0 0 16,0 0 107-16,0 0 17 0,0 0 3 0,0 0 1 15,0 0-52-15,0 0-9 0,0 0-3 0,0 0 0 16,0 0-51-16,4 3-13 0,-1 7 0 0,-3-10 0 16,4 9 54-16,-4 1 8 0,0-4 2 0,7 9 0 15,-7-2-52-15,0-4-12 0,0 7 0 0,0 0 0 16,0 3 54-16,0-1 8 0,0 1 2 0,0 6 0 16,0-3-52-16,0 10-12 0,0-4 0 0,0 0 0 15,0 0 54-15,0 4 8 0,-7-4 2 0,7 0 0 0,0-9-52 0,0 6-12 16,0 0 0-16,0-6 0 0,-7 0 0 15,7 0 0-15,0-1 0 0,0-2 0 0,0 3 0 0,0-3 0 16,0-7 0-16,0 7 0 0,0-4 0 0,0-6 0 16,0-6 0-16,0 4 0 0,0 5 0 0,0-9 0 15,0 0 0-15,0 0 0 0,0 0 0 0,0 0 0 16,0 0 0-16,0 0 0 16,0 0-202-16,0-9-43 0,0-4-9 0,0-6-2 0</inkml:trace>
  <inkml:trace contextRef="#ctx0" brushRef="#br0" timeOffset="25675.852">2966 5027 1497 0,'0'0'32'16,"0"0"8"-16,0 0 0 0,0 0 4 0,0 0-36 0,0 0-8 0,0 0 0 0,0 0 0 0,0 0 0 0,0 0 0 16,0 0 0-16,0 0 0 0,0 0 53 0,0 0 9 15,0 0 2-15,0 0 0 0,0 0 0 16,0 0 0-16,7 0 0 0,4-3 0 0,0 3 0 0,-1-7 0 15,-3 7 0-15,7-3 0 0,-3-3 0 0,3 3 0 16,-3-3 0-16,3-1 0 0,0 4-52 0,0-3-12 16,4 3 0-16,-1-4 0 0,-6-2 0 0,10 0 0 15,-10 9 0-15,6-10 0 0,-3 10 0 0,4-6 0 16,-7 3 0-16,6-3 0 0,-3 2 0 0,4 4 0 16,-7 0 0-16,-4 0 0 0,3 0 0 0,1-6 0 15,-4 6 0-15,7 0 0 16,-14 0-48-16,3 0-13 0,8 0-3 0,-4 0 0 15,7 0-153-15,-7 0-31 0,0 0-7 0,4 0-1 0</inkml:trace>
  <inkml:trace contextRef="#ctx0" brushRef="#br0" timeOffset="26194.762">3478 5055 806 0,'0'0'36'0,"0"6"7"0,-4 4-35 0,4-1-8 0,0 0 0 0,0 1 0 16,4-4 0-16,-4 4 0 0,0-1 0 0,0 0 0 16,0 1 0-16,0-1 0 0,0 1 0 0,0-1 0 15,0 4 104-15,0-4 20 0,0 0 3 0,-4-5 1 16,4 5 0-16,0-3 0 0,0-6 0 0,0 10 0 0,0-4-103 0,0-6-25 15,0 0 0-15,4 3 0 0,-4-3 56 0,0 0 7 16,0 0 1-16,0 0 0 0,3 9-52 0,-3-9-12 16,0 0 0-16,0 0 0 0,0 0 54 0,0 0 8 15,0 0 2-15,0 0 0 0,0 0-52 0,0 0-12 16,0 0 0-16,0 0 0 0,4-9 0 0,0 6 0 16,-1-3 0-16,1-4 0 0,-4 1 54 0,3-1 8 15,-3-5 2-15,0 5 0 0,0-5-52 0,0 5-12 16,0-9 0-16,0 7 0 0,0-10 0 0,0 9 0 15,0-2 0-15,0-10 0 0,-3 12 54 0,6-6 8 16,-3-6 2-16,7 9 0 0,-7-2-52 0,4-1-12 16,-1 0 0-16,1 3 0 0,-1-2 0 0,1 8 0 15,3 1 0-15,-4-1 0 0,4 4 0 0,-3-3 0 0,3-1 0 16,0 4 0-16,0 3 0 0,4-3 0 0,-4 6 0 16,3-10 0-16,-3 10 0 0,4 0 0 0,-4-3 0 0,0 3 0 15,0 0 0-15,4 0 0 0,-4 3 0 0,0-3 0 31,-7 0-48-31,3 0-13 0,8 6-3 0,-4-2 0 16,-7-4-51-16,7 0-10 0,0 6-3 0,-3-6 0 0,-4 0 0 16,14 3 0-16,-11 3 0 0,8-6-614 0</inkml:trace>
  <inkml:trace contextRef="#ctx0" brushRef="#br0" timeOffset="26824.755">3884 4908 1497 0,'0'0'32'0,"0"0"8"0,0 0 0 0,-4 0 4 0,1 0-36 0,3 0-8 16,0 0 0-16,0 0 0 0,0 0 53 0,0 0 9 16,0 0 2-16,0 0 0 0,0 0 0 0,0 0 0 15,0 0 0-15,0-7 0 0,0 7 0 0,-4 0 0 16,-3-3 0-16,7-3 0 0,-7 6-52 0,3 0-12 16,-3 0 0-16,4 0 0 0,3 0 54 0,-4 6 8 15,-3-3 2-15,4 4 0 0,-8-4-52 0,4 6-12 16,0-3 0-16,7 4 0 0,-14-1 0 0,7 1 0 15,0-1 0-15,3 7 0 0,1-7 0 0,-11 10 0 16,10-10 0-16,-3 10 0 0,0-3 0 0,3 0 0 16,-3-4 0-16,4 7 0 0,-1-10 0 0,1 7 0 15,-1 0 0-15,1-4 0 0,3-2 0 0,0-1 0 16,0 7 0-16,0-7 0 0,0 1 0 0,0-1 0 0,3-3 0 16,-3-6 0-16,4 10 0 0,-1-4 0 0,4-3 0 15,-7-3 0-15,0 0 0 0,0 0 0 0,11 0 0 0,-4 6 0 16,4-12 54-16,3 6 8 0,-11 0 2 0,4-9 0 15,0 2-52-15,4 4-12 0,0-3 0 0,-1-3 0 16,1-1 0-16,-4 1 0 0,0-1 0 0,0 1 0 16,0-7 0-16,0 7 0 0,0-4 0 0,0-2 0 15,-3-1 0-15,3 3 0 0,-7-2 0 0,7-4 0 16,-4 3 0-16,-3-3 0 0,4 1 0 0,-1 2 0 16,-3 3 0-16,0-2 0 0,0-4 0 0,-3 9 0 15,3 1 0-15,-4-7 0 0,4 7 0 0,0 0 0 16,0 9 0-16,0 0 0 0,0 0 0 0,0 0 0 0,0 0 0 15,0 0 0-15,0 0 0 0,0 0 0 0,0 0 0 16,0 0 0-16,-3 9 0 0,-1 0 0 0,4-2 0 16,-3 2 0-16,3 0 0 0,0 4 0 0,0 3 0 15,0 2 0-15,0-2 0 0,0 3 0 0,0 0 0 0,0 0 0 16,0 3 0-16,0-10 0 0,3 7 0 0,1-3 0 16,-1 2 0-16,4-2 0 0,-3-3 0 0,-1 2 0 15,4-5 0-15,-3-1 0 0,3 1 0 0,0-1 0 16,4 0 0-16,-8-2 0 15,4 2-48-15,0-9-13 0,0 6-3 0,0-3 0 16,-7-3-51-16,4 0-10 0,3 0-3 0,-7 0 0 16,7-3-51-16,4-3-10 0,-1-13-3 0,-3 10 0 15</inkml:trace>
  <inkml:trace contextRef="#ctx0" brushRef="#br0" timeOffset="27348.261">4113 4917 1958 0,'0'0'87'0,"0"0"17"0,0 0-83 0,-4 9-21 0,1 1 0 0,3-1 0 15,0 7 0-15,0-4 0 0,0 4 0 0,0 0 0 16,0 3 0-16,-4-7 0 0,4 4 0 0,-3 3 0 16,-1-1 0-16,1-2 0 0,-1-6 0 0,4 8 0 15,-3-8 56-15,3-1 6 0,-4 7 2 0,4-7 0 16,0-2-52-16,0-7-12 0,4 9 0 0,-4-9 0 15,0 0 54-15,0 0 8 0,0 0 2 0,0 0 0 16,0 0-52-16,0 0-12 0,0 0 0 0,0 0 0 0,0 0 0 16,0 0 0-16,3-6 0 0,4 3 0 0,-3-10 54 0,-1 4 8 15,-3-1 2-15,4-2 0 0,-1-4-52 0,1 7-12 16,-1-10 0-16,1 0 0 0,0-3 0 0,-4 3 0 16,7-3 0-16,-7-3 0 0,3 9 0 0,1-2 0 15,-1-7 0-15,4 6 0 0,-3 0 0 0,3 10 0 16,-4-7 0-16,4 6 0 0,-3-2 0 0,3 2 0 15,4 4 0-15,-4-3 0 16,0 3-48-16,0 2-13 0,3-2-3 0,-3 6 0 0,0 0 52 16,8 0 12-16,-12 0 0 0,4 0 0 0,4 6 0 0,-1-2 0 15,-10-4 0-15,7 6 0 0,0 3 0 0,8 1 0 0,-12-1 0 16,1 7 0-16,-1-7 0 0,4 7 0 0,0-4 0 16,0 7 0-16,-3-9 0 0,-1 5 0 0,4 4 0 15,-3-3 0-15,6-4 0 0,-10 4 0 0,8 3 0 16,-5-10 0-16,4 7 0 0,-3 0 0 0,-4-4 0 15,3-3 0-15,1 1 0 0,-1-4 0 0,1 4 0 0,-4-10 0 16,0 0 0-16,0 9 0 0,0-9 0 0,0 0 0 16,0 0 0-16,0 0 0 0,0 0 0 0,0 0 0 31,0 0-156-31,0 0-29 0,0 0-6 0,0 0-1 0</inkml:trace>
  <inkml:trace contextRef="#ctx0" brushRef="#br0" timeOffset="28099.654">4660 4767 806 0,'0'0'36'0,"0"0"7"0,0 0-35 0,0 0-8 0,0 0 0 0,0 0 0 32,7 0-49-32,-7 0-12 0,0 0-3 0,0 0 0 15,10 0 0-15,-10 0 0 0,0 0 0 0,0 0 0 0,0 0 103 0,0 0 20 0,0 0 4 0,0 0 1 16,0 0 102-16,0 0 21 0,0 0 4 0,0 0 1 15,0 0-103-15,0 0-20 0,4-7-4 0,-4 7-1 16,0 0 0-16,0 0 0 0,0 0 0 0,0 0 0 16,0 0 0-16,0 0 0 0,0 0 0 0,0 0 0 15,0 0-51-15,0 0-13 0,0 0 0 0,0 0 0 16,0 0 0-16,-4 7 0 0,-3-7 0 0,0 9 0 16,-3-9 0-16,3 6 0 0,0-3 0 0,0 4 0 15,-4-4 54-15,0 6 8 0,1-9 2 0,-1 10 0 16,4-4-52-16,-3-3-12 0,-1 3 0 0,0 4 0 15,4-4 0-15,0-3 0 0,0 6 0 0,0-2 0 16,0-4 0-16,4 3 0 0,-4-3 0 0,3 4 0 16,0 2 0-16,4-9 0 0,0 0 0 0,0 0 0 0,0 0 54 15,4 6 8-15,-4-3 2 0,0-3 0 0,0 0-52 16,7 10-12-16,-7-10 0 0,7 0 0 0,0 6 0 0,4-3 0 16,-11-3 0-16,10 0 0 0,1 6 0 0,0-2 0 15,-1 2 0-15,1-3 0 0,-4 3 0 0,3 1 0 16,-3-4 0-16,4 3 0 0,0-3 0 0,-4 6 0 15,3-2 0-15,1-4 0 0,-4 3 0 0,0 4 0 16,0-1 0-16,4-3 0 0,-8 4 0 0,4-1 0 16,0-6 0-16,0 7 0 0,0-1 0 0,-3 7 0 15,-1-7 0-15,-3 0 0 0,4 1 0 0,-1-4 0 16,-3 4 0-16,0 5 0 0,-3-5 0 0,3-1 0 16,0 0 0-16,-4 1 0 0,1-1 0 0,-1 7 0 15,1-7 0-15,-4 1 0 0,0-1 0 0,3 1 0 0,-3-1 0 16,0-3 0-16,0 4 0 0,0-7 0 0,0 6 0 0,-4-2 0 15,4-4 0-15,0 3 0 0,-3 3 0 0,-1-9 0 16,0 10 0-16,4-10 0 0,-3 0 0 0,-1 6 0 31,4-6-48-31,0 3-13 0,0-6-3 0,3-3 0 16,-3 6-153-16,0-3-31 0,-3-13-7 0,6 0-1 0</inkml:trace>
  <inkml:trace contextRef="#ctx0" brushRef="#br0" timeOffset="28714.033">5277 4481 1728 0,'0'-16'76'0,"0"16"16"0,4-9-73 0,-1 6-19 0,1-6 0 0,-1 2 0 16,1-2 0-16,-1-1 0 0,1 1 0 0,-1 3 0 15,1-4 0-15,-1 7 0 0,-3-3 0 0,0 6 0 16,0-9 0-16,-3-1 0 0,3 1 0 0,-4 2 0 15,1 4 0-15,3 3 0 0,-7-6 0 0,3-3 0 16,1 5 55-16,-4-2 7 0,3 6 2 0,4 0 0 16,-3-9-52-16,-1 6-12 0,-3-4 0 0,3 1 0 15,4 6 54-15,-7 0 8 0,0-3 2 0,4-3 0 16,-4 6-52-16,0 0-12 0,0 0 0 0,0 0 0 16,0 0 0-16,0 6 0 0,-1-6 0 0,1 3 0 15,0 3 0-15,0-6 0 0,0 10 0 0,0-1 0 16,-3 1 0-16,3-1 0 0,-1 7 0 0,1-1 0 15,-3-2 54-15,3 6 8 0,0-4 2 0,0 11 0 16,0-8-52-16,-4 1-12 0,4 6 0 0,0-3 0 16,-4 3 0-16,4 3 0 0,0-2 0 0,0-1 0 15,0 3 0-15,0-3 0 0,4 3 0 0,-5-3 0 16,5 4 0-16,-4-1 0 0,7-3 0 0,-7 3 0 0,3-3 0 16,1 3 0-16,-1-3 0 0,4 4 0 0,-3-4 0 0,-1-6 0 15,1-1 0-15,3 7 0 0,-4-6 0 0,4 0 0 16,-3-3 0-16,3-4 0 0,-4 4 54 0,4 0 8 15,4-4 2-15,-4-6 0 16,0 4-103-16,3-1-20 0,-3 1-4 0,0-10-1 16,0 0 0-16,0 0 0 0,0 0 0 0,0 0 0 15,0 0 0-15,0 0 0 0,0 0 0 0,0 0-844 0</inkml:trace>
  <inkml:trace contextRef="#ctx0" brushRef="#br0" timeOffset="29404.16">4854 4867 2188 0,'-14'-3'48'0,"14"3"11"0,0 0 1 0,0 0 1 0,0 0-49 0,0 0-12 0,0 0 0 0,0 0 0 16,10-7 0-16,-3 7 0 0,4 0 0 0,-4-3 0 15,4 3 0-15,-1-6 0 0,4 6 0 0,0 0 0 16,-3-9 54-16,3 9 8 0,4-4 2 0,-4-2 0 15,3 0-52-15,1 3-12 0,-4-3 0 0,4 2 0 16,-1-2 0-16,-2 3 0 0,2-3 0 0,-3 3 0 16,0-4 0-16,1 7 0 0,2-3 0 0,-3-3 0 15,0 6-100-15,1 0-22 0,-1 0-5 0,-4 0-1 16,1 0 103-16,-1 0 25 0,-3-3 0 0,-7 3 0 16,7 0-56-16,-7 0-7 0,8 0-1 15,-8 0 0-15,0 0 52 0,0 0 12 0,7 0 0 0,-7 0 0 0,0 0 0 0,0 0 0 16,0 0 0-16,0 0 0 0,0 0 48 0,0 0 13 15,0 0 3-15,0 0 0 0,0 0-52 0,0 0-12 16,0 0 0-16,0 0 0 0,0 0 0 0,0 0 0 16,-4 3 0-16,1 6 0 0,-5 1 54 0,5-1 8 15,-4 1 2-15,0-1 0 0,0 7-52 0,0-7-12 16,-4 7 0-16,4-7 0 0,-3 10 0 0,2-3 0 16,1 2 0-16,0-5 0 0,0 3 0 0,4 2 0 15,-4-2 0-15,3 3 0 0,1-10 0 0,-1 7 0 16,1-7 0-16,3 4 0 0,0 3 0 0,0-7 0 0,3 0 0 15,1 1 0-15,-4-4 0 0,0-6 0 0,7 10 0 16,0-1 0-16,3 0 54 0,1-2 8 0,-4-7 2 16,7 3 0-16,-3-3-52 0,3 0-12 0,-4 0 0 0,4-3 0 15,1-4 0-15,-1 4 0 0,-4-3 0 0,4-3 0 16,-3-1 0-16,3 4 0 0,0-4 0 0,-3 1 0 16,-4-3 0-16,3-4 0 0,-3 6 0 0,4 1 0 15,0-7 54-15,-4-2 8 0,0 2 2 0,0 3 0 16,0-5-52-16,0-4-12 0,-4 9 0 0,5-6 0 15,-5-3 0-15,1 10 0 0,-4-4 0 0,-4-3 0 16,4 4 0-16,-7 2 0 0,3-3 0 0,1 7 0 16,-1 0 54-16,1-1 8 0,-4 4 2 0,0 3 0 15,0-4-52-15,0 7-12 0,7 0 0 0,-7-3 0 16,0-3-48-16,3 6-13 0,4 0-3 16,0 0 0-16,0 0 52 0,0 0 12 0,0 0 0 0,0 0 0 15,0 0-105-15,0 0-19 0,0 0-3 0,0 0-1 16,0 0-51-16,0 0-10 0,0 0-3 0,0 0-588 15</inkml:trace>
  <inkml:trace contextRef="#ctx0" brushRef="#br0" timeOffset="29900.513">5566 4920 1036 0,'0'0'46'0,"0"0"10"0,0 10-45 0,0-4-11 0,0-6 0 0,0 9 0 16,0 1 53-16,0-1 9 0,0-3 2 0,0-6 0 15,0 0 0-15,4 10 0 0,-4-10 0 0,0 9 0 16,0 1 51-16,3-1 10 0,-3-9 3 0,4 9 0 16,-4 1-52-16,4-1-9 0,-4-9-3 0,0 10 0 15,3-4-51-15,-3-6-13 0,0 9 0 0,0-9 0 16,4 10 0-16,-4-10 0 0,3 9 0 0,-3-9 0 15,0 0 54-15,0 0 8 0,0 0 2 0,0 0 0 16,0 0 0-16,0 0 0 0,0 0 0 0,0 0 0 16,0 0-52-16,0 0-12 0,0 0 0 0,0 0 0 15,0 0 54-15,0 0 8 0,0-9 2 0,0-1 0 16,4 1-52-16,-4-1-12 0,0 1 0 0,0-7 0 16,0 4 0-16,0-4 0 0,0 0 0 0,0-2 0 15,3-1 0-15,1 3 0 0,-4-3 0 0,3 1 0 0,-3 2 54 16,4-3 8-16,-1 6 2 0,1-2 0 0,-1-1-52 0,4 4-12 15,-3-4 0-15,3 7 0 0,-4-7 0 0,1 6 0 16,3 1 0-16,-3 0 0 0,3-1 0 0,0-5 0 16,-4 11 0-16,4-5 0 15,-3 3-48-15,3-4-13 0,-4 7-3 0,1-3 0 16,-1 3 52-16,1-4 12 0,3 1 0 0,-7 6 0 0,4-3 0 0,6 3 0 16,-3 0 0-16,0-6 0 15,0 6-105-15,4 0-19 0,-4 0-3 0,0 0-1 16,4 0-51-16,-1 0-10 0,-3 6-3 0,0-6-691 0</inkml:trace>
  <inkml:trace contextRef="#ctx0" brushRef="#br0" timeOffset="30812.866">5940 4732 1267 0,'0'0'56'0,"0"0"12"0,0 0-55 0,0 0-13 0,0 0 0 0,0 0 0 16,0 0 54-16,4 6 8 0,-4 7 2 0,0-7 0 15,0 4 0-15,0-1 0 0,0 0 0 0,3 1 0 16,-6-1 0-16,3 1 0 0,0 5 0 0,0-5 0 16,0 5 0-16,0-2 0 0,0-4 0 0,0 7 0 15,0 0-52-15,0-4-12 0,0-2 0 0,0 5 0 0,0-5 54 0,0-1 8 16,0 0 2-16,0 1 0 0,0-10-52 0,0 6-12 15,0-3 0-15,0-3 0 0,0 7 54 0,0-7 8 16,3 9 2-16,-3-9 0 0,0 0-52 0,0 0-12 16,0 0 0-16,0 0 0 0,0 0 0 0,0 0 0 15,4-9 0-15,-4 9 0 0,7-10 54 0,-3 4 8 16,-4-4 2-16,3 1 0 0,4 0-52 0,-3-7-12 16,3 3 0-16,-4 4 0 0,-3-10 0 0,4 4 0 15,3-1 0-15,-4-3 0 0,1 0 0 0,3 4 0 16,0-4 0-16,0 0 0 0,0 10 0 0,0-7 0 15,0 3 0-15,0 4 0 0,0-1 0 0,4-2 0 16,-8 3 0-16,8-1 0 0,-4 10 0 0,0-9 0 0,-3 6 0 16,-4 3 0-16,0 0 0 0,0 0 0 0,10 0 0 15,-10 0 0-15,0 0 0 0,0 0 0 0,11 3 0 0,-4 3 0 16,-7-6 0-16,7 13 0 0,0-7 0 0,0 9 0 16,-3-2 0-16,-1 3 0 0,4-7 0 0,-3 10 0 15,-1-10 0-15,1 7 0 0,-4-3 0 0,0 2 0 16,3 1 0-16,-3-4 0 0,0-2 0 0,4 6 0 15,-4-7 0-15,3 0 0 0,1-2 0 0,-4-4 0 16,0-3 0-16,0 0-16 0,0 0 3 0,3 9 1 16,-3-9 21-16,0 0 5 0,0 0 1 0,0 0 0 15,0 0 3-15,0 0 1 0,0 0 0 0,0 0 0 16,7-3-5-16,0-3-1 0,1-4 0 0,-5 1 0 16,1 6-13-16,-1-13 11 0,1 10-11 0,-1-7 10 15,1-2-10-15,-1 5 0 0,1-5 9 0,-1 2-9 0,1-3 0 16,-1 4 0-16,1-4 0 0,3 7 8 0,-4-7 9 15,1-3 3-15,3 10 0 0,0-7 0 0,-3 7-20 0,6-1 0 16,-6-2 0-16,6-1 0 0,-3 4 0 0,0-1 0 16,4 1 0-16,0 0 0 0,-4-1 0 0,3 1 0 15,-3 2 0-15,4-2 0 0,-4 6 0 0,0-3 0 16,0 6 0-16,4-3 0 16,-4 3-48-16,0 0-12 0,3 0-4 0,-3 0 0 0,0 3 52 15,0 3 12-15,1-3 0 0,-1 6 0 0,0-2 0 0,0 2 0 16,0 1 0-16,0-1 0 0,0 0 0 0,0 1 0 15,3 5 0-15,-6-5 0 0,0-1 22 0,3 7 7 16,3-3 2-16,-3-4 0 0,0 7-31 0,-3-7 0 0,3 7 0 16,0-7 0-16,-4 1 0 0,5 5 0 0,-8-2 0 15,3-4 0-15,4 1 0 0,-3 5 8 0,-1-5-8 0,-3-1 0 16,4 0 0-16,-1 1 0 0,-3-4 8 0,0 4-8 16,4-4 0-16,-4-3 0 0,3 6 0 0,-3-9 0 15,0 0 8-15,0 10-8 0,0-10 0 0,0 0 9 16,0 0-9-16,4 6 0 0,-4-6-12 0,7 3 12 31,-7-3-95-31,7 0-11 0,-7 0-2 0,10 0-714 0,1-3-142 0</inkml:trace>
  <inkml:trace contextRef="#ctx0" brushRef="#br0" timeOffset="34035.232">2991 5873 1267 0,'0'0'28'0,"0"0"5"0,0 0 2 0,0 0 1 0,0 0-36 0,0 0 0 0,0 0 0 0,0 0 0 16,0 0 58-16,0 0 5 0,0 0 1 0,0 0 0 15,0 0-52-15,0 0-12 0,0 0 0 0,0 0 0 16,0 0 54-16,0 0 8 0,0-9 2 0,0 9 0 0,0 0 0 16,0-6 0-16,0 6 0 0,0 0 0 0,-7-3 0 0,7 3 0 15,-7 0 0-15,7 0 0 0,-7 0-52 0,3-7-12 16,-6 7 0-16,3 0 0 0,0 7 0 0,0-7 0 16,3 0 0-16,-10 3 0 0,3 3 54 0,-3-6 8 15,4 6 2-15,-1-3 0 0,-3 4-52 0,3-4-12 16,-6 3 0-16,3-3 0 0,0 4 0 0,0-4 0 15,-1 6 0-15,5-3 0 0,-1-3 0 0,-3 4 0 16,-4 2 0-16,8 1 0 0,3-4 0 0,-4-3 0 16,1 6 0-16,6-2 0 0,-6 2 0 0,10-9 0 15,-11 9 0-15,4-9 0 0,3 10 0 0,4-10 0 16,0 0 0-16,0 0 0 0,-3 6 0 0,3-6 9 16,0 0-9-16,0 0 8 0,0 0-8 0,0 0 0 15,0 0 0-15,7 10 0 0,4-1 0 0,-4-6 8 0,-7-3-8 16,10 6 0-16,4 4 0 0,0-10 0 0,0 9 0 0,4-3 0 15,-11-2 0-15,11 5 0 0,-8-3 0 16,5-3 0-16,-5 7 0 0,4-4 0 0,-3 3 0 0,-1 1 0 16,4-4 0-16,-6 4 0 0,2-1 0 0,1 0 0 15,-4-5 8-15,3 8 5 0,4-3 2 0,-10 1 0 16,3-1-26-16,0-6-5 0,0 7 0 0,-3 2-1 16,3-2 17-16,-4-1 0 0,1-6 0 0,-1 7 0 15,-3-1 0-15,4-3 0 0,-4 4 0 0,0-1 0 16,0 1 0-16,-4-1 0 0,4 0 0 0,0 1 9 15,-3 2-9-15,-4-2 0 0,7-1 0 0,0 1 0 16,-11-7 0-16,4 6 0 0,4-3 0 0,-4-6 0 16,-1 10 0-16,1-10 12 0,-3 9-4 0,3-9 0 15,-4 10 5-15,1-10 1 0,-1 6 0 0,-3-6 0 0,3 3-14 16,1-3 0-16,-4 0 0 0,0 0 0 0,-4 0 8 16,11-3-8-16,-4 3 0 0,-3-6 0 15,4 6-22-15,-5-10-10 0,8 7-3 16,4-3 0-16,-4-4-109 0,3 4-21 0,-6-3-5 0,6-1-438 15,4 1-88-15</inkml:trace>
  <inkml:trace contextRef="#ctx0" brushRef="#br0" timeOffset="34540.512">3160 5748 1497 0,'0'0'66'0,"4"-9"14"0,3 2-64 0,-7 4-16 0,4-6 0 0,3 3 0 15,-4 2 0-15,1-2 0 0,-4 6 0 0,0 0 0 16,3-9 0-16,4 9 0 0,-7 0 0 0,0 0 0 16,0 0 0-16,0 0 0 0,0 0 0 0,0 0 0 15,0 0 55-15,0 0 7 0,0 0 2 0,0 0 0 0,0 0 0 16,0 0 0-16,0 0 0 0,0 9 0 0,7 1-52 0,-7-1-12 16,0 0 0-16,0 1 0 0,0 5 54 15,-7 1 8-15,7-3 2 0,0 2 0 0,-3 4-52 0,3 6-12 16,0-6 0-16,0 6 0 0,-4-3 31 0,4 3 3 15,0 0 1-15,0 0 0 0,-3 4-17 0,3-7-3 16,-4 3-1-16,1 0 0 0,3 0-4 0,0-3-1 16,0-7 0-16,0 10 0 0,0-6 1 0,0-6 0 15,0 3 0-15,0-1 0 0,-7-2-10 0,7 2 0 16,-4-5 0-16,4 6 0 0,0-7 0 0,0 3 0 16,0-5 0-16,0-4 0 15,0 9-20-15,0-12-7 0,0 4-1 0,0-4 0 16,0 6-46-16,0-6-10 0,0 0-1 0,0 0-1 15,0 0-20-15,0 0-4 0,-7-6-1 0,0 6-677 0</inkml:trace>
  <inkml:trace contextRef="#ctx0" brushRef="#br0" timeOffset="34848.904">3026 6037 1497 0,'0'0'32'16,"0"0"8"-16,-7-4 0 0,7 4 4 0,0 0-36 0,7-6-8 0,-7 6 0 0,0-3 0 16,4-3 53-16,-1-4 9 0,1 1 2 0,-4 9 0 15,7 0 51-15,0-10 10 0,4 1 3 0,-11 3 0 0,7-4-52 0,3 7-9 16,-3-3-3-16,4-3 0 16,3 9 0-16,-3-10 0 0,-1 7 0 0,4-3 0 0,0 6-26 0,1-7-6 15,-1 4 0-15,3 3-1 0,-6 0-31 0,7-6 0 16,3 6 0-16,-4 0 0 0,1 0 0 0,-4 0 0 15,0 0 0-15,0 0 0 0,-3 6 0 0,3-6 0 16,-3 0 0-16,6 0 0 16,-10 0-37-16,11 0-1 0,-11 0 0 0,7 0 0 15,-7 0-83-15,4 0-17 0,-1 0-3 0,1 0-547 16,-4 0-110-16</inkml:trace>
  <inkml:trace contextRef="#ctx0" brushRef="#br0" timeOffset="35367.411">3499 6174 460 0,'0'0'41'0,"-3"10"-33"0,3 2-8 0,-4 4 0 16,4 0 108-16,0-4 20 0,-3 4 4 0,3-7 1 15,0 10-9-15,-4-9-1 0,8-1-1 0,-4 0 0 16,0 7-27-16,0-6-6 0,0-4-1 0,0 3 0 15,3-6 10-15,-3 7 2 0,0-10 0 0,4 6 0 16,-4-6-26-16,0 0-5 0,0 0-1 0,0 0 0 16,0 0-28-16,3 3-5 0,-3-3-2 0,0 0 0 15,0 0-1-15,0 0-1 0,0 0 0 0,0 0 0 16,0 0 0-16,0 0 0 0,0 0 0 0,7-9 0 0,-7 9-2 16,7-3 0-16,-3-13 0 0,-4 7 0 0,3-1-8 0,1-6-1 15,3 4-1-15,-7-4 0 0,0-3-3 16,3 4 0-16,-3-4 0 0,4 0 0 0,-4 0-3 0,3-6-1 15,1 0 0-15,0-3 0 0,-1 3 4 0,1 3 0 16,6-9 0-16,-10 9 0 0,7-4-7 0,0 8-1 16,-3-1 0-16,3 0 0 0,-4-3-8 0,4 13 0 15,0-4 0-15,-3-3 8 0,3 7-8 0,0 0 0 16,-3-1 0-16,3 1 0 0,-4 3 0 0,1-4 0 16,3 7 0-16,0-3 0 0,-7 6 0 0,0 0 0 15,7-7 0-15,0 4-11 0,7 3 11 0,-14 0-8 16,0 0 8-16,4 0-8 0,6 3-1 0,1 4 0 0,-11-7 0 15,7 9 0-15,-4-3-6 0,8-2-1 0,-4 5 0 16,0 0 0-16,-7-2 2 0,7 2 0 0,0 0 0 16,4 1 0-1,-11-1-17-15,7 1-3 0,0-1-1 0,0-3 0 16,7 4-26-16,-7-1-6 0,4 1-1 0,-4-4 0 16,-4 3-152-16,1-6-32 0,-1 4-5 0,-3-7-2 0</inkml:trace>
  <inkml:trace contextRef="#ctx0" brushRef="#br0" timeOffset="35669.154">4004 5964 921 0,'0'0'82'0,"0"10"-66"16,0-4-16-16,-4 3 0 0,4 1 152 0,0 6 26 15,0-13 6-15,0 6 0 0,-3 7-92 0,3-7-18 16,0 7-4-16,0-7-1 0,0 1 22 0,0 5 4 16,0-2 1-16,0-4 0 0,0 1-13 0,0 5-3 15,0-5 0-15,0 5 0 0,0-2-41 0,0-4-9 16,0 1-2-16,0 2 0 0,3 1-17 0,1-7-11 16,-4-6 12-16,0 10-12 0,0-1 8 0,0-9-8 15,0 0 0-15,0 0 0 0,0 0 0 0,0 9-19 16,0-9 4-16,0 0 1 15,0 0-95-15,0 0-19 0,0 0-4 0,0 0-543 16,0 0-108-16</inkml:trace>
  <inkml:trace contextRef="#ctx0" brushRef="#br0" timeOffset="35846.958">4042 5783 748 0,'-3'-16'33'0,"3"6"7"0,0 1-32 0,0 3-8 0,0 3 0 0,0 3 0 15,0-7 373-15,0 7 73 0,0 0 14 0,0 0 4 16,0 0-423-16,0 0-84 16,7-3-17-16,-7 3-3 0,0 0-27 0,0 0-6 0,0 0 0 15,0 0-1-15,0 0-59 0,0 0-12 16,3 3-3-16,-3-3 0 0</inkml:trace>
  <inkml:trace contextRef="#ctx0" brushRef="#br0" timeOffset="36370.034">4219 6008 1828 0,'0'0'81'0,"0"0"17"0,-7 10-78 0,7-4-20 16,0-6 0-16,0 9 0 0,0 7 0 0,0-3-16 16,0 2 4-16,3-5 0 15,-3 5-20-15,4-2-3 0,-4 3-1 0,0-4 0 0,0-2 59 0,0 2 11 16,0-3 2-16,0 1 1 0,0-1 49 0,3 1 10 0,-3-1 1 15,0-3 1-15,0-2-36 0,0-4-7 0,0 9-2 16,0-9 0-16,0 6-19 0,0-6-4 0,0 0-1 16,0 10 0-16,0-10-8 0,0 0-1 0,0 0-1 15,0 0 0-15,0 0-7 0,0 0 0 0,0 0-1 0,0 0 0 16,0 0 9-16,0 0 3 0,0 0 0 16,0 0 0-16,4-10-7 0,-1 4 0 0,1-7-1 0,-4-2 0 15,3-1-15-15,1 3 8 0,-4-8-8 0,3 2 0 16,-3 0 15-16,8 0-3 0,-8 0-1 0,3-6 0 15,-3 6-11-15,4 1 0 0,-1-8 0 0,4 11 0 16,-3 2 15-16,3-2-3 0,-4 2 0 0,4 0 0 16,0 4-12-16,8 6 0 0,-15-3 0 0,3-4-10 15,4 7 10-15,4-3 0 0,-1 6 0 0,-3 0 0 16,0-3 0-16,7 3 0 0,-6 3 0 0,2-3 0 16,1 9 0-16,-4-2 0 0,3-4 0 0,4 6 0 0,-3-3 0 15,0 10 0-15,-4-3 0 0,0-4 0 0,3 10-11 16,1-4 11-16,-4 1-13 0,0-3 5 0,4 6 8 0,-4 2 0 15,0-2 8-15,0-6-8 0,-4 9 0 16,4-10 0-16,0 4 0 0,0-7 0 0,-3 10 0 0,3-9 0 16,-3-1-12-16,-1 0 4 15,4 1-20-15,-3-4-4 0,3 4-1 0,-7-10 0 16,7 6-100-16,-7-6-20 0,7 3-4 0,-4 3-520 16,8-3-104-16</inkml:trace>
  <inkml:trace contextRef="#ctx0" brushRef="#br0" timeOffset="37107.418">5062 5946 2026 0,'0'0'44'0,"0"0"10"0,3 0 2 0,-3 0 1 0,4-10-45 0,0 7-12 0,-4 3 0 0,0-6 0 31,0 6-20-31,0-10-7 0,-8 4-1 0,5 6 0 0,-1-9 28 0,-3 9 0 0,-3-3 0 0,3 3 0 15,-4-7 40-15,1 7 12 0,-1 0 4 0,4 7 0 16,-11-7-8-16,4 3-2 0,4-3 0 0,-5 6 0 16,-2-3-18-16,3 3-3 0,3 4-1 0,-3-4 0 15,0 3 5-15,0-5 1 0,0 5 0 0,3 0 0 16,-3 7-14-16,3-7-4 0,-3 7 0 0,7-6 0 16,-3 2-1-16,3-6-1 0,-4 4 0 0,4-1 0 15,3 1-2-15,1-1 0 0,3-9 0 0,-4 9 0 16,4-9-8-16,0 0 12 0,0 0-12 0,0 0 12 0,4 7-12 15,3 2 0-15,0 0 0 0,4-9-11 0,-1 0 11 16,4 0 0-16,0 0 0 0,1 0 0 0,-1-3 8 0,-4-3 3 16,4 6 1-16,-3-6 0 0,3 3-12 0,-3-4 0 15,3 4 0-15,-4-3 0 0,1 3 18 0,-1-3 2 16,1-4 0-16,3 7 0 0,-7-3-20 0,4-4 0 16,3 1 0-16,-11 0 0 0,4-7 0 0,1 6 0 15,-1 1 0-15,3 3 0 0,-6-4 0 0,3 1 0 16,-4 0 0-16,1 5 0 0,-4 4 0 0,3-6 0 15,-3 6 0-15,0 0 0 0,0 0 0 0,0 0 0 16,4-9 0-16,-4 9 0 0,0 0 0 0,0 0 0 16,0 0 0-16,0 0 0 0,0 0 0 0,0 0 0 0,0 0 0 15,0 0 0-15,0 0 0 0,0 9 0 0,-4 1 0 16,4-4 0-16,4 3 0 0,-4 1 0 0,0-1 0 16,0 0 0-16,0 1 0 0,0 6 0 0,3-4 0 0,-3 4 0 15,0 3 0-15,4-4 0 0,-4-2 0 0,0 2 0 16,0 4 0-16,3-3-17 0,-3-7 3 0,4 10 1 15,-4-3 13-15,0-4 0 0,4 4 9 0,-4 3-9 16,0-3 9-16,3-4-9 0,-3 4 8 0,0 3-8 16,0-4 8-16,0-2-8 0,0 3 8 0,-3 2-8 15,3-2 12-15,-4-3-4 0,4 2 0 0,-4 1 0 16,1-4-8-16,-4 4 0 0,7 3 0 0,-4-3 0 16,-3-4 0-16,4-2 8 0,-1 5-8 0,-3 1 8 15,4-7 2-15,-4 1 0 0,0-1 0 0,-1 1 0 0,1-1 0 16,4 0 0-16,-11 1 0 0,7-4 0 0,-4 3 2 15,1-5 0-15,-1 2 0 0,4 3 0 0,-7-9 4 16,3 7 0-16,1-7 1 0,-4 3 0 0,3-3-17 16,-10 0 0-16,10 0 0 0,-6-3 0 15,-1-4-36-15,4-2-15 0,0 9-2 0,0-10-1 16,3 4-108-16,0-6-22 0,1-7-4 0,-1-3-844 16</inkml:trace>
  <inkml:trace contextRef="#ctx0" brushRef="#br0" timeOffset="38189.193">5496 5920 403 0,'0'0'36'0,"0"0"-36"0,0 0 0 0,0 0 0 15,-4 0 217-15,-6-3 37 0,3 3 7 0,7 0 2 16,0 0-196-16,0 0-39 0,-11 0-8 0,4 0-2 16,7 0-10-16,-7-6-8 0,-4 6 9 0,4-3-9 15,7 3 52-15,0 0 4 0,-7-6 0 0,4 6 1 16,-8 0 19-16,8 0 3 0,3 0 1 0,-7 0 0 15,0 0-32-15,7 0-7 0,0 0-1 0,-8 0 0 16,1 0-25-16,4 0-6 0,-1 0-1 0,4 0 0 0,0 0 10 16,0 0 2-16,-7 6 0 0,7-6 0 0,0 0 12 0,0 0 4 15,0 0 0-15,0 0 0 0,0 0-4 0,0 0-1 16,0 0 0-16,0 0 0 0,0 0-2 0,0 0 0 16,0 0 0-16,0 0 0 0,0 0-29 0,0 0 0 15,11 3 0-15,-1-3 0 0,1 0 0 0,3 6 0 16,0-6 0-16,0 0 0 0,4 0 0 0,-4 0 0 15,4 0 0-15,-1 0 0 0,8 3 0 0,-4-3 0 16,0 0 0-16,1 0 0 0,-1 0 9 0,0 0-9 0,0 0 8 16,0 0-8-16,0 0 0 0,4 0 0 0,-4 0 0 15,-3 0 0-15,3-3 0 0,4 3 0 0,-4 0 0 16,4 0 0-16,-4 0 0 0,-4 0 8 0,5 0-8 16,-1 0 0-16,-4-6 0 0,5 6 8 0,-8 0-8 15,3 0 0-15,-3-3 0 0,1-3 0 0,-1 6 0 0,0-3 0 16,-4 3 0-16,5-7 8 0,-5 7-8 0,1-3 0 15,-11 3 9-15,10-6-9 0,-10 6 10 0,11 0-10 16,-1-10 13-16,-10 10-3 0,11 0-1 0,-11 0 0 16,7-3-9-16,-7 3 0 0,0 0 0 0,0 0 0 15,0 0 9-15,0 0 0 0,0 0 0 0,0 0 0 16,0 0-9-16,0 0 0 0,0 0 0 0,0 0 0 16,0 0 20-16,0 0 3 0,4-6 0 0,-4 0 0 15,0 3-12-15,-4-4-3 0,1 4 0 0,-1-3 0 16,0-3 3-16,-3 5 0 0,4-2 0 0,-4 3 0 15,3-3-11-15,1-4 12 0,-4 4-12 0,3 3 12 0,-3-3-4 16,4 3-8-16,-4-4 12 0,3-2-4 0,-3 9-8 16,3-3 8-16,-3-4-8 0,0 4 8 0,0-3-8 0,4 6-11 15,3 0 3-15,0 0 0 0,0 0 8 0,-7-6 0 16,0 6 0-16,7 0 0 0,0 0 0 16,0 0 0-16,-7-3 0 0,7 3 0 0,0 0 0 0,0 0 0 15,0 0 0-15,0 0 0 0,0 0 0 0,0 0 0 16,10 0 0-16,-3 0-8 0,-7 0 0 0,0 0 0 15,11 3 0-15,3 3 0 0,0-6 8 0,-3 0 0 16,3 9 0-16,-4-9-8 0,4 7 8 0,-3-4-12 16,0-3 12-16,-1 0-12 0,1 6 12 0,-4-3 0 15,-7-3 0-15,10 7 0 0,-3-4 0 0,1 3 0 16,-8-6 0-16,7 3 0 0,-7-3 0 0,7 6-10 0,-4 4 10 16,4-4 0-16,-7-6 0 0,4 3 0 0,-1 7 0 15,-3-10 0-15,4 9 0 0,-1-3 0 0,-3 4 0 0,4-7 0 16,-1 3 0-16,-3 3 0 0,0 1 8 0,0-4-8 15,0-6 0-15,-3 10 0 0,3-7 0 0,-4 6 0 16,1-3 0-16,3 4 0 0,0-10 0 0,-7 9 0 16,3-3 0-16,1 4 8 0,-4-7-8 0,3 6 9 15,-3-2-9-15,0-4 10 0,0 9-10 0,-4-9 10 16,4 7-10-16,0-4 0 0,-3-3 9 0,3 4-9 16,0-4 0-16,-4 6 0 0,4-9 0 0,0 6 8 15,7-6-8-15,-4 4 0 0,4-4 0 0,-7 6 0 16,0-6-30-1,7 0-1-15,0 0 0 0,0 0 0 0,0 0-105 0,0 0-22 0,0 0-4 16,11 0-536-16,-1 0-107 0</inkml:trace>
  <inkml:trace contextRef="#ctx0" brushRef="#br0" timeOffset="38635.27">6639 5804 288 0,'0'0'25'0,"0"0"-25"0,0 0 0 0,0 0 0 16,0 0 292-16,0 0 52 0,0 0 12 0,7 7 1 15,-4 2-186-15,-3-9-38 0,4 10-7 0,-1-4-2 16,1 3-47-16,-4-6-9 0,0 7-3 0,0 5 0 15,0-5-31-15,0-1-6 0,-4 7-2 0,4-7 0 0,0 1 0 0,0 9 0 16,0-10 0-16,-3 7 0 0,-1 2-10 16,4-8-1-16,0 6-1 0,-3-4 0 0,-1-6-14 0,1 4 11 15,3-1-11-15,-4 1 10 0,4-10-10 0,0 9 0 16,0-9 0-16,0 9 0 16,0-2-23-16,0-7-6 0,0 0-2 0,0 0 0 15,0 0-178-15,0 0-36 0</inkml:trace>
  <inkml:trace contextRef="#ctx0" brushRef="#br0" timeOffset="38820.464">6706 5613 1785 0,'0'-16'79'0,"0"7"17"16,0 9-77-16,0 0-19 0,0-9 0 0,0 9 0 0,0 0 56 0,0 0 7 0,3 0 1 0,-3 0 1 31,7 0-238-31,-7 0-48 0,0 0-10 0,8 0-1 16,-1 0 116-16,-7 0 24 0,0 0 5 0,0 0-352 0</inkml:trace>
  <inkml:trace contextRef="#ctx0" brushRef="#br0" timeOffset="39360.342">6847 5892 403 0,'0'0'36'0,"0"0"-36"15,0 0 0-15,-4 10 0 0,1-4 390 0,-1 3 71 16,1 1 15-16,3-1 2 16,-4 1-414-16,4-1-84 0,0 0-16 0,0 1-3 15,-3 2-4-15,3-2-1 0,0-1 0 0,-4 1 0 0,1-1 71 0,3-9 13 16,0 3 4-16,0-3 0 0,0 0 45 0,0 0 10 15,0 0 1-15,0 0 1 0,-4 10-49 0,4-10-11 16,0 0-1-16,0 0-1 0,0 0-20 0,0 0-4 16,0 0-1-16,0 0 0 0,0 0 5 0,0 0 1 15,0 0 0-15,0 0 0 0,0-10-20 0,4 1 0 16,-4-1 0-16,3 1 0 0,1-4 23 0,-4-2 7 16,3 5 2-16,1-5 0 0,-4-4-32 0,3 3 0 15,1 4 0-15,-1-7 0 0,-3-3 0 0,8 9 0 0,-5-6 0 16,1 4 0-16,-1-1 0 0,1 4 0 0,-1-4 0 0,4 6 0 15,-3 1 0-15,-1 0 0 0,4 2 0 16,4-2 0-16,-1 0 0 0,1 9 0 0,-4-10 0 0,7 10 0 16,-3 0 0-16,3-3 0 0,-7 3 0 0,4 0 0 15,-1 3 0-15,-3-3-13 0,4 6 1 0,-1-2 0 16,-3 5 12-16,4 0 13 0,-4-2-2 0,-3 2-1 16,3 0-10-16,-4 7 10 0,8-3-10 0,-4 2 10 15,-7 1-10-15,3-3 10 0,4 2-10 0,0 4 10 16,1-3-10-16,-5-4 8 0,-3 7-8 0,7-3 8 15,-3-1-8-15,-1-2 0 0,1-4 0 0,-1 7 0 16,1-7 0-16,-1 1 0 0,-3-10 0 0,0 9 0 16,4 1 0-16,-4-10 0 0,0 0 0 0,0 0 0 15,-7 6 0-15,7-6-17 0,7 3 4 0,-7-3 1 16,0 0-144-16,0 0-29 16,0 0-6-16,7-3-825 0</inkml:trace>
  <inkml:trace contextRef="#ctx0" brushRef="#br0" timeOffset="39718.619">7415 5500 864 0,'0'0'76'0,"0"0"-60"0,0 0-16 0,0 0 0 16,0 0 175-16,0 0 32 0,0 0 6 0,0 0 2 16,3 10-121-16,1 5-24 0,0-5-5 0,-4 5-1 15,0-2-6-15,0 3-2 0,0-1 0 0,0-2 0 16,0 6 4-16,0-4 0 0,-4 4 0 0,4 0 0 16,-4 3-29-16,4-3-6 0,-3 0-1 0,3 6 0 15,-4-6 13-15,4-1 3 0,-3 1 0 0,3 6 0 16,-4-6-32-16,4 0-8 0,-3 0 0 0,3-4 0 15,-4 4 0-15,4-3 0 0,0 3 0 0,0-10 0 16,-3 10 0-16,3-10 0 0,3 1 0 0,-3-1 0 16,4-3-31-1,-4-6-7-15,0 0-2 0,0 0 0 0,0 0-147 0,0 0-29 16,0 0-7-16,0 0-1 0</inkml:trace>
  <inkml:trace contextRef="#ctx0" brushRef="#br0" timeOffset="40066.174">7224 5660 1900 0,'-3'0'169'0,"-1"-3"-135"16,4 3-34-16,0 0 0 0,0 0 51 0,0 0 3 16,0 0 1-16,0 0 0 15,0 0-115-15,0 0-24 0,0 0-4 0,0 0 0 0,0 0 65 0,0 0 14 16,0 0 9-16,0 0-12 0,0 0 107 0,0 0 21 15,0 0 4-15,0 0 0 0,11 0-19 0,0 0-4 0,-1 0-1 0,1 0 0 16,3 0-46-16,-4 0-10 0,1 0-1 0,3 0-1 16,0 0-21-16,0 0-4 0,4 0-1 0,-4 0 0 15,0 0-12-15,4 0 0 0,-4 3 0 0,4-3 0 16,-1 0 0-16,1 0 0 0,0 6 0 0,-1-6 0 16,1 0-13-16,-1 0-6 0,5 0-1 0,-1 0 0 31,-7 0-30-31,0 0-6 0,4 0-2 0,-1 0 0 0,1 0-21 15,-4-6-4-15,-3 6-1 0,-1 0 0 0,1 0 8 16,-1 0 2-16,-10 0 0 0,7-3 0 0,4-3-3 16,-11 6-1-16,0 0 0 0</inkml:trace>
  <inkml:trace contextRef="#ctx0" brushRef="#br0" timeOffset="43464.73">7327 3920 1407 0,'0'0'62'0,"0"0"14"0,0 0-61 0,0 0-15 0,7-10 0 0,-4 1 0 15,-3 9 25-15,7-6 3 0,4 3 0 0,-7-4 0 16,3 4-28-16,-7 3 0 0,0 0 0 0,0 0 0 15,3-6 0-15,-3 6 0 0,0 0 0 0,0 0 0 16,0-9 24-16,-3 5 0 0,-1-2 0 0,-3-3 0 16,3 9 30-16,-3-10 6 0,0 10 0 0,0-6 1 15,0 3-1-15,0-3-1 0,0 6 0 0,4-4 0 16,-8-2-27-16,4 6-6 0,-4-3-1 0,4 3 0 16,0-6-4-16,-3 6-1 0,-4-10 0 0,3 10 0 0,0 0 4 0,-3-3 1 15,0-3 0-15,0 6 0 0,3-6-15 0,-3 3-10 16,-3 3 12-16,6 0-12 0,-6 0 14 0,2-7-4 15,1 7-1-15,-3 0 0 0,-1-3-9 0,0 3 0 16,1-6 9-16,-4 6-9 0,-1-3 0 0,1-3 0 16,0 2 0-16,0-2 0 0,0-3 12 0,-4 9-3 15,4-3 0-15,-7-4 0 0,3 7-1 0,-3-6-8 16,-4 3 12-16,0 3-4 0,0-6-8 0,-3 6-11 16,0 0 3-16,0-4 0 0,-1 4 8 0,1 0 11 15,0-6-3-15,3 6 0 0,0 0-8 0,1 0 0 16,2 0 0-16,1 0 0 0,0 0 0 0,3 0 0 15,-3 0 9-15,0 0-9 0,3 0 21 0,-3 0 0 16,3 0 0-16,-3 6 0 0,7-6-21 0,-4 0 0 0,0 0 0 16,-3 0 0-16,7 0 0 0,-4 0 0 0,4 0 0 15,-4 4 0-15,1-4 8 0,-1-4 1 0,4 4 0 16,-4 0 0-16,-3 4-9 0,3-4 0 0,-3 0 0 0,3 0 0 16,1 0 0-16,-5 0 0 0,5 0 0 0,-1 6 0 15,0-6 0-15,1 3 12 0,6 3-12 0,-3-6 12 16,0 0-4-16,3 10 0 0,-3-10 0 0,0 6 0 15,0-3-8-15,3-3 0 0,-3 6 9 0,3-2-9 16,0-4 8-16,-3 6-8 0,4-6 10 0,3 3-10 16,-8-3 9-16,5 6-9 0,-4-3 8 0,-1-3-8 15,5 7 10-15,-1-7-10 0,-7 3 12 0,4 3-12 16,0-6 26-16,-4 6-2 0,4-3 0 0,0-3 0 16,0 10-24-16,-7-10 0 0,7 6 0 0,-4-3-11 0,0 7 11 15,4-10 0-15,-4 6 0 0,8 3 0 16,-8-9 0-16,4 7 0 0,-4-4 0 0,4 6 0 0,-4-9 0 15,4 6 9-15,0-2-9 0,0 2 0 0,3-3 12 0,0 3-12 16,-6-6 12-16,3 3-12 0,-1-3 13 0,1 7-4 16,0-7-1-16,-4 0 0 0,1 9-8 0,3-9 8 15,-1 0-8-15,-2 0 8 0,2 9-8 0,-2-9 0 16,3 10 0-16,-1-10 0 0,1 9 0 0,-3-2 0 16,2-4 0-16,1-3 0 0,0 9 0 0,0-3 0 15,0 4 0-15,0-4 8 0,-1-3-8 0,1 7 0 16,4-4 0-16,-12-3 0 0,5 3 0 0,-1-3 0 15,4 4 0-15,0 2 0 0,-11 0 0 0,7 1 0 16,-3-4 0-16,3 4 0 0,1-7 0 0,-5 6 0 0,12 4 0 16,-8-4 0-16,4 0 0 0,0 1 0 0,3-1 0 15,-3-6 8-15,7 7-8 0,-4-4 0 0,1 3 0 16,-1 1 0-16,4-4 0 0,-4 4 0 0,4-7 0 0,0 6 0 16,-7-3 0-16,10 4 0 0,-6-1 0 0,-1 1 0 15,0-1 0-15,-3-3 0 0,3 4 0 0,1-1 8 16,-1 7-8-16,1-7 0 0,6 1 0 0,-10-7 0 15,0 12 0-15,7-5 0 0,-8-4 0 0,5 3 0 16,3 1 0-16,3-1 0 0,-10 1 0 0,3-1 0 16,1 1 0-16,-1-1 0 0,7 0 0 0,-6 1 0 15,-1-1 0-15,4 7 0 0,-4-7 0 0,4 1 0 16,0 5 0-16,-7-5 0 0,3-1 0 0,8 7 0 16,-11-4 0-16,6-2 0 0,-6 5 0 0,7-5 0 15,-7 6 0-15,3-7 0 0,1 3 0 0,-1-2 0 0,7 6 0 16,-10-7 0-16,7 7 0 0,-7-7 0 0,0 0 0 0,3 7 0 15,4-3 0-15,4-4 0 0,-12 7 0 0,8-7 0 16,0 7 0-16,4-4 0 0,-8-2 0 0,4 6 0 16,0-1 0-16,3-2 0 0,1 6 0 0,-5-4 0 15,5 1 0-15,-4-4 0 0,3 4 0 0,1 3 0 16,-1 0 0-16,4-4 0 0,-4 4 0 0,1 0 0 16,-1-3 0-16,1-7 0 0,-1 10 0 0,4-3 8 15,0-4-8-15,-4 4 0 0,4 3 0 0,-3-10 0 16,-1 7 8-16,4-4-8 0,0 4 0 0,-4 0 0 15,4-4 0-15,0 4 0 0,0 0 0 0,-3-4 0 16,-1 7 0-16,4-3 0 0,0-7 0 0,0 10 0 0,-4-3 0 16,4-4 0-16,4 10 0 0,-4-9 0 0,-4 2 0 15,4 4 0-15,0 0 0 0,0 0 0 0,0 3 0 0,3-4-11 16,-6 1 11-16,3 0 0 0,0 0 8 0,0 0-8 16,3 3 0-16,-7-4 0 0,4 1 0 0,4 6 0 15,-1-3 0-15,4 0 0 0,-7 0 0 0,4-3 0 16,3 6 0-16,0-6 0 0,-7 0 0 0,3 6 0 15,1-6 0-15,-4-1 0 0,7 8 0 0,0-8-8 16,-4 4 8-16,-3 0 0 0,7 3 0 0,-3-6 0 16,-1 6 0-16,4-6 0 0,-4 6 8 0,4-3-8 15,4 3 0-15,-4 0 0 0,0-6 0 0,0 6 0 16,4-3 0-16,-1 3 0 0,-3-6 0 0,7 6 0 16,-7-6 0-16,11 0 0 0,-11 6 0 0,0-6 0 15,3-1 0-15,1-2 8 0,3 3-8 0,-7 0 0 16,10-4 0-16,-6 4 8 0,-1 6-8 0,1-12 0 0,3 9 0 15,0-3 0-15,-3-1 0 0,3 1 0 0,-4-3 0 16,8-3 0-16,-8 2 0 0,4 4 0 0,0-3 0 0,4 2 0 16,-4-2 0-16,4-3 0 0,3 2 0 0,-4-2 0 15,1 3 0-15,3-7 0 0,-3 7 0 0,3-4 0 16,-4-2 0-16,1 5 0 0,3-5 0 0,-3-1 0 16,3 1 0-16,-4-1 0 0,4 4 0 0,-3-4 0 15,0 0 0-15,3 1 0 0,0 2 0 0,0-2 0 16,0 2 0-16,4-2 0 0,-4-1 14 0,7 0-2 15,-11 1 0-15,8-7 0 0,-4 10-12 0,4-4 0 16,7 0 8-16,-8 1-8 0,1-7 16 0,-1 13 0 16,1-7 0-16,0 0 0 0,3 1-16 0,0-1 0 0,-3 1 8 15,6-4-8-15,-2 3 0 0,-1 1 0 0,3-1 0 16,-6 1 0-16,3-1 0 0,4 7 0 0,-4-13 0 16,0 9 0-16,0-9 0 0,1 7 0 0,2-1 0 0,1-3 0 15,-4 4 0-15,4-7-12 0,7 10 3 0,-8-4 0 16,5 0 9-16,-5 1 12 0,8-7-2 0,-4 6-1 15,4 1-9-15,-4 2 0 0,4-2 0 0,-4-1 0 16,4 1 0-16,-4-7 0 0,-3 3 0 0,3 3 0 16,0-2 8-16,4-4-8 0,-4 3 12 0,4-3-4 15,-4 3-8-15,4-2 0 0,7 2 0 0,-4-3 0 16,-7 3 8-16,8-3-8 0,-1 4 8 0,-3-4-8 16,-1 3 10-16,1 3-10 0,-4-9 12 0,8 10-12 0,-8-10 8 15,4 6-8-15,-4-6 0 0,11 3 0 16,-8 4 9-16,5-4-9 0,-1-3 0 0,0 0 9 0,-3 6-9 15,3-6 0-15,0 0 9 0,-3 0-9 0,0 0 8 0,0 0-8 16,-1 0 10-16,-2 0-10 0,-1-6 9 16,4 6-9-16,-1-3 8 0,5 3-8 0,-1 0 10 15,0-7-10-15,-3 4 12 0,3 3-12 0,4-6 10 0,0 6-10 16,-4-3 8-16,-3-4-8 0,3 7 0 0,-3 0 8 16,0 0-8-16,-1-3 0 0,1-3 0 0,-4 6 0 15,8-6 0-15,-5 3 0 0,1 3 0 0,0-7 0 16,3 4 8-16,0 3-8 0,1-6 0 0,-1 6 0 15,0-3 0-15,1-3 0 0,-1 6 8 0,0-4-8 16,0 4 0-16,-3-6 8 0,3 6 0 0,1-3-8 16,-5-3 12-16,1 6-4 0,4-10 4 0,-1 10 0 0,4-9 0 15,-4 9 0-15,0 0-12 0,0-6 0 0,1 6 0 16,-1-3 0-16,-3-4 0 0,-1 7 0 0,1-3 0 0,4-3 0 16,-5 3 0-16,1-4 0 0,3 4 0 0,-3-3 0 15,3-3 0-15,-3 2 0 0,0-2 0 0,0 6 0 16,3-3 0-16,0-4 0 0,0 7 0 0,-3-3 0 15,3-4 9-15,-3 1-9 0,0 3 10 0,-4 2-10 16,0-2 12-16,4-3-4 0,-4-1-8 0,4 1 12 16,-4 0-12-16,4 2 0 0,-4-2 8 0,8 6-8 15,-8-7 8-15,4 4 0 0,-1-3-8 0,-2-1 12 16,2 1-12-16,-3 3 0 0,1 2 0 0,-1-2 0 16,0-3 8-16,-3 6-8 0,3-7 0 0,-3 4 0 15,-1-3 0-15,1-1 0 0,0 1 0 0,0-1 0 16,-1 1 0-16,4 0 0 0,1 2 0 0,-1-2 0 15,-3-1 8-15,3 1 1 0,-3 0 1 0,-1-1 0 0,4-2-10 16,-3 2 0-16,0 1 0 0,-8 6 8 0,5-7 11 16,-1 4 1-16,-4-3 1 0,1-7 0 0,-4 7-21 0,4-1-13 15,-1 1 1-15,-2-4 1 0,-1-2 11 0,0-1 0 16,0 6 0-16,0-8 0 0,4-1 0 0,-1 0 0 16,1 3 8-16,0-3-8 0,-1 4 8 0,1-4-8 15,-1-6 8-15,-2 6-8 0,-1 0 9 0,0 0-9 16,0 1 12-16,4-1-12 0,-1-6 0 0,-3 6 0 15,0-6 0-15,-3 6 0 0,0-6 8 0,-1 6-8 16,4 0 9-16,-3-6-9 0,-4 0 0 0,0 3 0 16,4-3 0-16,-4 0 0 0,0-3 9 0,0 3-9 15,0 3 8-15,0-10-8 0,0 14 0 0,0-11 0 0,-4 4 0 16,5-3 0-16,-5 3 0 0,4 3 0 0,-3-9 0 16,-1 12 0-16,4-9 0 0,-3 3 8 0,-4-4-8 0,3 4 0 15,1-3 0-15,-1 3 0 0,-3-3 0 0,4 3 0 16,-4-7 0-16,3 1 0 0,1 3 0 0,-4-1 0 15,0-5 0-15,0 6 0 0,0-4 0 0,0 4 0 16,-4 0 0-16,4 3 0 0,-3-3 0 0,3 3 0 16,-4-4 0-16,4 4 0 0,-3-3 8 0,-1 3-8 15,4-3 0-15,-3-1 0 0,3-5 0 0,0 9 0 16,-4-6 0-16,1-1 0 0,-1 4 0 0,1-7 0 16,-1 7 0-16,1 0 0 0,-1 3 0 0,1-3 0 15,-1-1 0-15,0-2 0 0,-6 9 0 0,3-9 0 16,0 9 0-16,0-3 0 0,-4-3 0 0,1 2 0 0,-1 1 0 15,0-3 0-15,-3 3 0 0,0 3 0 0,0-3 0 16,0 0 0-16,3 6 0 0,1-6 0 0,-4 6 0 16,3-6 0-16,-3 6 0 0,3 1 0 0,1-8 0 15,-4 8 0-15,3-1 0 0,-3 0 0 0,0 3 8 0,3-2-8 16,-3-1 8-16,0 3-8 0,0-3 0 0,0 7 0 16,0-4-9-16,-4 0 9 0,4 4 0 0,0-4 0 15,0 0 0-15,-4 4 0 0,4-4-8 0,-4 4 8 16,1-4 0-16,-1 0 0 0,0 7 0 0,-3-4 0 15,0-2 0-15,4-1 0 0,-5 7 0 0,1-1 0 16,-4-2 0-16,4-4 0 0,0 10-8 0,-7-7 8 16,3 7 0-16,1-4 0 0,-1 1 0 0,0-7 0 15,0 7 0-15,1 6 0 0,-1-7 0 0,4 4 0 16,0-3 0-16,0-1 0 0,-4 4 0 0,4-3 0 0,0 5 0 16,-4-5 0-16,4 3 0 0,-4-4 0 0,0 7 0 0,4-3 0 15,0-3 0-15,-4 2 0 0,1-2-8 0,-1 6 8 16,4-3 0-16,0-4 0 0,-1 7 0 0,5-3 0 15,-4 3-9-15,3-4 9 0,4 1-13 0,-4 3 5 16,4 3-10-16,-4 0-2 0,8-6 0 0,3 6 0 31,-4 0-86-31,1 0-18 0,3 0-3 0,7 0-785 0,0 0-156 0</inkml:trace>
  <inkml:trace contextRef="#ctx0" brushRef="#br0" timeOffset="47072.606">12174 5732 518 0,'0'0'23'0,"0"0"5"0,0 0-28 0,0 0 0 16,0 0 0-16,0 0 0 0,0 0 220 0,0 0 40 0,0 0 7 0,0 0 1 15,0 0-145-15,0 0-30 0,0 0-5 0,0 0-2 16,0 0-6-16,0 0-2 0,0 0 0 0,0 0 0 16,0 0-37-16,0 0-7 0,0 0-2 0,0 0 0 15,0 0-20-15,7 0-12 0,-7 0 12 0,7 10-12 16,-7-10 18-16,7 6-3 0,-3 3-1 0,-4 1 0 16,3-1 11-16,-3 1 3 0,4-1 0 0,-4 7 0 15,-4-7 4-15,4 7 2 0,0-4 0 0,0 4 0 16,0 3-22-16,0 0-4 0,0-4 0 0,0 4-8 15,0 0 25-15,0-3-1 0,0 2-1 0,0 1 0 16,0 0-5-16,0-3-1 0,0 3 0 0,0-1 0 16,0-2-9-16,0 3-8 0,0-10 12 0,0 7-12 15,0-7 22-15,0 10-2 0,4-9-1 0,-4-1 0 16,0 0-4-16,0 1-1 0,0-10 0 0,0 6 0 16,0-6-2-16,0 0 0 0,0 0 0 0,3 10 0 15,-3-10 2-15,0 0 0 0,0 0 0 0,0 0 0 0,0 0 10 16,0 0 3-16,0 0 0 0,0 0 0 0,0 0-3 15,0 0-1-15,0-10 0 0,0 4 0 0,-3-4-12 16,3 1-3-16,0 0 0 0,-4-10 0 0,1 3-8 0,3 4 8 16,-4-7-8-16,4-3 8 0,0 3-8 0,-3-9 8 15,3 9-8-15,-4-6 8 0,4 0-8 0,0 3 0 16,0-3 0-16,0 0 0 0,0 3 0 0,4-3 0 16,-4 6 8-16,3 0-8 0,-3-3 0 0,4 3 0 15,-1 0 0-15,1-6 0 0,-4 13 0 0,3-4 0 16,1-3 0-16,3 0 0 0,-4 4 0 0,1-4 0 15,-1 10-9-15,1-7 9 0,3 6 0 0,-4 1 0 0,1 0 0 16,0-1 0-16,-1 4-19 0,4-3 3 16,-3 5 1-16,-1-2 0 0,1-3 15 0,3-1 12 0,-4 10-3 15,4-3 0-15,0-3-9 0,-7 6 0 0,7 0 0 16,1 0 0-16,-1 0-12 0,-7 0 12 0,7 0-12 0,0 9 12 16,3-2-12-16,-3-4 12 0,0 6-12 0,4 1 12 15,-4-1-10-15,4-3 10 0,-4 4 0 0,0 5-9 16,-4-5 9-16,4-1 0 0,4-6 0 0,-1 7-8 15,-2-4 8-15,2 3 0 0,-6 1 0 0,3-1 0 16,0-3 0-16,0 4 0 0,-4-7 0 0,4 3 0 16,-3 4 0-16,-4-10 0 0,3 6 0 0,-3-6 8 15,4 3-8-15,-4-3 0 0,0 0 0 0,3 10 0 16,-3-10 8-16,0 0-8 0,0 0 8 0,0 0-8 16,0 0 0-16,0 0 9 0,0 0-9 0,0 0 0 15,0 0 8-15,0 0-8 0,0 0 0 0,0 0 0 16,0 0 0-16,0 0-11 0,0 0 0 0,0 0 0 15,0 0-16-15,0 0-3 0,0 0-1 16,0 0 0-16,0 0-18 0,0 0-4 0,0 0-1 0,0 0 0 16,0 0-126-16,0 0-26 0,0 0-5 0</inkml:trace>
  <inkml:trace contextRef="#ctx0" brushRef="#br0" timeOffset="48340.728">12756 5588 403 0,'0'0'36'0,"0"0"-36"0,0 0 0 0,0 0 0 16,0 0 210-16,0 0 35 0,0 0 7 0,0 0 2 16,0 0-131-16,0 0-27 0,0 0-4 0,0 0-2 15,0 0-32-15,0 0-6 0,0 0-2 0,0 0 0 16,0 0-14-16,0 0-2 0,0 0-1 0,0 0 0 16,0 9 6-16,0 1 1 0,-4-1 0 0,4 1 0 15,0 2 0-15,-3 1 1 0,3 2 0 0,0-2 0 0,-4 3 0 16,4 3 0-16,0-4 0 0,0-2 0 0,-3 9-3 0,3-10-1 15,-4 7 0-15,4 3 0 0,0-3-9 16,0 0-3-16,0-1 0 0,0 1 0 16,0-3-7-16,0-4-2 0,0 4 0 0,-3 0 0 0,3-4 2 0,3 4 0 15,-3-7 0-15,0 1 0 0,0-10-2 0,0 16 0 16,0-16 0-16,0 0 0 0,0 0 8 0,0 3 0 16,0-3 1-16,0 0 0 0,0 0-8 0,0 0-1 15,0 0-1-15,0 0 0 0,0 0-3 0,0 0 0 16,0 0 0-16,0 0 0 0,0 0-1 0,0 0-1 15,0 0 0-15,0-3 0 0,0-7-2 0,0 4 0 16,-3-4 0-16,3 1 0 0,3-7-8 0,-3 7 12 16,0-4-12-16,0-2 12 0,4-1-12 0,-1 4 0 0,1-4 9 15,-1-3-9-15,1 3 0 0,3 4 8 0,-3-4-8 16,-1-3 0-16,4 4 0 0,0-4 0 0,0 0 0 16,0 3 0-16,0-2 0 0,-3 5 0 0,3-3 0 0,0 1 0 15,0-4 0-15,-3 9 0 0,6-8 0 0,-3 8 0 16,0-6 0-16,0 4 0 0,0-1 0 0,4 4 0 15,-4 0 0-15,4 5-10 0,-4-5 10 0,3 3 0 16,1-4-10-16,-4 7 10 0,4-3-8 0,-1 0 8 16,-3 3 0-16,4 3-10 0,-4 0 10 0,0-7 0 15,3 7-8-15,1 0 8 0,-4 7 0 0,0-7 0 16,4 3-10-16,-4 3 10 0,0 0-8 0,0 4 8 16,0-1-8-16,4 0 8 0,-4 4-8 0,0-4 8 15,0 7 0-15,0 0-10 0,0-4 10 0,0 10 0 16,0-9 0-16,0 6-8 0,-4-4 8 0,5 4 0 15,-5-3 0-15,1-4 0 0,3 4 0 0,-4 3 0 0,4 0 0 16,0-4 0-16,-3 1 0 0,-1 3 9 0,1-7-9 0,3 4 0 16,-4 0 9-16,-3-4-9 0,4 4 8 0,0 3-8 15,-1-4 10-15,1 4-10 0,-4-6 8 0,0 2-8 16,0 1 0-16,3-3 9 0,1-4 1 0,-4-3 0 16,0-6 0-16,3 10 0 0,-3-10-10 0,0 9 0 15,0-9 9-15,0 0-9 0,0 0 8 0,0 0-8 16,0 0 10-16,0 0-10 0,0 0 0 0,0 0-21 15,0 0 3-15,0 0 1 16,0 0-35-16,0 0-6 0,0 0-2 0,0 0 0 16,0 0-101-16,0 0-21 0,0 0-4 0,7 0-1 15,-7 0-45-15,7-3-10 0</inkml:trace>
  <inkml:trace contextRef="#ctx0" brushRef="#br0" timeOffset="49477.929">13804 5679 1105 0,'0'0'24'0,"0"0"4"0,0 0 2 0,0 0 2 0,0 0-32 16,0 0 0-16,7 0 0 0,-7 0 0 15,0 0-22-15,7-9-11 0,-4 9-3 0,-3 0 0 0,0 0 92 0,0 0 19 16,0 0 3-16,7-10 1 0,-7 10 30 0,4 0 7 15,-4 0 0-15,4-9 1 0,-4 9-17 0,3-3-3 16,-3-4-1-16,0-2 0 0,0 9-26 0,0-6-6 16,0-4 0-16,0 10-1 0,-3-9 1 0,3 9 1 15,-4-3 0-15,0-4 0 0,1 4-36 0,-1-3-7 0,4 6-2 16,-3-3 0-16,-4-3-12 0,0-1-8 0,0 4 8 16,3-3-8-16,-3 6 11 0,0 0-3 0,-4 0 0 15,1 0 0-15,3 0-8 0,-4 0 0 0,-3 6 0 0,4-6 0 16,-1 10 0-16,-3-10 0 0,0 9 0 0,0 0 0 15,-4 1 0-15,0 6 0 0,-3-7 0 0,4 7 0 16,-8-4 12-16,4 4 0 0,0-7 0 0,3 10 0 16,0-3 6-16,1-4 2 0,3 4 0 0,3 0 0 15,0-4-20-15,4-2 0 0,0 5 0 0,0 1 0 16,4-3 10-16,3 2-2 0,-4-5 0 0,4-1 0 16,4 7-8-16,-1-7 8 0,4-6-8 0,0 7 8 15,4-1 0-15,-1-9 0 0,5 6 0 0,2-3 0 16,1-3 4-16,3 0 0 0,0 0 0 0,0 0 0 15,1 0 16-15,2-3 3 0,1-3 1 0,0-3 0 0,-4 9-32 16,0-10 0-16,-3 1 0 0,-1-1 0 0,1 1 12 16,-1 0-4-16,-2 2-8 0,-1-5 12 0,0 2-12 0,-4-5 0 15,1 5 0-15,0-5 0 0,-1 5 0 16,-3-2 11-16,0-4-11 0,0 0 10 0,0 7-10 0,0-4 0 16,-3-2 0-16,-1-1 0 0,1 3 0 0,0-2 12 15,-8 5-12-15,4-5 12 0,0 5-12 0,0 1 0 16,-4-1 0-16,1 1 8 0,-1 0-8 0,4-1 0 15,-3 4 0-15,-1-3 0 0,1 9 0 0,-1-4-11 16,4 4 3-16,-3-6 0 0,-4 6 8 0,7 0 0 16,0 0 0-16,0 0 0 0,0 0 0 0,-7 0-8 15,7 0 8-15,-4 6-8 0,-3-2 8 0,4 5 0 16,-1-3 0-16,1 4 0 0,3-4 0 0,-4 3 0 16,4 1 0-16,0 2 0 0,0-5-12 0,0 2 4 0,0 7 0 0,4-4 0 15,-4-2 8-15,3-1 0 0,1 7 0 0,-4-7 0 16,3 7 0-16,-3-4 0 0,4 4 0 0,-1 0 0 15,-3-4 0-15,4 4 0 0,-1 3 0 0,1-4 0 16,-1-2 0-16,-3 3 0 0,4-1 0 0,-1-2 0 16,1 6 0-16,-4-4 0 0,3 4 0 0,1 0 0 15,-1-3 0-15,-3 2 0 0,4 1 0 0,-1 0 0 16,1-3 0-16,-4 3 0 0,4-4 0 0,-4 4 0 16,0-3 0-16,0 3 0 0,-4-1 0 0,4 7 0 15,-4-6 0-15,4 0 0 0,-3 0 0 0,3-3 0 16,-4-4 0-16,4 4 0 0,0 3 0 0,-3-10 0 15,-1 7 0-15,4-1 0 0,-3-2 0 0,3 3 0 16,-4-4 0-16,4 4 0 0,-7 3 0 0,7-4 0 16,-3 4 0-16,-1-9 0 0,1 8 0 0,-1-8 0 0,-3 5 0 15,4 4 12-15,-1-9-4 0,-3-1 0 0,-4 1-8 16,4 5 9-16,0-5-9 0,0-1 10 0,-3-3-2 0,-1 4 0 16,4-7 0-16,-4 3 0 0,1-3-8 0,-1-3 0 15,1 6 0-15,-1-6 0 0,1 10 0 0,-5-10 8 16,5 0-8-16,-1 0 8 0,-3 0-8 0,4 6 8 15,-5-6-8-15,5 3 8 0,-1-3-8 0,-3 0 0 16,4 0 0-16,-5 0 0 0,1-3-9 0,0 3-4 16,0-6-1-16,0 6 0 15,0-10-30-15,0 4-7 0,0-3-1 0,0 6 0 16,-1-13-126-16,-2 7-26 0,6-10-4 0</inkml:trace>
  <inkml:trace contextRef="#ctx0" brushRef="#br0" timeOffset="51502.576">13363 4528 1148 0,'0'0'51'0,"0"0"10"0,0 0-49 0,0 0-12 0,0 0 0 0,0 0 0 16,3-3 57-16,-3 3 9 0,0 0 2 0,0 0 0 15,4-6-48-15,-4 6-10 0,0 0-2 0,0 0 0 16,-7-3-8-16,7 3 0 0,-4-7 9 0,-3 4-9 15,4-3 42-15,-4 6 4 0,3-3 1 0,4 3 0 16,-7 0 15-16,0-6 3 0,0 6 1 0,0 0 0 16,0-4-12-16,-4 4-2 0,4 0-1 0,0 0 0 15,-3 0-20-15,-1 4-4 0,0-4-1 0,1 0 0 16,-4 6-15-16,3-3-3 0,-3-3-8 0,0 0 12 16,0 6-12-16,-4-3 11 0,0-3-11 0,4 7 10 0,-7-4-1 0,4 3 0 15,-1-6 0-15,-3 3 0 0,0 3 8 0,-1 4 2 16,-2-10 0-16,3 9 0 0,-1-2-2 0,-2-4 0 15,-1 6 0-15,0-3 0 0,1-3-9 0,-1 4-8 16,-3 2 12-16,-1 1-12 0,-2-4 8 0,-1-3-8 16,-3 6 0-16,3 1 0 0,0-4 10 0,-3 3-2 15,0 1 0-15,-1-4 0 0,1 4 9 0,3-1 2 16,1-6 0-16,-1 7 0 0,4 5-3 0,-4-5 0 16,7-1 0-16,-3 0 0 0,0 1-6 0,3 6-2 0,0-7 0 15,-3 0 0-15,3 10 0 0,-3-3 0 0,0 3 0 16,0-4 0-16,3-2-8 0,-3 9 0 0,7-10-10 15,-4 7 10-15,-3-3 0 0,3 3 0 0,0 6 8 0,1-6-8 16,3-1 11-16,-4 7-11 0,4-6 10 0,3 6-10 16,-3-3 8-16,7 3-8 0,-7 0 0 0,6-6 9 15,1 10-9-15,-3-4 8 0,3 0-8 0,-1-3 8 16,1 3-8-16,0 3 0 0,-3 3 0 0,3-2 0 16,3-1 11-16,-3 0 3 0,3-3 1 0,1 3 0 15,-1 4-5-15,4-4-1 0,-4 0 0 0,4 0 0 16,0-3-1-16,0 4-8 0,0 2 12 0,4-3-4 15,-1 0 3-15,1-2 0 0,-1 2 0 0,4 0 0 16,-3-3-11-16,3 3 0 0,0 0 0 0,0 4 8 16,3-10-8-16,1 3 12 0,3 3-12 0,-4-3 12 15,1 0 1-15,3-6 1 0,3 9 0 0,-3-3 0 0,4-6-2 16,-4 9 0-16,4-6 0 0,-1 0 0 0,1 3-4 16,-1-6-8-16,1 6 11 0,0-6-11 0,-1 6 14 15,1-3-4-15,-1-6-1 0,4 9 0 0,-3-3 3 0,3 0 0 16,0-3 0-16,-3-7 0 0,3 10-2 0,-3-3 0 15,3-6 0-15,3 8 0 0,-3-8 5 0,4 3 1 16,0-4 0-16,-1-2 0 0,4 5-1 0,1-5 0 16,-5 5 0-16,4-5 0 0,4-1-1 0,-4 7 0 15,0-7 0-15,1 4 0 0,2-4-3 0,1 1-1 16,-4 2 0-16,0-9 0 0,1 7-2 0,-1-1-8 16,-4-3 12-16,4-2-4 0,-3-4 1 0,7 6 0 15,-4-3 0-15,0 3 0 0,0 1-9 0,4-4 8 0,-4 3-8 16,4-3 8-16,0-3-8 0,-1 6 0 0,1-3 0 15,0 4 0-15,-1-4 0 0,5 3 0 0,-1-3 8 0,-4-3-8 16,8 0 0-16,-4 7 8 0,1-4-8 16,-1 3 8-16,-3-6 2 0,-1 0 0 0,5 0 0 0,-5 0 0 15,4 0-10-15,-3 0 0 0,0 6 0 0,3-6 0 16,-3 0 0-16,-1 3 0 0,1-3 0 0,0 0 0 16,3 10 0-16,-3-10 0 0,3 0 0 0,-3 0 8 15,6 0-8-15,-6 0 12 0,3 0-12 0,-3 0 12 16,3 6-12-16,-3-6 0 0,0 0 0 0,-1 0 0 15,1 0 0-15,3-6 0 0,-3 6 8 0,3 0-8 16,0 0 8-16,-3-3-8 0,3-4 8 0,1 7-8 16,-5 0 8-16,4 0-8 0,1-3 0 0,-1-3 8 15,-3 6-8-15,3 0 8 0,-4-6-8 0,1 3 8 16,0 3 2-16,0-7 0 0,-4 4 0 0,3-3 0 0,-2 3-10 16,2-4 0-16,1-2 0 0,0 6 0 0,-4-13 0 15,4 7 0-15,-1 3 0 0,1-7 0 0,0 4 0 0,-1-7 8 16,1 7-8-16,0-7 8 0,3 6-8 0,-3 1 8 15,-1-10-8-15,1 4 8 0,0 5-8 0,-1-9 8 16,-2 4-8-16,-5-4 8 0,4 6-8 0,1-2 0 16,-5-4 0-16,4 0 0 0,-7-6 8 0,8 9 0 15,-8-3 0-15,7 1 0 0,-7-8-8 0,0 8 0 16,7-1 0-16,-7-6 0 0,8 6 0 0,-8 0 12 16,3-6-12-16,4 6 12 0,-3-6-12 0,0 3 0 0,-1-3 0 15,-2 0 8-15,-1-3-8 0,0 3 0 16,3 6 0-16,-6-6 0 0,3-3 0 0,-3 9 0 0,3-6 0 15,-4 3 8-15,-3-3-8 0,0 0-14 0,1 6 3 16,-1-6 1-16,0-4 19 0,-4 4 4 0,4 7 1 16,-3-11 0-16,3 4-14 0,-4-3 0 0,1 3 8 0,-1-3-8 15,1 3 0-15,-1-4 9 0,-3 1-9 0,4 0 8 16,-4-3-8-16,0 9 0 0,0-10 0 0,0 13 0 16,0-9 0-16,-4 9 0 0,1-6 0 0,-1 7 0 15,1-1 0-15,-1 0 0 0,1-3-12 0,-1 9 12 16,-3-2 0-16,0-4 0 0,-3 3 0 0,3-3 0 15,-4 1 0-15,0 2 0 0,1-3-9 0,-4 0 9 16,0 4 0-16,-1-4-8 0,-2 0 8 0,-1 0 0 16,1 0 0-16,-1 4 0 0,0-4 0 0,1 3 0 15,-5-3-8-15,5 7 8 0,-1-4 0 0,-3 0 0 16,0-2 0-16,3 8 0 0,-3-9 0 0,3 10 0 0,1-7 0 16,-4 7-8-16,-1 0 8 0,1-7 0 0,-3 6 0 15,-1 1-8-15,4 0 8 0,-4-7 0 0,-3 7 0 0,3-1 0 16,0 1 0-16,1-1 0 0,-1-2 0 0,4-1-8 15,0 4 8-15,-1-1 0 0,-2 1 0 0,3 0-8 16,-1-1 8-16,1 1 0 0,0 3 0 0,0-4 0 16,3 1 0-16,1-1 0 0,-1 1 0 0,-3-1 0 15,0 1 0-15,0 3 0 0,-1-4 0 0,-2 1 0 16,-1 0 0-16,0-1 0 0,1 1 0 0,-1 2 0 16,0-2 0-16,1 6 0 0,-5-6 0 0,8 2 0 15,-4-2 0-15,4 6 0 0,4-4 0 0,-5 1-8 16,5 3 8-16,-1 3 0 0,1-6 0 0,-1 6 0 15,0-3 0-15,1-4 0 0,3 4 0 0,-4 3 0 0,0-6 0 16,1 6 0-16,-1 0 0 0,4-3 0 0,-4-3 0 0,1 6-10 16,-1 0 10-16,0-4 0 0,1 4 0 15,-1 0 0-15,0 0-16 0,1-6 1 0,3 6 1 0,-4 6 0 32,4-2-66-32,0-4-14 0,0 6-2 0,3-3-1 15,0-3-85-15,4 6-17 0,0-3-3 0</inkml:trace>
  <inkml:trace contextRef="#ctx0" brushRef="#br0" timeOffset="54951.942">13931 1697 460 0,'0'0'41'0,"0"0"-33"0,0 0-8 0,0 0 0 0,0-7 198 0,3 4 38 15,1-3 7-15,-4 6 1 0,3-3-180 0,1-4-36 16,-1-2-7-16,-3 9-1 0,4 0 1 0,-4 0 1 15,0 0 0-15,0 0 0 0,0 0 5 0,0 0 1 16,7-9 0-16,-7 9 0 0,0 0 6 0,0 0 2 16,0 0 0-16,0 0 0 0,0 0 23 0,0 0 5 15,0 0 0-15,0 0 1 0,0 0-15 0,0 0-3 16,-11 9-1-16,4-3 0 0,0 4 3 0,0-1 1 16,-3 1 0-16,-1 8 0 0,4-8-37 0,-4 9-13 15,1-4 9-15,3 4-9 0,-7 0 12 0,3 3-4 16,4 0 0-16,-4-3 0 0,1 6 2 0,-1-6 0 15,1 6 0-15,-1 0 0 0,1-3-1 0,-1 3 0 0,0-6 0 16,1 6 0-16,-4 0 10 0,0-3 1 0,-1 3 1 16,1 3 0-16,0-3-10 0,-3 3-3 0,-1 4 0 15,0-4 0-15,1 0 6 0,3 0 1 0,-4 7 0 0,0-7 0 16,-3 7 21-16,3-7 4 0,4 3 0 0,0-3 1 16,-3 1-25-16,3-1-6 0,-1-3-1 0,5 3 0 15,-1 3-1-15,1-9 0 0,-4 10 0 0,3-4 0 16,4 0 2-16,-4-3 0 0,-3 3 0 0,4-2 0 15,3 2 6-15,-4-3 0 0,0-3 1 0,1 9 0 16,-1-9-3-16,-3 3-1 0,4 3 0 0,-1-9 0 16,-3 6 1-16,3 0 0 0,-3-6 0 0,4 6 0 15,-5 0-1-15,5-3 0 0,-1-3 0 0,-3 6 0 16,4 0 1-16,-1 0 0 0,-3-3 0 0,3 3 0 16,1 4-5-16,3-10-1 0,-4 6 0 0,4 0 0 0,4-6 0 0,-5 6 0 15,5-7 0-15,-1 1 0 0,-3 0 4 0,4 0 0 16,-1-3 0-16,1 2 0 0,3-2-12 0,-4-3 0 15,1 2 0-15,3 4 0 0,-7-3 0 0,7-4 0 16,-4 4 0-16,4 3 0 0,0 0 0 0,-3-4 0 16,-1 4 0-16,4-3 0 0,-3-4 11 0,3 10-3 15,-4-9-8-15,0 6 12 0,1-4-12 0,3 4 0 16,0 0 0-16,-4-3 0 0,1-7 0 0,-1 10 0 16,1 0 8-16,3-4-8 0,-4 1 0 0,4-3 0 15,-3 2 0-15,3-5 0 0,3 5 0 0,-3-2 0 16,-3-4 0-16,3 7 0 0,0-7 0 0,0 1 9 15,0-1-9-15,0 1 8 0,0-4-8 0,0 3 0 0,0-6 9 16,0 7-9-16,-4 2 0 0,4-9 9 0,0-3-9 0,-3 10 0 16,-1-1 9-16,1 1-9 0,3-10 0 0,0 6 9 15,0-6-9-15,0 9 0 0,0-9 9 0,0 0-9 16,-4 10 8-16,4-10-8 0,0 0 10 0,0 0-10 16,0 0 8-16,0 0-8 0,0 0 0 0,0 0 9 15,0 0 2-15,0 0 0 0,0 0 0 0,0 0 0 16,0 0 2-16,0 0 1 0,0 0 0 0,0 0 0 15,0 0-6-15,0 0 0 0,-7 0-8 0,7 0 12 16,0 0-12-16,0 0 0 0,-3-10 0 0,3 10 0 16,0 0 0-16,0 0 0 0,-7-6 0 0,3 3 0 15,0-3 8-15,4 6-8 0,-3-10 0 0,-1 1 9 16,1-1-9-16,-1 7 0 0,1-9 0 0,-1 2 8 16,-3 1-8-16,4 0 10 0,3-4-10 0,-4-3 10 15,1 1-10-15,-1 2 0 0,-3-6 9 0,4 4-9 16,-1-4 0-16,0 3 8 0,1-3-8 0,-4 1 0 0,3 2 0 15,1-3 0-15,-4-6 0 0,0 12 8 0,0-2-8 16,3-4 0-16,1 0 0 0,-1 3 0 0,-3-2 0 0,4 2 0 16,-5 3 0-16,5-2 0 0,-1-4 0 0,-3 9 0 15,4-5 0-15,-1 2 0 0,1-2 0 0,-1-1 0 16,-3 6 0-16,7 1 0 0,-3-10 0 0,3 10 0 16,-4-7 0-16,4 7 0 0,-3-4 0 0,3-2 0 15,-4 5 0-15,4-6 0 0,-3 7 0 0,3 0 0 16,0-1 0-16,-4 1-8 0,4-1 8 0,-4 4 0 15,4 3 0-15,0-3 0 0,-3-4 0 0,3 10 0 16,-4-9 0-16,4 9-8 0,0 0 8 0,0 0 0 16,0 0 0-16,0 0-8 0,0 0 8 0,0 0-8 0,0 0 8 15,0 0-8-15,0 0 8 0,0 0-10 0,0 0 10 0,4 9-10 16,-1 1 10-16,-3 5-8 0,4-11 8 0,0 11-8 16,-1-5 8-16,1-1 0 0,-1 7 0 0,4-4-8 15,-3 4 8-15,3-7 0 0,-4 10 0 0,1-3 0 16,-1 0 0-16,4 2-8 0,-3-5 8 0,-1 6 0 15,5-4 0-15,-1 4 0 0,-4 0 0 0,4-3 0 16,-3 3 0-16,3-1 0 0,0 7 0 0,-4-6 0 16,1 0 0-16,-1 3 0 0,1-3 0 0,-1 0-8 15,1 6 8-15,-4-3 0 0,0 0 0 0,3 0 0 16,1-4 0-16,0 7 0 0,-4-6 0 0,0-3 0 16,3 0 0-16,-3-4 0 0,0 4 0 0,4-4 0 15,-4-5 0-15,3 2 0 0,-3 0 0 0,0 1 0 16,0-10 0-16,0 0 9 0,0 0-9 0,0 0 0 0,0 0 11 15,0 0-11-15,0 0 10 0,0 0-10 0,0 0 10 16,7 0-10-16,4-10 10 0,-4 10-10 0,3-9 10 0,-3 0-10 16,-3-1 10-16,0 1-10 0,3-7 8 0,0-3-8 15,-4 4 0-15,8-4 9 0,-4-6-9 16,3 6 0-16,1 0 0 0,0 0 8 0,-1-6-8 0,4 6 0 16,0-6 0-16,0 7 0 0,1-4 0 0,2 0 8 15,1 3-8-15,-1-6 8 0,1 6-8 0,0 6 0 16,-4-2-10-16,4-1 10 0,-1 3 0 0,1-2-9 15,-1 5 9-15,1-8 0 0,0 11 0 0,-1-5 0 16,1 2 0-16,0 1 0 0,-1 0 0 0,1-4-10 16,3 4 10-16,-3 5 0 0,3-5 0 0,-3 3-8 15,-1-4 8-15,1 1 0 0,-1 9 0 0,-2-9 0 0,2 2 0 0,-3 4 0 16,0-3 0-16,-3 6 0 0,0-3 0 0,-4 3 0 16,3-7 0-16,-10 7 0 0,7-3 0 0,4 3 0 15,-11 0 0-15,7-6 0 0,0 3 0 0,-7 3 0 16,11-6 0-16,-8 6 0 0,4 0 0 0,-3-3 0 15,-4 3 0-15,0 0 0 0,0 0 0 0,0 0-10 16,0 0 10-16,0 0 0 0,0 0 10 0,0 0-10 16,0 0 0-16,0 0 0 0,0 0 0 0,0 0 0 15,0 0 0-15,0 0 0 0,0 0 0 0,0 0 0 16,0 0 0-16,-7 3-10 0,0 6 0 0,-4-3 0 16,0-3 10-16,1 7 0 0,-1-1 0 0,4-2 0 15,-7 2 0-15,3 0-8 0,1 7 8 0,-4-3-12 16,0 2 12-16,0-5 0 0,-4 8 0 0,0-2-8 15,4-3 8-15,-3 2 0 0,-1 4 0 0,0-3-8 0,1 3 8 16,-1-4 0-16,4 4 0 0,-4 0 0 0,4 0 0 16,-4 0 0-16,4 3 0 0,0-4-8 0,0 4 8 15,-4 0 0-15,4 0 0 0,-3-3 0 0,-1 3 0 0,0-3 0 16,1 0 0-16,3-1 0 0,-4 1 0 0,4-3 0 16,-4 3 0-16,1-4 11 0,3-2-11 0,-1 3 0 15,-2-7 0-15,3 7 0 0,0-7 0 0,3 1 0 16,0-7 0-16,-3 6 0 0,0-3 0 0,0 4 0 15,7-4 0-15,0-3 0 0,-4 3 0 0,4-2 0 16,0-4 0-16,7 0 0 0,0 0 0 0,0 0 0 16,-3 0 0-16,3 0 0 0,0 0 0 0,0 0 0 15,-7 0 8-15,7 0-8 0,0 0 0 0,-4-10 0 0,1 7 0 16,-1-6 8-16,1 2-8 0,3-2 0 0,3 0 0 16,1-7 0-16,-4 6 0 0,3-8 0 0,1 2 8 15,3-3-8-15,0 0 0 0,0 1 0 0,-4-8 0 0,8 1 0 16,-4 7 0-16,0-4 0 0,0 0 0 0,0-7 0 15,4 11 0-15,-1-7 0 0,1-4 0 0,3 10 0 16,-3-6 0-16,-1 0 0 0,4-3 0 0,-3 3 0 16,3 3 0-16,0-3 0 0,-3 0 0 0,3-3 0 15,0-1 0-15,-3 1 0 0,3-3 0 0,0 3 0 16,0-7 0-16,0 7 0 0,4-7 0 0,-4 1 0 16,3 6 0-16,1-7 0 0,0 4 0 0,-1 0 0 15,1-7 0-15,3 10 0 0,0-13 0 0,0 3 0 16,-3 4 0-16,3-4 0 0,0 1 0 0,-3-4 0 0,3 6 0 15,-3 4 0-15,-1-4 0 0,1 1 0 0,0-1 0 16,-1 7 0-16,-6 0 0 0,3-7 0 0,0 10 0 16,0-3 0-16,0 0 0 0,1 0 8 0,-5-4-8 0,1 4 0 15,-1 3 0-15,1-3 0 0,-1 3 0 16,1-3 0-16,0-1 12 0,-1 4-4 0,-3-3-8 0,4 9-12 16,3-6 2-16,0 6 1 0,-3 0 9 0,-1-6 0 15,4 10 0-15,-3-4 0 0,3 0 0 0,0 3-8 16,-3-2 8-16,-1 5 0 0,4-3 0 0,-3 1 0 15,-4 2 0-15,4-3 0 0,-1 4 0 0,-3-4 0 16,0 7 0-16,0-7 0 0,0 7 0 0,-3-7 0 16,3 7 0-16,-3-4 0 0,-1 4 0 0,1-7 0 0,3 7 0 15,-4-1 0-15,1 1 0 0,-1-1 0 16,1-5 0-16,-1 5 0 0,4 4 0 0,-3-3 0 0,-1 5 0 16,1-2-8-16,3-3 8 0,-3 6 0 0,-4 3 0 0,0-7 0 15,0 7 0-15,0 0 0 0,7-3 0 0,-7 3 0 16,0 0 0-16,0 0-10 0,0 0 10 0,0 0 0 15,0 0 0-15,0 0-8 0,0 0 8 0,0 0 0 16,0 0 0-16,0 0 0 0,0 0-8 0,0 0 8 16,0 0 0-16,0 0 0 0,0 0 0 0,0 0 0 15,0 0 0-15,0 0 0 0,0 0 0 0,0 0 0 16,-7-6 0-16,7 6 0 0,0 0 0 0,0 0 0 16,-8 0 0-16,8 0-10 0,0 0 10 0,0 0-8 15,-10 0 8-15,10 0 0 0,-4 0 0 0,4 0 0 16,0 0 0-16,-7 6-8 0,0-3 8 0,7-3 0 15,0 0 0-15,0 0 0 0,0 0 0 0,-7 7 0 16,7-7 0-16,-3 3 0 0,3-3 0 0,-7 6 0 16,7-6 0-16,0 0 0 0,0 0 0 0,-4 3 0 0,4-3 0 15,0 0 0-15,0 0 0 0,0 0 0 0,-7 6 0 0,7-6 0 16,0 0 0-16,0 0 0 0,0 0 0 0,0 0 0 16,-3 4 0-16,3-4 0 0,0 0 0 0,0 0 0 15,0 0 0-15,0 0 0 0,0 0 0 0,0 0 0 16,0 0 0-16,0 0 0 0,0 0 0 0,0 0 0 15,-8 0 0-15,8 0 0 0,0 0 8 0,0 0-8 16,0 0 8-16,0 0-8 0,0 0 0 0,0 0 0 16,0 0 0-16,0 0-12 0,0 0 12 0,0 0 0 15,0 0 0-15,0 0-8 0,0 0 8 0,0 0 0 16,0 0 0-16,0 0-8 0,-3 0 8 0,3 0 0 16,0 0 0-16,0 0 0 0,0 0 0 0,0 0 0 15,0 0 0-15,0 0 0 0,0 0 0 0,0 0 0 0,0 0 0 16,0 0 0-16,0 0 0 0,0 0 8 0,0 0-8 0,0 0 0 31,0 0-60-31,0 0-16 0,0 0-3 0,0 0-1 16,0 0-180-16,0 0-37 0,21 6-7 0,-3-12-750 0</inkml:trace>
  <inkml:trace contextRef="#ctx0" brushRef="#br0" timeOffset="56685.791">14449 605 230 0,'0'0'20'0,"0"0"-20"16,0 0 0-16,0 0 0 0,-3-6 126 0,3-3 21 16,0 9 4-16,-4-7 1 0,4 7-37 0,0-9-7 15,4 6-2-15,-4 3 0 0,0 0-33 0,0 0-6 16,0-6-2-16,0 6 0 0,0 0-26 0,0 0-6 16,0 0-1-16,0 0 0 0,0 0-3 0,0 0-1 15,0 0 0-15,0 0 0 0,0 0-2 0,0 0-1 0,0 0 0 16,0 0 0-16,0 0 0 0,0 0 0 0,0 6 0 0,-4 3 0 15,4 1-25-15,-3-1 0 0,3 0 0 0,0 1 0 16,0-1 33-16,0 1 2 0,-4 5 0 0,4-5 0 16,0 9-4-16,-3-1-1 0,3 7 0 0,-4 1 0 15,1-8-8-15,-1 11-2 0,4-4 0 0,-3 3 0 16,-1 0-12-16,1 3-8 0,-1-9 10 0,4 4-10 16,-4 2 19-16,1-3-3 0,-1 0 0 0,4 3 0 15,-3-3 3-15,-1-3 0 0,1 10 0 0,-1-11 0 16,4 11 1-16,-3-10 0 0,-1 3 0 0,4 3 0 15,-3-3 11-15,3-6 2 0,0 0 1 0,-4 6 0 16,4-6-3-16,0 0-1 0,-3-4 0 0,-1-5 0 16,4 8-7-16,-3-8-2 0,3 6 0 0,0-7 0 15,0 7-8-15,-4-7-1 0,4 0-1 0,0 1 0 0,0-1-3 16,-3-3 0-16,3-2 0 0,0 5 0 0,0-9 1 0,-4 9 0 16,4-2 0-16,0-7 0 0,0 0-9 0,0 0 12 15,-3 3-12-15,3-3 12 0,0 0 0 0,0 0 1 16,0 0 0-16,0 0 0 0,0 0 13 0,0 0 2 15,0 0 1-15,0 0 0 0,0 0-8 0,0 0-1 16,0-10-1-16,3 1 0 0,-3 0-7 0,4-1-2 16,-1-5 0-16,1 2 0 0,3-3-10 0,-4-2 12 15,4 2-12-15,0-3 12 0,0 0-12 0,0-6 0 16,0 6 0-16,1-9 8 0,-1 9-8 0,3-6 0 16,1 0 0-16,-1 6 0 0,1 0 0 0,0 4 0 15,-1-4 0-15,1 0 0 0,-4 3 0 0,0 4 0 16,3-4 0-16,-3 7 0 0,0-1 0 0,1-5 0 0,-1 5 0 15,0 1 0-15,0 6 0 0,0-3 0 0,3-4-9 16,-3 4 9-16,0 3 0 0,1-4-8 0,-1 7 8 0,0-3 0 16,3-3-9-16,-3 6 9 0,0-3 0 0,4 3-9 15,-1 0 9-15,1 0-10 0,-4 3 10 0,7-3-10 16,-3 0 10-16,-1 0 0 0,1 6 0 0,0-3-8 16,-1 4 8-16,1-7 0 0,-1 9-9 0,-3-3 9 15,4-2 0-15,0 5-9 0,-4 0 9 0,0 1 0 16,3-1 0-16,-3 4 0 0,0-1 0 0,0-2 0 15,0 5 0-15,1-5-8 0,-5 9 8 0,4-1 0 16,0-2-8-16,-3 3 8 0,-1 0 0 0,4-1 0 16,-3 4 0-16,-4-3 0 0,3 0 0 0,1 0 0 15,-1 0 0-15,-3-4 0 0,4-2 0 0,-1 3 0 16,1 2 0-16,-4-2 0 0,3-6 0 0,1 5 0 16,-4-2 0-16,4-4 0 0,-4 1 0 0,0-1 0 0,3 3 0 15,-3-2 0-15,4-1 0 0,-1-6 0 0,-3 7 0 0,0-10 0 16,0 0 0-16,0 0 0 15,4 6-31-15,-4-6-5 0,0 0-2 0,0 0 0 16,0 0-134-16,0 0-26 0,0 0-6 0,7-6-834 0</inkml:trace>
  <inkml:trace contextRef="#ctx0" brushRef="#br0" timeOffset="57780.437">15405 1163 518 0,'0'0'23'0,"0"0"5"0,0 0-28 0,0 0 0 15,0 0 0-15,-3-3 0 0,3 3 140 0,0 0 24 16,0 0 4-16,0 0 0 0,0-6-120 0,0 6-24 16,3-9-4-16,-3 9-2 0,0 0-5 0,0-3-1 15,0-4 0-15,0 7 0 0,0 0 9 0,0-9 2 16,0 9 0-16,0-10 0 0,0 10 21 0,0 0 4 15,-3-6 0-15,-1 3 1 0,4 3-1 0,-7 0-1 16,0 0 0-16,0 0 0 0,-3 0-8 0,-1 0-2 0,4 0 0 0,-4 3 0 16,4 3-21-16,-3-6-5 0,3 7-1 0,0-4 0 15,-4 3 6-15,0-3 2 0,1 4 0 0,-4-4 0 16,3 6-18-16,1-3 10 0,-1 4-10 0,-3-7 8 16,3 9 0-16,-3-2 0 0,4-1 0 0,-1 1 0 15,-3-1-8-15,0 0 0 0,3 10 0 0,1-9 0 16,-1 5 0-16,-3-5 0 0,3 5 0 0,4-2 0 15,-3-4 16-15,6 1-1 0,-6 5-1 0,3-5 0 16,3-1 9-16,0 7 1 0,1-3 1 0,3-7 0 16,-4 9-15-16,8-2-10 0,-4-4 12 0,7 1-12 15,-7-4 13-15,7 4-4 0,0-1-1 0,0 0 0 16,-7-9 7-16,4 7 1 0,6-4 0 0,1 3 0 16,3-3 6-16,-3-3 2 0,3 6 0 0,-4-6 0 0,4 0-10 15,-3 4-2-15,0-8 0 0,-1-2 0 0,4 6-2 0,-3-3-1 16,-4-3 0-16,3 6 0 0,-2-3 0 0,2-4 0 15,-3 4 0-15,4-3 0 0,-4-3 0 0,0 2 0 16,0 4 0-16,0-3 0 0,-4-4-1 0,5 1 0 16,-5 0 0-16,1-1 0 0,3 1 0 0,-4-7 0 15,4 7 0-15,-3-1 0 0,3 1-8 0,-4-1 10 16,1-5-10-16,-4 5 10 0,3 1-10 0,1-4 0 16,-1-2 9-16,-3 8-9 0,4-2 0 0,-4-3 8 15,4 2-8-15,-4 1 0 0,3-4 8 0,-3 4-8 16,0 6 10-16,0-7-10 0,4 1 0 0,-4 3 0 15,0-4 0-15,0 10 0 0,0-9 12 0,0 9-3 0,0 0-1 16,0 0 0-16,0 0-8 0,0 0 8 0,0 0-8 16,0 0 8-16,0 0-8 0,0 0 8 0,0 0-8 15,0 0 8-15,0 0-8 0,0 0-14 0,0 0 3 16,0 0 1-16,0 0 10 0,0 0 0 0,0 0-9 0,3 9 9 16,1 1 0-16,-4-1 0 0,3 0 0 0,-3 7 0 15,0-7 0-15,0 10 0 0,4-9 0 0,-4 8 0 16,0-8 0-16,3 6 0 0,-3 2 0 0,4-2 0 15,-4 0 0-15,3-4 0 0,1 4 0 0,-1-3 0 16,1 2 0-16,-1-5 0 0,1 5 8 0,-1-2-8 16,1-4 0-16,-1 7 10 0,-3-7-10 0,4 1 10 15,0-1-10-15,-1 1 0 0,-3-10 0 0,0 6 0 16,4 3 0-16,-1 1 0 0,-3-1 0 0,4 0 0 16,-4-9 0-16,3 7-16 0,-3-7 3 0,0 0 0 15,4 9-39-15,-4-9-7 16,7 3-1-16,-7-3-1 0,0 0-127 0,7 0-24 15,0 0-6-15</inkml:trace>
  <inkml:trace contextRef="#ctx0" brushRef="#br0" timeOffset="58458.324">15903 1038 1094 0,'0'0'97'0,"0"0"-77"0,0 0-20 0,0 0 0 16,0 0 88-16,-4 0 15 0,4 0 2 0,-7 6 1 15,-3-6-87-15,3 3-19 0,-4-3 0 0,4 7 0 16,-4-7-15-16,4 3 1 0,0 3 0 0,0-6 0 15,0 0 14-15,0 0-12 0,-4 6 12 0,1-2-12 16,3-4 32-16,0 0 6 0,-4 0 2 0,1 6 0 16,-1-6 32-16,0 3 6 0,1-3 2 0,-1 6 0 15,1-3 80-15,-1-3 16 0,1 7 3 0,-1-4 1 16,0-3-232-16,4 6-47 16,-3-3-9-16,3 3-1 0,3 4 97 0,4-10 24 0,-7 6 0 0,7-6 0 15,-3 3 0-15,-1 7-8 0,4-10 8 0,0 9 0 16,0-9 0-16,0 6 0 0,4 4 0 0,-1-7 0 0,4 3 0 0,0 4 0 15,0-10 0-15,0 9 8 0,-7-9-8 0,0 0 0 16,14 9 0-16,-3-2 0 0,-4-4 0 0,4 3 17 16,-4 3-2-16,3 1-1 0,1-1-14 0,-1 1 0 15,-2-1 0-15,2 0 0 0,-6-2 0 0,3 2 0 16,0 1 0-16,0-1 0 0,3 0 0 0,-3 1 0 16,0-1 0-16,1 4 0 0,-1-1 0 0,0-2 0 15,3-1 0-15,-3 1 0 0,0-4 14 0,0 9 6 16,0-2 2-16,4-4 0 0,-4 1-22 0,0 6 0 15,-3-7 0-15,3 7 0 0,-4-7 0 0,-3 4 0 16,4-4 0-16,-1 7 0 0,-3-7 0 0,0 7 0 16,0-7 0-16,-3 7 0 0,-1-4 11 0,1-2-3 15,-1-1 0-15,1 1 0 0,-4-1 16 0,0 4 4 0,0-4 0 16,-1-6 0-16,1 6-1 0,-3 1 0 0,3-4 0 0,-4 4 0 16,1-4-27-16,-1 3 0 0,-3-6 0 0,0 4 0 15,3-4 12-15,-3 3-2 0,0-3-1 0,-4-3 0 16,4 0-9-16,-3 0 8 0,-1 0-8 0,0 0 8 15,1-3-16-15,3-3-4 0,-1 3-1 0,1-4 0 32,0-2-67-32,4 0-14 0,-4-1-2 0,3 1-1 0,0-7-123 15,4 7-24-15,-10-20-4 0,10 4-2 0</inkml:trace>
  <inkml:trace contextRef="#ctx0" brushRef="#br0" timeOffset="59492.839">16037 681 518 0,'0'0'46'0,"0"0"-37"0,-4-4-9 0,4 4 0 15,-3-9 90-15,-1 3 16 0,4 6 3 0,0 0 1 16,0 0-91-16,-3-10-19 0,3 10 0 0,0-9 0 16,0 9-9-16,0 0 9 0,0-6-8 0,0 6 8 15,0 0 12-15,0 0 7 0,0 0 1 0,0 0 1 16,0 0 73-16,0 0 14 0,0 0 4 0,0 0 0 15,0 0-21-15,0 0-4 0,0 0-1 0,0 0 0 16,0 0-33-16,0 0-6 0,3 0-2 0,1 9 0 16,-1-3-16-16,4 4-3 0,-3-1-1 0,3 1 0 15,-4-1-13-15,5 7-2 0,-5-7-1 0,1 7 0 16,3-4-1-16,-4-2-8 0,4 5 12 0,0 4-4 16,0-3 5-16,-3-4 1 0,-1 13 0 0,1-6 0 15,-1 0 3-15,1 3 1 0,0 0 0 0,-4-6 0 16,3 9-5-16,1-3-1 0,-4 0 0 0,3 0 0 15,-3-4-3-15,0 8-1 0,0-1 0 0,0-7 0 0,0 11 12 16,-3-4 3-16,-1-6 0 0,4 9 0 0,0-6 4 0,-3 0 1 16,6-4 0-16,-6 4 0 0,3 0-10 0,0-6-2 15,0 3 0-15,0 0 0 0,0 0-16 0,0-4 10 16,0 4-10-16,0-3 8 0,-4-7 0 0,4 7 0 16,-4-4 0-16,4-2 0 0,-3-1 13 0,3 1 3 15,0-4 0-15,-4 3 0 0,1 1 1 0,-1-4 1 16,1-3 0-16,-1 3 0 0,1-3-11 0,3-3-3 15,-4 10 0-15,4-10 0 0,0 0-3 0,0 0-1 16,-3 6 0-16,3-6 0 0,0 0 4 0,0 0 1 16,0 0 0-16,0 0 0 0,0 0 4 0,0 0 1 15,-4-6 0-15,4-4 0 0,-3 1-6 0,6 0-2 0,1-1 0 16,-1-5 0-16,-3 5-10 0,4-2 8 0,-1-4-8 16,1 0 8-16,-1 4-8 0,1-4 0 0,3-3 0 15,-4 4 8-15,5-4-8 0,-1 0 0 0,0 3 0 0,0-3 0 16,0 10 0-16,3-10 0 0,1 3 0 0,-1 4 0 15,1-4 43-15,-4 7 6 0,0-7 2 0,-3 7 0 32,3-1-91-32,0 1-19 0,3 0-3 0,1 5-1 0,-4-8 51 0,0 9 12 0,4-4 0 0,-4-2 0 15,0 9 0-15,3-3 0 0,-10 3 0 0,7 0 0 16,4 0 0-16,0 0 0 0,-4 0 0 0,0 3 0 16,0-3-9-16,3 9 1 0,-3-9 0 0,0 7 0 15,1-4 8-15,2 9 0 0,-3-8 0 0,0 5 0 16,0 0 0-16,0 1-8 0,0-1 8 0,0 4-8 0,4-1 8 15,-4 4 0-15,0-7 0 0,0 1 0 16,0 5 0-16,0-2 0 0,0-4 8 0,0 1-8 0,0 5 11 16,1-5-3-16,-1-1 0 0,0 7 0 0,-4-7-8 15,4 1 0-15,0-1 9 0,-3 1-9 0,-1 5 0 0,1-2 8 16,-1-4-8-16,1 4 0 0,3-1 0 0,-4-2 0 16,1-1 0-16,0 7 0 0,-4-7 0 0,3 7 0 15,1-7 0-15,-1 1 0 0,-3-7 0 0,4 6 8 16,-4 4-8-16,0-10 0 0,0 6 0 0,0-9 0 15,0 0-12-15,0 10 4 0,0-10 32 0,3 6 6 16,-3-6 2-16,0 0 0 16,0 0-52-16,0 0-9 0,0 0-3 0,0 0 0 0,0 0 10 15,0 0 2-15,0 0 0 0,0 0 0 16,0 0-108-16,0 0-22 0,0 0-4 0,0 0-1 16,0 0-69-16,4-9-13 0,-4-16-3 0,0 15-1 0</inkml:trace>
  <inkml:trace contextRef="#ctx0" brushRef="#br0" timeOffset="60603.13">17991 530 633 0,'0'0'56'15,"0"0"-44"-15,0 0-12 0,0 0 0 0,0 0 149 0,0 0 28 16,0 0 6-16,0 0 1 0,4-3-116 0,-4 3-24 16,3-6-4-16,-3 6 0 0,4-10-13 0,-4 10-3 15,3-3 0-15,1-3 0 0,-4 3-1 0,0-4-1 16,3-2 0-16,-3 3 0 0,0 3 14 0,0-4 4 16,0-2 0-16,0 0 0 0,-3 5 8 0,3-2 1 15,-4-3 1-15,1-1 0 0,3 1-8 0,-4 3-2 16,1 2 0-16,-4-5 0 0,3 3-11 0,1-4-2 15,-4 7-1-15,3-3 0 0,-7-3-15 0,4 9-3 16,0 0-8-16,-3-7 12 0,-4 4-12 0,3-3 0 16,1 6 0-16,-1 0 0 0,0-3 0 0,1 3 0 15,-4 0 0-15,3 0 0 0,0 0 0 0,1 0 0 16,-4 3 0-16,3-3 0 0,-3 0 0 0,4 6 0 16,-5-3 0-16,5 4-10 0,-4-7 10 0,3 3 0 0,1 3 0 15,-1 0 0-15,0-3 0 0,1 7 12 0,3-1-2 16,0-3-1-16,-4 4-9 0,4-1-9 0,-4 1 9 15,8-1-13-15,-8 7 13 0,4-7 0 0,0 1 0 16,0 5-9-16,0-2 9 0,-3 2 0 0,2-2 0 0,1 3 0 16,0 3 14-16,-3-1 8 0,3 7 2 0,0-6 0 15,-4 6-24-15,4 4 0 0,0-4 0 0,-4 9-12 16,4-12 12-16,4 3 8 0,-4 3-8 0,0-3 11 16,0 4 0-16,3-4 0 0,1 3 0 0,3-3 0 15,0 0 5-15,-4-6 2 0,1 6 0 0,-1-3 0 16,4-6 13-16,-4 12 2 0,1-9 1 0,-1 3 0 15,4 0-21-15,-7-4-4 0,4 4-1 0,-1-3 0 16,1 0 2-16,-1 6 0 0,1-3 0 0,-4-3 0 0,3 3 3 16,1-3 1-16,-4-1 0 0,3 1 0 0,1 0-6 15,-1 6 0-15,-3-6-8 0,7-3 12 0,0 3-12 0,-4-4 0 16,1-2 8-16,3 2-8 0,0-2 21 0,0 3 2 16,-4-7 0-16,4 10 0 0,0-13-23 0,0 4 0 15,0-1 0-15,0 0 0 0,0 1 0 0,0-1 0 16,4-3 0-16,-1-2 0 0,-3-4 0 0,4 6 0 15,-4-6 0-15,3 3 0 0,-3-3 0 0,0 0 0 16,4 6 0-16,-4-6 0 16,7 7-30-16,-3-4-10 0,-4-3-3 0,0 0 0 15,0 0 0-15,7 6 0 0,-7-6 0 0,0 0 0 16,0 0-92-16,0 0-18 0,0 0-4 0,0 0-755 0</inkml:trace>
  <inkml:trace contextRef="#ctx0" brushRef="#br0" timeOffset="61031.228">17215 1207 1324 0,'-7'-9'118'0,"7"9"-94"0,-3 0-24 0,3 0 0 0,-4 0 26 0,4 0 1 15,0 0 0-15,0 0 0 0,0 0-27 0,0 0-14 16,0 0 2-16,0 0 0 0,0 0-2 0,0 0 0 16,0 0 0-16,11 0 0 0,-4-3 14 0,3 3 16 15,-3 0-3-15,0 0-1 0,4-6 63 0,-4 6 12 16,-7 0 2-16,11 0 1 0,3 0 4 0,-4 0 1 15,-3 0 0-15,4 0 0 0,3 0-21 0,-3 0-4 16,6 0-1-16,-3 0 0 0,0 0-26 0,4-4-6 16,0-2-1-16,3 6 0 0,-3 0-22 0,3 0-5 15,-4-9-1-15,5 9 0 0,-1-7-8 0,-7 7 0 16,3-3 0-16,1-3 0 0,0 6 0 0,-4-3-11 16,3-3 3-16,-2 6 0 15,-5 0-31-15,4-3-5 0,-3-4-2 0,-1 7 0 16,1 0-36-16,-4 0-7 0,4 0-2 0,-4-3-521 0,0 3-104 15</inkml:trace>
  <inkml:trace contextRef="#ctx0" brushRef="#br0" timeOffset="61927.786">17924 1098 288 0,'0'0'25'0,"0"0"-25"16,0 0 0-16,0 0 0 0,-7-7 187 0,7 7 32 15,0 0 6-15,0 0 2 0,0 0-166 0,0 0-33 16,0 0-6-16,0 0-2 0,0 0-7 0,0 0-1 16,0 0-1-16,0 0 0 0,0 0 24 0,0 0 5 15,0 0 0-15,0 0 1 0,0 0 20 0,0 0 4 16,0 0 1-16,0 0 0 0,0 10-10 0,0-4-1 16,0-6-1-16,-3 9 0 0,-1 1-15 0,1-1-3 15,-1 1-1-15,1-1 0 0,-1 0-5 0,-3 7-1 16,0-6 0-16,0 8 0 0,7-2-10 0,-7 3-3 15,0-10 0-15,3 10 0 0,1-3-3 0,3 3-1 0,-4-1 0 0,4 1 0 16,-7 6-4-16,4-6-8 0,6-3 11 0,-3 3-11 16,0-4 8-16,0-2-8 0,0-4 0 0,7 7 0 15,-7-7 13-15,4 7-4 0,-1-7-1 0,1 1 0 16,3-7-8-16,0 9 0 0,-4-8 0 0,4 5 8 16,4-9 17-16,-4 6 3 0,0-3 1 0,0 4 0 15,0-7-3-15,4 3-1 0,-1-3 0 0,-3 0 0 16,-7 0-9-16,11 0-1 0,0-3-1 0,-1 3 0 15,-3-7-5-15,4 7-1 0,-4-3 0 0,3-3 0 16,1 3 2-16,-4-3 0 0,0-4 0 0,4 4 0 16,-4-3 0-16,0-1 0 0,3 1 0 0,-3-1 0 15,1 1-2-15,-1-7 0 0,0 7 0 0,3-4 0 0,-3-2 0 16,0 5 0-16,4-5 0 0,-4 2 0 0,-3-3-8 16,3 7 8-16,-4-7-8 0,4 7 8 0,-3-4-8 0,-1-2 10 15,1 5-10-15,3-6 10 0,-4 4-10 0,1-4 8 16,-1 7-8-16,1-1 8 0,-1 1 11 0,1 3 1 15,-4-4 1-15,3 1 0 0,-3 0-21 0,4 5-18 16,-4 4 3-16,0-6 1 0,0 6 14 0,0 0 0 16,4-9 0-16,-4 9 0 0,0 0 0 0,0 0 0 15,0 0 0-15,0 0 0 0,0 0 0 0,0 0 0 16,0 0 0-16,0 0 0 0,0 0 0 0,0 0 15 16,0 0-2-16,0 0 0 0,0 0-25 0,0 0-4 15,3 9-2-15,1 1 0 0,-4 5 18 0,0-2 0 0,3 2 0 16,-3 4 0-16,0-9 0 0,4 8 0 0,-4-2 0 15,3 0 0-15,1-4 0 0,-4 4 0 0,3 3 0 16,-3-3 0-16,4-4 0 0,-4 4 0 0,0-1 0 16,3-2 0-16,-3 3 0 0,0-4 0 0,4 4 0 15,-4-7 0-15,3 7 0 0,-3-7 8 0,4 1-8 0,-1 5 0 16,1-5 0-16,-1 2 0 0,1-2 0 0,3-1 0 16,-7-2 0-16,4 2 0 0,-1 0 0 0,1-2 0 15,-1-4-16-15,1 6-5 0,-4-9-2 0,7 0 0 31,-7 0-38-31,0 0-8 0,0 0-2 0,0 0 0 0,7 0-107 16,-7 0-22-16,7 0-4 0,-7 0-623 0</inkml:trace>
  <inkml:trace contextRef="#ctx0" brushRef="#br0" timeOffset="62716.3">18616 1204 1209 0,'0'0'108'0,"-4"-6"-87"0,-3 6-21 0,4-3 0 15,3 3 134-15,-8 0 22 0,8 0 5 0,0 0 1 16,0 0-130-16,-7 0-32 0,4 0 0 0,3 0 0 31,0 0-44-31,0 0-15 0,0 0-3 0,0 0-1 16,-7 3 22-16,7-3 4 0,0 0 1 0,0 0 0 0,-4 6 56 0,-3-3 11 0,7-3 2 0,-3 7 1 15,-1-4 27-15,1 6 6 0,-1-3 1 0,1 10 0 16,-1-6-5-16,1 2-1 0,3-3 0 0,-4 7 0 16,4 0-26-16,-3-4-6 0,3 4-1 0,-4 3 0 15,4-3-13-15,0-4-4 0,0 4 0 0,0 3 0 16,0-4-12-16,0-2 11 0,0 3-11 0,0-7 10 15,-4 7-10-15,4-7 0 0,0 0 9 0,0 1-9 16,0-7 8-16,0-3-8 0,0 6 10 0,0-6-10 16,0 0 22-16,0 10-2 0,0-10 0 0,0 0 0 15,0 0 28-15,0 0 4 0,0 0 2 0,0 0 0 16,0 0-34-16,0 0-6 0,0 0-2 0,0 0 0 16,0 0 5-16,0 0 1 0,8-4 0 0,-5-8 0 0,1 9-6 15,-1-7-2-15,1 1 0 0,-1-7 0 0,1 7-10 0,3-10 8 16,-4 3-8-16,1-2 8 0,-1-1-8 0,1 0 0 15,-1-6 0-15,1 0 0 0,-1 3 0 0,4-3 0 16,-3 0-8-16,0 6 8 0,-1-6 0 0,4 6 0 16,0 0 0-16,-3 3 0 0,3-2-11 0,0-1 3 15,0 3 0-15,-4 7 0 0,8-4 8 0,-7 4-8 16,3-1 8-16,0 4-8 0,0-3-4 0,0 2 0 16,0-2 0-16,3 9 0 0,-3-3 12 0,0 3-13 15,-7 0 5-15,0 0 8 0,8 0-13 0,-1 0 5 0,0 3 8 16,3 3-13-16,-6-3 13 0,6 4-11 15,-3 2 11-15,4 1-10 0,-4-1 10 0,4 7 0 0,-4-7 0 16,7 0 0-16,-4 1 0 0,-3 9 0 0,4-10 0 16,0 7-8-16,-4-7 8 0,0 10 16 0,0-3-4 0,0-4-1 15,0 4-11-15,-4 3 0 0,1-1 0 0,-1-2 0 16,1 3 12-16,-4-3-4 0,7-4 0 0,-3 10 0 16,-4-9 0-16,3 6 0 0,4-4 0 0,-3-5 0 15,3 8-8-15,-4-8 12 0,1 6-12 0,-1-1 12 16,1-5-12-16,-1 2 8 0,-3-2-8 0,0-4 8 15,7-3-8-15,-7-3 8 0,0 0-8 0,0 12 8 16,0-12-8-16,0 0 0 0,0 0-10 0,0 0 10 16,-3 4-34-1,3-4-1-15,0 0 0 0,0 0 0 0,0 0-158 0,0 0-32 16,0 0-7-16</inkml:trace>
  <inkml:trace contextRef="#ctx0" brushRef="#br0" timeOffset="63397.896">19406 1110 1407 0,'0'0'62'0,"0"0"14"0,0 0-61 0,0 0-15 0,0-3 0 0,0-3 0 16,0 6 60-16,0 0 8 0,-4-3 3 0,4 3 0 15,0 0-56-15,4-7-15 0,-4-2 0 0,0 9 0 16,0-3 0-16,0 3 8 0,-4-6-8 0,4 6 0 16,-3-4 17-16,-1-2-1 0,1 6-1 0,3 0 0 15,-4-9 36-15,1 9 7 0,-4-7 2 0,3 7 0 0,-3-9-4 16,4 9 0-16,-5 0 0 0,1 0 0 0,0 0-29 0,4 0-7 15,-8 0 0-15,4 0-1 0,-3 0-19 0,3 9 0 16,-4-9 0-16,0 7 0 0,1 2 0 0,-1 1 0 16,1-1 0-16,-1 0 0 0,-3 1 0 0,3 5 0 15,-3-5 0-15,4 9 0 0,-1-4 9 0,1-2-1 16,-1 9-8-16,0-3 12 0,4-1 0 0,-3 1 0 16,-1 0 0-16,4-3 0 0,-4 9 0 0,8-6-1 15,-8-7 0-15,4 10 0 0,0-9-11 0,0 6 8 16,4-4-8-16,-1 4 8 0,1-10-8 0,3 7 0 15,0 0 9-15,0-4-9 0,0 4 12 0,3-3-3 16,4-7 0-16,0 9 0 0,0-2 0 0,4-7 0 0,-1 4 0 16,1-1 0-16,0-6 10 0,3 4 1 0,0-1 1 15,0-3 0-15,0 6-21 0,0-9-10 0,4 0 1 16,-1 7 0 0,1-7-15-16,-4 0-2 0,7 0-1 0,-6-7 0 15,2 7-90-15,1 0-19 0,-1-3-3 0,-2-3-1 16,-1 3-55-16,0-3-11 0,10-10-2 0,-9 3-1 0</inkml:trace>
  <inkml:trace contextRef="#ctx0" brushRef="#br0" timeOffset="63942.628">19801 662 1105 0,'0'0'48'0,"0"0"12"0,0 0-48 0,0 0-12 16,0 0 0-16,0 0 0 0,0 0 18 0,0 0 2 15,0 0 0-15,0 0 0 0,0 0-20 0,0 0 0 16,0 0 0-16,0 0 0 0,0 0 39 0,0 0 4 16,-4 9 1-16,4 1 0 0,-3-4 13 0,-1-3 3 0,8 6 1 0,-4 1 0 15,0 5 29-15,0-5 6 0,3 6 0 0,1-4 1 16,-4 4-34-16,0 3-7 0,0-1-2 0,4 4 0 16,-1-3-26-16,-3 0-6 0,0 0-1 15,0 0 0-15,0 6 0 0,0-6 0 0,0 6 0 0,-3-7 0 16,-1 1-5-16,4 9-2 0,-4-6 0 0,1 0 0 15,-1 3 4-15,1 4 1 0,3-4 0 0,-4 3 0 16,1-3-3-16,-1 0-1 0,4-3 0 0,0 3 0 16,0 0-7-16,0-6 0 0,-3 6-8 0,3-6 12 15,0-6-4-15,-4 2-8 0,1 1 11 0,-1-4-11 16,4-2 12-16,0-1-12 0,-3 4 12 0,3-4-12 16,-4-6 9-16,4 7-9 0,0-10 0 0,-3 6 9 15,3-6-9-15,0 0-9 0,0 0 9 0,0 0-13 16,0 0-24-16,0 0-5 15,0 0-1-15,0 0 0 0,0 0-30 0,0 0-7 0,-4-6 0 16,-3 3-1-16,3-4-155 0,4-2-30 16</inkml:trace>
  <inkml:trace contextRef="#ctx0" brushRef="#br0" timeOffset="64268.134">19505 1101 1890 0,'0'0'84'0,"0"0"16"0,0 0-80 0,0 0-20 0,0 0 0 0,0 0 0 16,-7 0 68-16,7 0 10 0,0 0 2 0,0 0 0 15,0 0-55-15,14 0-10 0,3 0-3 0,-3-3 0 16,4 3 5-16,3-7 1 0,-7 7 0 0,8 0 0 15,-1-3-3-15,-4-3-1 0,5 6 0 0,-5 0 0 16,4-3 22-16,-3-3 5 0,0 6 1 0,3-4 0 16,-4-2-19-16,1 6-4 0,0 0-1 0,-1-6 0 15,1 6-9-15,0-3-1 0,3 3-8 0,-4 0 12 16,1 0-12-16,-4 3-8 0,4 3 8 0,-4-6-13 31,-4 0-95-31,1 0-20 0,0 6-3 0,-1-2-1 0,1-4-75 0,-11 0-15 16,0 0-3-16</inkml:trace>
  <inkml:trace contextRef="#ctx0" brushRef="#br0" timeOffset="64686.305">20228 1189 1566 0,'0'0'34'0,"0"0"7"0,0 0 2 0,0 0 1 0,-4 9-35 0,1-3-9 0,3-6 0 0,-4 3 0 16,4 7 24-16,-3-1 2 0,3-3 1 0,0 4 0 16,0 9 4-16,0-10 1 0,3 7 0 0,-3-1 0 15,4-2-7-15,-4 6-1 0,0-4 0 0,3 1 0 16,-3 3 10-16,0-6 2 0,0 2 0 0,-3 4 0 16,3-3-6-16,0-7-1 0,0 10 0 0,-4-10 0 15,4 7-17-15,0-7-3 0,-3 1-1 0,-1-1 0 16,1 1-8-16,3-1 0 0,0-9 0 0,-4 9 0 15,4-9-31-15,0 0-11 0,0 0-2 16,0 0-1-16,0 0-137 0,0 0-27 0</inkml:trace>
  <inkml:trace contextRef="#ctx0" brushRef="#br0" timeOffset="64899.089">20288 837 2246 0,'-4'-12'200'0,"4"2"-160"0,0 1-32 0,0 9-8 16,0 0 0-16,0 0 9 0,0 0-9 0,0 0 10 31,0 0-38-31,0 0-8 0,0 0-2 0,0 0 0 16,7 0-106-16,-7 0-20 0,0 0-5 0,4 9-607 0</inkml:trace>
  <inkml:trace contextRef="#ctx0" brushRef="#br0" timeOffset="65618.705">20619 1163 1267 0,'-17'-3'56'0,"17"3"12"0,0 0-55 0,0 0-13 16,-7-6 0-16,0 6 0 0,-4 0 91 0,4 0 15 15,7 0 3-15,-3 0 1 16,-8 0-146-16,0 0-30 0,11 0-6 0,0 0 0 16,-3 0 26-16,-4 0 6 0,7 0 0 0,0 0 1 0,0 0 39 0,-4 6 0 15,-3-3 0-15,4 4 8 0,3-7 82 0,-4 3 16 0,-3 3 3 16,-4 4 1-16,8-1-13 0,-8 0-2 16,4-2-1-16,0 2 0 0,-7 0-51 0,7 7-11 0,4-3-1 0,-4 2-1 15,-4-2-22-15,0 3-8 0,8 2 0 16,-1-2 9-16,4 0-9 0,-3 3 0 0,-8-7 0 0,8 4 0 15,-1 3 0-15,1-10 12 0,-4 7-4 0,3-7 0 16,4 7-8-16,0-4 0 0,0-2 0 0,0-1 0 16,0 1 0-16,4-4 0 0,3 3 0 0,-4 1 0 15,-3-10 0-15,7 9 0 0,4 0 11 0,-4-2-11 16,0-4 16-16,3 3-4 0,5-3 0 0,-1 4 0 16,7-7 8-16,-7 0 2 0,-3 0 0 0,3 0 0 15,7 0-6-15,-4 0-2 0,-6 0 0 0,0-7 0 16,6 7-2-16,1-3 0 0,-4-3 0 0,-3 6 0 15,-4-10 4-15,0 7 0 0,7-3 0 0,-4-3 0 16,-6-1 0-16,-1 1 0 0,8 3 0 0,0-4 0 0,-8-2-1 16,4-4 0-16,-3 0 0 0,3 4 0 0,0-4-5 15,-4-3-1-15,-3 0 0 0,0 1 0 0,7-1 5 16,-3-3 1-16,-1 3 0 0,-3-6 0 0,0 12 5 0,0-2 0 16,4-4 1-16,-4 3 0 0,-7 7-7 0,7-4-2 15,7-2 0-15,-7 5 0 0,-4-6-3 0,1 7-1 16,3 0 0-16,0-1 0 0,0 7-8 0,-4-3 0 15,-3 3 0-15,4-4 0 0,3 7 0 0,0 0 0 16,-11 0 0-16,4-6 0 16,0 3-22-16,4 3-3 0,-4-6-1 0,0 6 0 15,-8 0-13-15,5 0-2 0,10 0-1 0,0 0 0 16,-7 0-81-16,7 0-16 0,0 0-3 0,0 0-1 16,0 0-90-16,0 0-19 0,0 0-3 0,10 0-1 0</inkml:trace>
  <inkml:trace contextRef="#ctx0" brushRef="#br0" timeOffset="66432.175">20923 1091 1839 0,'0'0'40'15,"0"0"9"-15,0 0 2 0,0 0 1 0,0 0-42 0,0 0-10 0,0 0 0 0,0 0 0 0,-4 10 0 0,4-10 0 16,0 0 0-16,4 6-11 0,-4-6 3 0,3 9 0 16,-3 1 0-16,7-4 0 0,0-3-11 0,-3 7-1 15,-4-4-1-15,0-3 0 0,4 6 43 0,-4-2 9 16,-4 8 1-16,4-5 1 0,0 2 39 0,-4-2 8 15,4 5 2-15,-3 4 0 0,-4 0-16 0,3-3-3 16,8 3-1-16,-8-1 0 0,1-2-46 0,-1 3-16 16,4 0 9-16,0 0-9 0,0-4 31 0,0-5 1 15,-3 8 0-15,3-8 0 0,3 6-32 0,-3-7 0 16,-3 7 0-16,-1-7 0 0,4-6 0 0,0-3 0 16,-3 10 0-16,-4-4 0 0,3 3 15 0,4-9-3 15,0 0-1-15,0 0 0 0,-7 6 8 0,7-6 1 0,0 0 1 16,0 0 0-16,0 0 9 0,0 0 2 0,0 0 0 0,0 0 0 15,11 0-18-15,-11 0-3 0,0 0-1 0,3-6 0 16,8-3 0-16,-4 3 0 0,-7-4 0 0,0 1 0 16,3-4-10-16,1-2 8 0,-1 5-8 0,1-6 8 15,-4-2 0-15,3-1 0 0,8 0 0 0,-4 0 0 16,-3-3-8-16,-1 3 0 0,8 1 0 0,-1-8 0 16,-3 5 0-16,-3 2 0 0,-1-3 0 0,8 3 0 15,3 0 0-15,-3 3 0 0,-8-2 0 0,4 5 0 16,7-3 28-16,-3 7 3 0,0-7 1 0,-4 7 0 15,0 0-42-15,3-1-8 0,4 1-2 0,-3-1 0 16,0 4 20-16,-4-3-10 0,3 5 10 0,-3-2-8 16,0 6 8-16,0-3 0 0,4-3 0 0,-4 6-8 0,7 0 8 15,-7 6 0-15,-7-6 0 0,7 3-8 16,7 7 8-16,-3-4 0 0,-8-3 0 0,4 6-8 0,1-2 8 16,-1 2 0-16,0 7 0 0,0-7 0 0,-4 4 27 0,4-4 1 15,4 4 0-15,-4-1 0 0,-4 4-28 0,1-4 0 16,3 4 0-16,0 3 0 0,0 0 0 0,0 6 0 15,-3-6 0-15,3-1 0 0,0 4 15 0,-4-3-3 16,-3 0 0-16,0 0 0 0,4 0 2 0,-1 0 0 16,-3-4 0-16,-3 4 0 0,3-3-14 0,0-7 0 15,3 7 0-15,-6-4-10 0,-1 4 10 0,4-3 0 16,0-4 0-16,4 3 0 0,-8-2 9 0,4-1-9 16,4 1 12-16,-1-7-12 0,-3 3 10 0,0-6-10 15,0 10 8-15,0-10-8 0,7 6 0 0,-7-6 8 0,0 0-8 16,0 0 0-16,0 0-14 0,0 0-8 0,0 0-2 0,0 0 0 31,0 0-92-31,0 0-20 0,11 0-3 0,-11 0-663 0,0 0-133 0</inkml:trace>
  <inkml:trace contextRef="#ctx0" brushRef="#br0" timeOffset="73784.755">19766 5322 702 0,'0'0'31'0,"0"0"6"0,0 0-29 0,0 0-8 0,0 0 0 0,0 0 0 15,0-4 79-15,0 4 14 0,0 0 3 0,0-6 1 16,0 6-37-16,0 0-8 0,0-9-2 0,0 9 0 16,0 0-10-16,0 0-3 0,-4 0 0 0,4 0 0 15,-7-10 9-15,7 10 2 0,-3 0 0 0,3 0 0 16,0 0 2-16,-4-9 1 0,-3 9 0 0,7 0 0 0,-7-6-15 0,0 6-2 16,3 0-1-16,4 0 0 0,-7 0-7 0,7 0-2 15,-10 0 0-15,6 6 0 0,-6-6-12 0,6 3-4 16,4-3 0-16,-10 6 0 0,2 1 9 0,1-4 2 15,-3 6 0-15,3 1 0 0,0-4-8 0,0-3-2 16,-4 6 0-16,4 4 0 0,0-10 3 0,0 13 0 16,0-4 0-16,0-2 0 0,3 2 4 0,-3 1 2 15,0-4 0-15,0 1 0 0,4 5-6 0,-1-5-2 16,1-1 0-16,3 0 0 0,-4 1 3 0,4-1 1 16,4 1 0-16,-4 2 0 0,7-2 0 0,-4 2 0 15,1-2 0-15,3-1 0 0,0-3-6 0,0 4 0 16,0-1-8-16,3 0 12 0,5-2 2 0,-5 2 0 0,4-6 0 15,4 4 0-15,-4 2 4 0,4-3 1 0,3-3 0 16,-4 4 0-16,1-4-19 0,0-3 10 0,-1 0-10 0,5 0 8 16,-1 0 7-16,-4 0 1 0,1 0 0 0,3 0 0 15,-7 0-16-15,4-3 0 0,-4-4 0 0,-3 4 0 16,3-3 14-16,-4 6 0 0,1-9 0 0,-1 2 0 16,1 4 0-16,-4-3 0 0,0-4 0 0,-3 7 0 15,3-3 9-15,-4-3 1 0,-3-1 1 0,0 4 0 16,0-3-25-16,-3-1-14 0,-1 1 2 0,-3-1 0 15,4-5 12-15,-4 5 0 0,-4-2 0 0,4-4 0 16,-4 0 0-16,4 4 0 0,-7-4 0 0,0 7-9 16,7-4 9-16,-4-2 0 0,1 5-9 0,-1-6 9 15,1 7-16-15,-1-7 0 0,-3 7 1 0,3 0 0 16,1-1 15-16,-1 1 10 0,1-1-2 0,-1 1 0 0,0 3-8 16,1-4 0-16,-1 7-10 0,1-6 10 0,6 2 0 15,-3 4 0-15,0-3 0 0,0 3 0 0,7 3 0 0,-7-6 0 16,3 6 0-16,4 0 0 0,0 0 0 0,0 0 0 15,0 0 0-15,0 0 0 0,0 0 0 0,0 0 0 16,0 0 0-16,0 0 0 0,0 0 0 0,0 0 0 16,0 0 0-16,0 0 0 0,0 0 0 0,7-7 0 15,1 7 0-15,2-3 0 0,1 3 0 0,-1 0 0 16,1 0 0-16,3 0 0 0,0 0 0 0,4 0 0 16,-4 0 8-16,3 0-8 0,1 0 9 0,3 0-1 15,-3 0-8-15,3 0 12 0,0 0 4 0,4 0 1 16,-4 0 0-16,0 0 0 0,4 0-17 0,0 0 0 15,-4 0 0-15,0 0 0 0,0-6 10 0,-3 6 2 16,3 0 0-16,-3 0 0 0,3 0-12 0,0 0-11 0,-3 0 3 16,-1 0 0-16,1 0 8 0,0 0 0 0,-4 0 0 0,3 0 0 15,-6 0 0-15,3 0 0 0,-3 0 0 0,3 0 0 16,0 0 0-16,-7 0 0 0,3 0 0 0,1 0 0 16,0 0 0-16,-4 0 0 0,-7 0 8 0,0 0-8 15,14 0 8-15,-14 0-8 0,0 0 8 0,0 0-8 16,0 0 0-16,0 0 8 0,0 0-8 0,0 0 0 15,0 0 0-15,0 0 9 0,0 0-9 0,0 0 0 16,0 6 10-16,0-6-10 0,0 10 8 0,-4-1-8 16,4 0 9-16,-3-2-9 0,-1 2 10 0,-3-6-10 15,4 7 11-15,-1-4-11 0,-3 3 12 0,0 1-12 16,0-1 12-16,-4 1-12 0,4-1 12 0,0 7-12 0,-7-7 0 16,3 10 0-16,1-10 0 0,-1 7 0 0,-3 3 9 15,4 0 2-15,-4-4 0 0,-1 4 0 0,1 0-11 16,0 0 0-16,-7 3 9 0,3-4-9 0,-3 1 19 0,4 0-1 15,-5 6 0-15,1-6 0 0,-3 6-9 0,6-3-1 16,-7-6-8-16,4 12 12 0,-4-3-12 0,4 3 0 16,4 0 0-16,-5-2 0 0,8 2 0 0,-3-3 0 15,-1 0 0-15,0 3 0 0,4 0 12 0,0 4-4 16,-4-10-8-16,4 9 12 0,0-9-4 0,4-3-8 16,-4 6 11-16,-1-6-11 0,5 0 19 0,-4 2-3 15,3-2-1-15,-3-6 0 0,3 3-15 0,-3-1 0 16,0-2 0-16,0 2 0 0,4-5 0 0,-5-1 0 0,5 1 0 15,-4-1 0-15,7 0 0 0,-4 1 8 0,1-4-8 16,-1 0 0-16,4-2 10 0,0 5-10 0,0-3 10 16,0-3-10-16,0-3 8 0,7 0-8 0,0 0 0 15,0 0 9-15,-4 7-9 0,4-7 0 0,0 0 0 0,0 0 0 16,0 0-10-16,0 0-4 0,0 0-1 0,0 0 0 31,0 0-29-31,0 0-7 0,0 0-1 0,4-10 0 16,-1 4-96-16,4-3-19 0,0-1-4 0,0 1-1 15,4 2-77-15,-4-5-16 0</inkml:trace>
  <inkml:trace contextRef="#ctx0" brushRef="#br0" timeOffset="74409.205">20217 5933 172 0,'0'0'8'0,"0"0"1"0,-7-6-9 0,0 6 0 16,0-10 0-16,4 10 0 0,-4-6 328 0,7 6 63 15,-4 0 13-15,4 0 2 0,0 0-267 0,-7 0-54 16,0-3-10-16,0 3-3 0,0-6 4 0,0 6 1 0,0 6 0 0,3-6 0 15,-6 3-34-15,6-3-7 0,-7 6-2 16,4 4 0-16,0-4-24 0,-3-3-10 0,-1 7 8 0,1-1-8 16,-1 0 22-16,0 7-1 0,-3-7 0 0,7 1 0 15,-7 6 5-15,4-4 1 0,-5 4 0 0,5 3 0 16,-1-4-6-16,1-2-1 0,-4 2 0 0,3 4 0 16,4-3-7-16,0 3-1 0,3-4-1 0,1-2 0 15,-1-4 0-15,4 7 0 0,0-6 0 0,4 5 0 16,-1-5 1-16,1-1 0 0,-1 0 0 0,4 1 0 15,1-1-1-15,2-2 0 0,-3 2 0 0,4-6 0 16,3 3-1-16,0-3 0 0,4 4 0 0,-4-4 0 16,3 3 2-16,-3-6 0 0,4 0 0 0,0 0 0 15,-1 6-2-15,1-6 0 0,3 0 0 0,-3-6 0 16,-1 6-10-16,1 0 10 0,0-6-10 0,-1 3 10 16,-3-4-10-16,4 7 0 0,-4-9-10 0,0 6 10 0,-3-6 10 15,3 2 8-15,-3-2 2 0,3-1 0 16,0-5-3-16,-7 5 0 0,0 1 0 0,0-4 0 0,4-2-5 15,-4-1-2-15,-4 3 0 0,-3-2 0 0,0-1-2 0,-3-3 0 16,-1 0 0-16,-6 4 0 0,2 5 0 0,-2-8-8 16,-1 8 12-16,1-5-4 0,-4 5-8 0,0-2 0 15,-1 2 0-15,5-6 0 0,-8 7 0 0,8 3 0 16,-5-4 0-16,1 1 0 0,4 6 0 0,-1-3 0 16,-3-4-14-16,4 10 5 0,-1-3-7 0,4-3-2 15,0 6 0-15,3-7 0 16,-3 4-119-16,7 3-24 0,0 0-5 0,0 0-613 15,0 0-122-15</inkml:trace>
  <inkml:trace contextRef="#ctx0" brushRef="#br0" timeOffset="75679.829">20792 5685 1216 0,'-14'-6'54'0,"14"6"11"0,0 0-52 0,0 0-13 0,0 0 0 0,0 0 0 15,0 0 56-15,0 0 8 0,0 0 1 0,0 0 1 16,-7 6-8-16,4 4-2 0,3-10 0 0,-4 9 0 15,-3 1 16-15,3-1 2 0,4 0 1 0,0 1 0 16,-3 5-9-16,3 1-2 0,-4-3 0 0,4 2 0 16,4 4-13-16,-8 0-3 0,1-3-1 0,-1 2 0 15,8 1-3-15,-4 0 0 0,-4 3 0 0,-3-3 0 16,4 0-5-16,-1-1-2 0,4 1 0 0,0-3 0 16,-7-3-3-16,4 2-1 0,6 1 0 0,-3-4 0 15,-3-5-2-15,-1 2-1 0,4-9 0 0,4 9 0 16,-4-9-6-16,0 10-2 0,0-10 0 0,0 0 0 15,7 6-6-15,-7-6-2 0,0 0 0 0,0 0 0 0,0 0 8 16,0 0 2-16,0 0 0 0,0 0 0 0,0 0-5 0,0-6-1 16,3-4 0-16,-3 1 0 0,-3 0-10 0,3-7-8 15,3 3 9-15,1-2-9 0,-4-1 8 0,3-3-8 16,1 0 0-16,3 1 9 0,3-1-9 0,-2 0 0 16,-1-3 0-16,3 3 0 0,1 0 0 0,-1 1 0 15,-3-1 0-15,0 3 0 0,1-3 0 0,2 4 0 16,1 5 0-16,-1 1 0 0,-6-1 0 0,-1 1 0 15,8 0-9-15,-1 2 9 0,-6-2 0 0,3 6 0 16,4-3-8-16,-1-4 8 0,-3 10 0 0,0-3 0 16,0-3-8-16,4 6 8 0,0 0 0 0,-1 6-8 0,-10-6 8 15,0 0 0-15,7 3-11 0,0 7 11 0,0 5-10 16,-3-5 10-16,-4-1-8 0,3 10 8 0,1-3 0 16,-1 2-9-16,-6-2 9 0,3-3 0 0,3 5 0 0,1-2 0 15,-1 0 0-15,-3-4 0 0,4 7 0 0,0-3 0 16,3-1 0-16,-7-2 0 0,0 3 0 0,3-7 0 15,4 0 0-15,-3 7 0 0,-8-13 8 0,4 7-8 16,0-10 0-16,0 0 8 0,0 0-8 0,0 9 0 16,-7-3 8-16,7-6-8 0,0 0 8 0,0 0-8 15,0 0 10-15,0 0-2 0,0 0-8 0,7-6 12 16,-7 6-2-16,0 0-1 0,0 0 0 0,4-9 0 16,6-1-9-16,1 1 0 0,-11-10 9 0,3 10-9 15,8-7 9-15,0-3-9 0,-8 3 12 0,1 4-12 16,-1-7 0-16,4 3 0 0,4-2 0 0,-4 2-9 0,-7 3 9 15,3-2 0-15,8-1 0 0,-4 7-8 0,-3-1 8 0,3 7 0 16,0-6-9-16,3 2 9 0,1 4-10 16,-4-3 10-16,-7 6-13 0,7-6 5 0,4 3 8 0,-8 3-8 15,-3 0 8-15,0 0-8 0,0 0 8 16,0 0 0-16,0 0-9 0,0 0 9 0,0 0 0 0,7 3-11 16,-3 3 11-16,3 3-8 0,-7 7 8 0,3-6 0 15,8 2-9-15,-4-3 9 0,0 7 0 0,-4 3 0 16,1-3 0-16,3 2 0 0,4-2 0 0,-4 6 0 15,-4-6 0-15,1 9 0 0,6-6 0 0,-6-1 0 16,3 1 0-16,-7 0 0 0,3-3 0 0,4 3 0 16,-3-4 0-16,0-2 0 0,-8 2 0 0,8 4 0 15,3-3 0-15,-4-3 0 0,-3 2 0 0,0 1 0 16,0-4 0-16,0-5 0 0,7 2 0 0,-7 1 0 0,0-4 9 0,0-6-9 16,0 0 0-16,0 0 0 0,-3 3 0 0,-1 6 0 31,4-9-30-31,0 0-1 0,0 0 0 0,0 0 0 15,0 0-30-15,0 0-7 0,0 0 0 0,0 0-1 16,0 0-143-16,0 0-28 0,0-9-5 0</inkml:trace>
  <inkml:trace contextRef="#ctx0" brushRef="#br0" timeOffset="78308.397">21251 4616 1116 0,'-7'-9'49'0,"3"9"11"0,1-4-48 0,-4-2-12 16,7 6 0-16,-4 0 0 0,-6-9 54 0,6 9 9 15,4 0 1-15,0 0 1 0,-7-7-26 0,0-2-6 16,3 6-1-16,4-3 0 0,0 6-11 0,0-3-2 15,-7-7-1-15,4 4 0 0,3-4 6 0,-4 4 2 16,-6 3 0-16,3-3 0 0,0-4 5 0,-4 7 1 16,4-3 0-16,-7 3 0 0,0-3 0 0,3-4 0 15,8 1 0-15,-8 9 0 0,-10-7-8 0,7-2-2 0,3 6 0 16,4-3 0-16,-7 3-8 0,0-4-2 0,-4 7 0 0,4-3 0 16,4-3-4-16,-4 6 0 0,-4 0-8 15,0 0 12-15,4 0-4 0,0-3-8 0,-4 3 11 0,-3 0-11 16,4 0 17-16,-1-7-3 0,4 7-1 0,-7 0 0 15,-8-6 4-15,5 6 1 0,6-3 0 0,-3 3 0 16,-7 0 0-16,3 0 0 0,0 0 0 16,1 0 0-16,2 0-1 0,-2 0 0 0,-4 0 0 0,3 0 0 15,0 3-9-15,0 3-8 0,-3-6 12 0,0 7-12 16,3-4 8-16,1-3-8 0,-5 9 0 0,1-9 0 16,0 7 8-16,3-4-8 0,-6-3 0 0,2 6 0 15,1-3 10-15,-4 3-2 0,4-3 0 0,0 4 0 16,3-4 1-16,-3 3 0 0,0 4 0 0,0-1 0 15,-1 0-9-15,1 1 8 0,3-4-8 0,1 3 8 16,-1 1-8-16,0-1 0 0,1-2 9 0,-1 2-9 16,4-6 9-16,0 6-9 0,-4-2 12 0,4 2-12 0,-4 1 15 15,4-1-4-15,-4-3-1 0,0-3 0 0,8 7 3 0,-1-4 1 16,-3 3 0-16,0 1 0 0,0-1-14 0,0 1 0 16,-1-1-9-16,1 1 9 0,4-4 0 0,-5 3 15 15,5 7-2-15,-1-7 0 0,0 4-13 0,1 3 0 16,-1-7 0-16,1 7 0 0,2-4 0 0,1-2 9 15,-3 5-9-15,-1 4 8 0,7 0-8 0,-3-3 0 16,-3-1 0-16,3 4 8 0,-1-6-8 0,5 9 8 16,-4-10-8-16,0 7 8 0,-4 3-8 0,4-3 8 15,3-7-8-15,-3 4 8 0,-3 3-8 0,2-1 12 0,1-2-12 16,7 3 12-16,-3 0 0 0,-1 0 0 16,1-4 0-16,-1 4 0 0,0 0 9 0,4-3 3 0,-3 2 0 15,-1-2 0-15,4-3-24 0,0 9 0 0,0-4-12 16,0 1 4-16,0 0 8 0,0 0 9 0,0 0-1 15,0 6-8-15,0-10 8 0,0 4-8 0,3 0 0 0,-3 0 0 16,0 0 16-16,3 3-3 0,1-4-1 0,-1 1 0 16,1 0-1-16,-1 0-1 0,1 0 0 0,-1-4 0 15,4 4-10-15,-3 0 10 0,3-3-10 0,0-1 10 16,0 4-10-16,0-6 8 0,0 2-8 0,0 1 8 16,0-3-8-16,0 2 8 0,0-5-8 0,0 9 8 15,-4-4-8-15,4-2 0 0,0 2-10 0,4 4 10 16,-4-3 20-16,3-4 9 0,1 10 3 0,-4-9 0 15,3 6-32-15,4-4-20 0,-3 1 4 0,-1-3 0 16,1 2 16-16,0 1 0 0,-1-3 0 0,4 5 0 0,-3-2 15 16,3 0-3-16,-4-4-1 0,4 4 0 0,0-3-11 15,4 2 12-15,-4 1-12 0,0-4 12 0,0 4-12 16,0 0 0-16,4-4 9 0,-4 4-9 0,0-7 8 16,0 7-8-16,0-3 8 0,0 2-8 0,4-2 11 0,-1 3-3 15,1-7 0-15,-4 7 0 0,3-4 0 0,1-2 0 16,-4 5 0-16,4-5 0 0,3 5 0 0,-4-5 0 15,4-1 0-15,-3 1 0 0,0-1 1 0,3 7 0 16,-4-7 0-16,4 0 0 0,-3 1-9 0,3-1 12 16,-3 7-12-16,3-7 12 0,-4 4 0 0,4-1 1 15,-3-8 0-15,3 5 0 0,0 7-13 0,0-13 0 16,0 6 0-16,1-3 0 0,2 4 0 0,-3-1 0 0,4 1 0 16,0-4 0-16,-1-3 9 0,1 3-9 0,0-2 8 15,3 2-8-15,-4-3 10 0,5 3-10 0,-8 0 12 0,7-2-12 16,-4 5 13-16,1-3-4 0,0-3-1 0,-1 7 0 15,1-4-8-15,3-3 0 0,-3 7 0 0,-1-4 0 16,-2 3 0-16,-1-2 10 0,3-4-10 0,-3 3 10 16,4-3-10-16,0 7 8 0,-1-4-8 0,-3-6 8 15,4 3-8-15,0 3 10 0,3-6-10 0,-3 10 10 16,-1-10-10-16,4 9 0 0,0-9 0 0,1 6 0 16,-1-3 0-16,0 4 0 0,0-7 0 0,0 3 0 15,-3-3 0-15,0 6 0 0,-1-3 0 0,4-3 8 16,-3 7-8-16,0-7 0 0,-4 3 0 0,3-3 8 15,-2 0 0-15,-1 6 0 0,-4-6 0 0,4 0 0 16,0 6-8-16,4-3 0 0,-4-3 0 0,0 0 0 16,0 0 0-16,4 0 12 0,-4-3-4 0,4 3 0 15,-4 3-8-15,4-3 0 0,-1 0 0 0,1 0 0 0,-4 0 0 16,4 0 0-16,3 0 0 0,-4-3 0 0,8 3 11 16,-4 0-3-16,-7 0-8 0,0-6 12 0,1 6-12 0,2 0 0 15,1-6 0-15,3 6 0 0,0-3 0 0,0 3 0 16,-7 0 0-16,4 0 0 0,-4 0 12 0,4 0-4 15,0-7-8-15,-4 7 12 0,0 0-12 0,0 0 0 16,7 0 0-16,-7-3 0 0,0 3 0 0,0-6 0 16,4 6 8-16,-4-3-8 0,4-4 0 0,-1 7 8 15,-3-3-8-15,1 3 0 0,2-6 8 0,1 3-8 16,-4-3 0-16,0 6 0 0,4-10 9 0,-4 10-9 16,7-6 8-16,-7 3-8 0,-3-3 0 0,-1 6 8 15,8-4-8-15,0-2 0 0,-11-3 8 0,7 9-8 0,3-10 0 16,5 7 8-16,2-3-8 0,-6 0 0 0,-4 3 0 15,0-4 0-15,7 7 0 0,-3-9 8 0,-4 9-8 0,0-3 0 16,7-4 0-16,-7-2 0 0,-3 6 0 0,0-3 0 16,-1-4 0-16,1 10 0 0,3-9 0 0,-7 3 0 15,0-4 0-15,0 7 8 0,7-6-8 0,-3-1 0 16,-4-2 0-16,3 2 0 0,1-2 0 0,3 2 0 16,4-5 0-16,-4 5 0 0,0-5 0 0,4 2 0 15,3-6 8-15,-4 3-8 0,-6 1 8 0,3-4-8 16,7 6 0-16,-3-2 0 0,-4 5 0 0,-7-5 0 15,0 2 0-15,4-3 0 0,3 7 0 0,0-7 0 16,0 7 0-16,-3-4 8 0,-4-2-8 0,0-1 0 16,-4 7 0-16,4-10 0 0,0 3 0 0,0 4 0 0,4-4 0 15,0-3 0-15,-8 0 8 0,1 0-8 0,6-6 0 16,1 10 0-16,-8-7 0 0,4-3 0 0,0 6 0 16,0-6 0-16,1 0 0 0,-5 3 0 0,1-3 0 0,-1 6 0 15,4-6 0-15,-3 6 0 0,-1 0 0 0,-3 0 0 16,4-3 0-16,-1 10 0 0,-3-4 0 0,0-3 0 15,-3 4 0-15,3 5 0 0,0-9 0 0,0 10 0 16,-4-7 0-16,1 4 0 0,-1-4 0 0,4-3 0 16,-3 4 0-16,-1 5 0 0,-3-9 0 0,4 4 0 15,3-4 0-15,0 0 0 0,-8 0 0 0,5 4 0 16,3-4 0-16,0 0 0 0,-4-6 0 0,1 6 0 16,-1 0 0-16,1 0 0 0,3 4 0 0,-4-4 0 15,-3 3 0-15,4-3 0 0,3 7 0 0,-4-4 0 0,-3 1 0 16,0 2 0-16,-4-3 0 0,4 7 0 0,0-7 0 15,-3 4 0-15,-4-4 0 0,7 0 0 0,3 7 0 16,-3-4 0-16,-4-2 0 0,4-1 0 0,0 3 0 0,0 4 0 16,7-7 0-16,-7-2 0 0,0 2 0 0,4 6 0 15,3-2 0-15,0-4 0 0,-7-3 0 0,0 10 0 16,-8-7 0-16,5 4 0 0,6-4 0 0,-3 7 0 16,-3-7 0-16,6 7 0 0,-3-10 0 0,0 9 0 15,-7-5 0-15,3 5 0 0,4-2 0 0,0-4 0 16,0 10 0-16,-3-7 0 0,-1-2 0 0,4 5 0 15,0 1 0-15,0-7 0 0,-4 7 0 0,4-1 0 16,4 1 0-16,-4 0 0 0,-4-7 0 0,0 6 0 16,4 1 0-16,0 0 0 0,-3-1 0 0,3 1 0 15,-4-1 0-15,1 1 0 0,2 0 0 0,1-1 0 0,-3 1 0 16,-1 2 0-16,4-2 0 0,-3 0 0 0,-1-1-11 16,0 4 11-16,1-3-8 0,3-1 8 0,3 1 0 0,-6 2 0 15,-4-2 0-15,-1 6 0 0,5-6 0 0,-1 2 0 16,-6-2 0-16,3 6 0 0,-4-10 0 0,4 10 0 15,3-3 0-15,-6 3 0 0,-1-4 0 0,4 4-8 16,7-3 8-16,-4-3 0 0,-6 9 0 0,-1-4 0 16,4-2 0-16,0 6 0 0,3 0 0 0,-7-6 0 15,-3 6-9-15,7 0 9 0,-3 0 0 0,2 0 0 16,-6 0 0-16,4 0 0 0,-1 0 0 0,4 0 0 16,-4 6 0-16,1-6 0 0,-5 0 0 0,5 0 0 15,6 0 0-15,-3 0 0 0,-4 0 0 0,4 0 0 16,4-6 0-16,-1 6 0 0,4 6-20 0,-3-6 1 15,-1 0 0-15,7 0 0 16,4 0-111-16,0 0-22 0,-10 0-5 0,10 0-759 0,0 0-152 16</inkml:trace>
  <inkml:trace contextRef="#ctx0" brushRef="#br0" timeOffset="88379.379">22951 242 576 0,'0'0'25'0,"0"0"6"0,0 0-31 0,0 0 0 0,0 0 0 0,0 0 0 16,0 0 110-16,0 0 16 0,0 0 3 0,0 0 1 15,0 0-82-15,0 0-16 0,0 0-3 0,0 0-1 16,0 0 4-16,0 0 1 0,7 0 0 16,-7 0 0-16,7 0 1 0,-3-10 0 0,-1 1 0 0,5 2 0 15,-8 7 21-15,0 0 4 0,0 0 1 0,0 0 0 16,0 0-7-16,0 0-1 0,0 0 0 0,0 0 0 16,0 0-11-16,3 7-2 0,4 2-1 0,-7-9 0 15,0 0-5-15,4 10-1 0,-4-10 0 0,3 9 0 16,1 0-2-16,-4-9-1 0,3 7 0 0,-3 2 0 15,0-9 3-15,0 9 0 0,0-9 0 0,4 13 0 16,-4-7 0-16,3 10 1 0,1-7 0 0,-4 1 0 16,0-10-17-16,3 12-4 0,1-5-1 0,-1 2 0 15,-3 7-11-15,0-7 8 0,0 0-8 0,0 1 8 16,0-1 12-16,0 1 1 0,0-1 1 0,0 1 0 0,4-1-11 16,-4 0-3-16,0 1 0 0,0 2 0 0,0-2 14 15,0-1 2-15,0 0 1 0,0-5 0 0,0 5-7 16,0 0-2-16,0 7 0 0,0-6 0 0,0-1-4 15,0 0-2-15,0-2 0 0,0 2 0 0,0 7 1 0,3-7 0 16,-3 1 0-16,0-1 0 0,0 0-1 0,4 1 0 16,-4-1 0-16,0 7 0 0,3-7-2 0,-3 1-8 15,0 5 12-15,0-2-4 0,0 3-8 0,0-7 10 16,0 3-10-16,0 4 10 0,-3-6-2 0,3-1-8 16,0 0 12-16,0 7-4 0,-4-7-8 0,4 1 12 15,0-4-12-15,0 4 12 0,0-1-4 0,0 0 0 16,0-2 0-16,0 2 0 0,4-6 3 0,-4 7 0 15,3-1 0-15,-3 0 0 0,4-2-11 0,0 2 12 0,-4 1-12 16,0-1 12-16,-4 0-12 0,4 1 0 0,0-4 9 16,0 3-9-16,0 1 8 0,0-1-8 0,0 1 10 0,0-1-10 15,0 0 12-15,-4-2-3 0,4 2-1 0,0 1 0 16,0-1-8-16,4 0 10 0,-4 1-10 0,4-4 10 16,-1 10-2-16,-3-7-8 0,4 1 12 0,-1-1-4 15,-3 3-8-15,7-5 8 0,-3 2-8 0,-4 1 8 16,3 5-8-16,1-5 0 0,-1-1 0 0,-3 0 8 15,0 1-8-15,4 6 0 0,-4-7 0 0,0 3 8 16,0-5-8-16,0 2 0 0,0 1 0 0,3 5 8 16,1-5-8-16,-4-1 8 0,0 0-8 0,0 1 8 15,0-1 0-15,0 1-8 0,0-1 12 0,0 1-4 16,3-1-8-16,-3 3 12 0,0 1-12 0,0-4 12 16,0 1-12-16,4-4 0 0,-4 4 0 0,3 5 8 0,-3-5-8 15,-3-1 0-15,6 0 0 0,-3 1 0 0,0-1 0 16,0 7 0-16,0-7 8 0,0 1-8 0,4-1 0 15,-4 1 0-15,0 5 0 0,0-5 0 0,0-1 0 0,0 4 8 16,0-4-8-16,0 4 0 0,0-1 8 0,0-3-8 16,0 1 8-16,0 6-8 0,0-7 8 0,0 0-8 15,0 7 0-15,4-3 8 0,-1 9-8 0,-3-4 0 16,0-5 0-16,0 3 0 0,4-1 0 0,-4-2 0 16,0 6 8-16,0-10-8 0,0 7 0 0,0-1 0 15,0-2 0-15,-4 3 8 0,4-1-8 0,-3-2 0 16,3-4 0-16,-4 7 0 0,0-7 0 0,4 10 8 15,-3-9-8-15,3-1 0 0,0 7 0 0,0-7 8 16,-4 7-8-16,4-7 0 0,0 4 0 0,0-7 0 0,0 10 8 16,4-4-8-16,-4-2 0 0,3-1 0 0,-3 7 0 15,0-1 0-15,0-2 0 0,0-4 0 0,0 7 0 16,0-7 0-16,-3 7 0 0,-1-3 0 0,4 2 0 0,0 4 0 16,0-10 0-16,0 10 0 0,-3-3 8 0,3-7-8 15,0 10 0-15,0-3 0 0,0-4 0 0,0 4 0 16,0 3 0-16,0-3 0 0,0-7 0 0,0 7 0 15,0-4 0-15,-4-2 0 0,8 5 0 0,-4-5 0 16,0 9 8-16,3-4-8 0,1-5 0 0,-1-1 8 16,-3 7-8-16,0-4 0 0,4-2 0 0,-4-1 0 15,4 0 8-15,-1 7-8 0,-3-6 0 0,4 5 8 16,-1-5-8-16,-3-1 0 0,0 10 0 0,0-10 8 16,0 1-8-16,4-1 0 0,-4 7 0 0,0-7 0 15,0 7 0-15,0-7 0 0,3 4 0 0,-3 2 0 0,0-5 0 16,0-1 0-16,0 7 8 0,4-7-8 0,-4 7 0 15,0-3 0-15,0-4 0 0,0 0 0 0,0 1 0 16,0-1 0-16,0 4 0 0,0-1 0 0,0-2 0 0,0-1 0 16,0 1 0-16,0 5 0 0,0-5 0 0,0-1 0 15,-4 0 0-15,4 1 0 0,0 6 0 0,-3-7 0 16,3 0 0-16,0 1 0 0,-4 5 0 0,4-5 0 16,-3-1 0-16,3 1 0 0,0 5 0 0,-4-5 0 15,4-1 8-15,-3 1-8 0,3-1 0 0,3 7 0 16,-3-7 0-16,0 0 0 0,0 1 0 0,0-1 0 15,0 7 0-15,0-7 0 0,-3 1 0 0,3-1 0 0,0 10 0 16,0-10 0-16,0 7 0 0,0-7 0 0,0 7 0 16,3-3 0-16,-3 2 0 0,0-5 0 0,0-1 0 15,-3 7 0-15,6-4 0 0,-3-2 0 0,0 6 0 0,0-7 0 16,0 7 0-16,0-4 0 0,4-2 0 0,-4 5 0 16,-4 1 0-16,4-4 0 0,4-2 8 0,-4 6-8 15,-4 2 0-15,4 1 0 0,4-3 0 0,-4 3 0 16,0-4 0-16,0-2 0 0,0 3 0 0,0-7 0 15,0 10 0-15,0-10 0 0,0 7 0 0,0 0 0 16,0-4 0-16,0-2 0 0,-4 5 8 0,4-5-8 16,0-1 0-16,-3 10 0 0,3-10 0 0,-4 1 8 15,4-1-8-15,0 7 0 0,0-1 0 0,0-2 0 16,-4-4 0-16,4 1 0 0,0 2 8 0,0 1-8 16,0-4 0-16,-3 1 0 0,3-1 0 0,0 4 0 15,0-4 0-15,0 0 0 0,-4 1 0 0,4-1 0 0,0-6 0 16,0 7 0-16,0 2 0 0,0 1 0 0,-3-7 0 15,-1 4 0-15,4-10 8 0,0 9-8 0,-3 0 0 0,3 1 0 16,0-10 0-16,0 9 8 0,0 1-8 0,-4-1 0 16,4-9 0-16,4 6 8 0,-4 4-8 0,0-1 0 15,0 0 0-15,0-9 0 0,3 10 0 0,-3-4 0 16,0-6 8-16,0 10-8 0,0-7 0 0,4 6 0 16,-4-3 0-16,0-6 0 0,-4 10 0 0,1-1 0 15,3-9 8-15,0 6-8 0,-4 4 0 0,1-7 0 16,3 6 0-16,0-2 0 0,0 2 0 0,-4-3 0 15,4 4 0-15,-3-1 0 0,3 1 0 0,0-1 0 16,-4 0 0-16,4 1 0 0,4-1 0 0,-4-3 0 16,0 4 0-16,-4-7 0 0,4 6 0 0,0-9 0 0,0 7 8 15,0-4-8-15,0 3 0 0,0 4 0 0,0-1 0 16,0-9 0-16,0 0 0 0,-3 9 0 0,3-2 0 0,0 2 0 16,0-6 0-16,0-3 0 0,0 6 0 0,0 4 0 15,0-4 0-15,3 4 0 0,-6-7 0 0,3-3 0 16,0 0 0-16,0 9 0 0,0-9 0 0,0 6 0 15,0-6 0-15,0 0 0 0,0 0 8 0,-4 10-8 16,4-7 0-16,0-3 0 0,0 12 0 0,0-12 0 16,0 4 0-16,0-4 0 0,0 0 0 0,0 0 0 15,0 0 0-15,0 0 8 0,0 9-8 0,0-9 0 16,0 0 0-16,0 0 8 0,0 0-8 0,0 0 0 16,0 0 8-16,0 0-8 0,7 9 8 0,-7-9-8 15,0 0 8-15,0 0-8 0,0 0 0 0,0 0 8 16,0 0-8-16,0 0 0 0,7 0 9 0,-7 0-9 15,11 0 0-15,-11 0 8 0,0 0-8 0,7 0 0 0,3 0 0 16,-2 0 0-16,-8 0 0 0,7-3 8 0,0-3-8 16,0 6 0-16,0-3 0 0,-7 3 0 0,7-6 0 0,0 6 0 15,3-4 0-15,-3-2 8 0,-3 0-8 0,3 3 0 16,4 3 0-16,-1-7 0 0,1 4 0 0,-1-3 0 16,1 6 0-16,-4 0 0 0,4-3 0 0,-1 3 0 15,1-6 0-15,-4 6 8 0,0-3-8 0,0 3 0 16,0-7 0-16,0 7 0 0,0 0 0 0,0 0 0 15,-7 0 0-15,11-3 0 0,-1 3 0 0,-3 0 0 16,0 0 0-16,4-6 0 0,-4 6 0 0,0 0 0 16,4 0 0-16,-4 0 0 0,0-3 0 0,3 3 0 0,-3-7 0 15,1 14 0-15,-1-7 0 0,0 0 0 0,-7 0 0 16,10 0 0-16,-3 0 0 0,4 0 0 0,-11 0 0 0,7 0 0 16,0 0 0-16,0 0 0 0,-7 0 0 0,7 3 0 15,-7-3 0-15,11 0 0 0,-1 0 0 0,-3 0 0 16,-7 0 0-16,7 0 0 0,4 6 0 0,-4-6 0 15,0 0 0-15,4 3 0 0,-11-3 0 0,10 0 0 16,1 0 0-16,-4 0 0 0,0 0 0 0,4 7 0 16,-4-7 0-16,-7 0 0 0,7 0 0 0,0 0 0 15,-7 0 0-15,0 0 0 0,10 0 0 0,-10 0 0 16,0 0 0-16,0 0 0 0,7 0 0 0,-7 0 0 16,7 0 0-16,-7 0 0 0,11 0 0 0,-4 0 0 15,4 0 0-15,-11 0 0 0,0 0 0 0,0 0 0 16,7 0 0-16,0 0 0 0,-7 0 0 0,0 0 0 0,7 0 0 15,-7 0 0-15,10 0 0 0,-10 0 0 0,0 0 0 0,7 0 0 16,4 0 0-16,-4 0 0 0,-7 0 0 0,7-7 0 16,-7 7 0-16,7 0 0 0,-7 0 0 0,7 0 0 15,0 0 0-15,0 0 0 0,-7 0 0 0,7 0 0 16,-7 0 0-16,0 0 0 0,0 0 0 0,0 0 0 16,7-3 0-16,-7 3 0 0,0 0 0 0,4 0 0 15,3 0 0-15,-7 0 0 0,0 0 0 0,7 0 0 16,0 0 0-16,-7 0 0 0,0 0 0 0,0 0 0 15,0 0 0-15,0 0 0 0,7 0 0 0,-7 0 0 16,7-6 0-16,-7 6 0 0,0 0 0 0,0 0 0 16,4 0 0-16,-4 0 0 0,7-3 0 0,-7 3 0 15,0 0 0-15,0 0 8 0,7 0-8 0,-7 0 0 16,0 0 0-16,7-7 8 0,-7 7-8 0,0 0 0 0,0 0 0 16,3-6 0-16,-3 6 0 0,0 0 0 0,0 0 0 0,8-3 0 15,-5-3 0-15,-3 6 0 0,0 0 0 0,0 0 0 16,7 0 0-16,-7 0 0 0,0 0 0 0,0 0 0 15,4-10 0-15,-4 10 0 0,0 0 0 0,0 0 0 16,3-3 0-16,-3 3 8 0,0 0-8 0,0 0 8 16,7-6-8-16,-7 6 0 0,0 0-8 0,0 0 8 15,0 0 0-15,0 0 0 0,0 0 0 0,7 0 8 16,0-9-8-16,-7 9 0 0,0 0-8 0,0-4 8 16,4-2 0-16,-4 6 0 0,3-9 0 0,1 2 8 15,-4 7-8-15,0-3 0 0,0-6 0 0,3 3 0 16,-3-4 0-16,0 7 0 0,0-3 0 0,0-4 0 15,4 1 0-15,-4 3 0 0,0-4 0 0,3 1 0 0,-3 0 0 16,0-1 0-16,0 1 0 0,0-7 0 0,0 7 0 16,0-1 0-16,4 1 0 0,-4-7 0 0,0 7 0 15,0-1 0-15,0-9 0 0,0 10 0 0,4-7 0 0,-1 4 0 16,-3-4 0-16,4-3 0 0,-4 4 0 0,3 2 0 16,-3-3 0-16,0-2 0 0,4 2 0 0,-4-3 0 15,0 0 0-15,0 4-12 0,0-4 12 0,0 0 0 16,0 3 8-16,0-2-8 0,3-1 0 0,-3 0 0 15,0 0 0-15,0 0 0 0,0-3 0 0,0 10 0 16,4-7 0-16,-4-3 0 0,0 3 0 0,3 0 0 16,-3 1 0-16,0-1 0 0,0 3 0 0,0-3 0 0,0 0 0 15,0 1-8-15,4-4 8 0,-4 3 0 0,0 0 0 16,0 0 0-16,0 4 0 0,3 2 0 0,-6-3 0 16,3-2 0-16,0 8 0 0,3-6 0 0,-3-2 0 0,4 8 0 15,-1-5 0-15,-3 2 0 0,4-3 0 16,-4 1-8-16,3 5 8 0,1 1 0 0,-4-4 0 0,3-2 0 15,1 5 0-15,-4-5 0 0,0 2 0 0,4 4 0 16,-4-7 0-16,3 6 0 0,-3 1 0 0,0-7 0 16,0 7 0-16,0 0 0 0,0-1 0 0,-3-6 0 15,3 13 0-15,0-12 0 0,-4 5 0 0,4 1 0 16,0-1 0-16,-4 1 0 0,4 0 0 0,0-1 0 16,0-5 0-16,-3 5 0 0,3 1 0 0,0-1 0 15,0-5 0-15,0 5 0 0,0 1 0 0,0-1 0 16,0-5 0-16,0 5 0 0,0 1 0 0,0 0 0 15,0-7 0-15,0 6 0 0,0 1 0 0,0-4 0 0,0-2 0 16,0 5 0-16,0 1 0 0,3 0 0 0,-3-7 0 16,0 6 0-16,0-5 0 0,0 5 0 0,4-2 0 0,-4 2 0 15,4-5 0-15,-4 5 0 0,3 1 0 0,-3 0 0 16,0-7 9-16,4 6-9 0,-4 1 0 0,0-7 0 16,0 7 0-16,0 0 0 0,0-4 0 0,0 0 0 15,0 4 0-15,0-3-9 0,0-4 9 0,0 6 0 16,0 1 0-16,0-7 0 0,0 7 0 0,0-4 0 15,0-2 0-15,0 5 0 0,0-5 0 0,0 2 0 16,0-3 0-16,0 1 0 0,0 2 0 0,0-2 0 16,0 2 0-16,0-3 0 0,-4 7 0 0,4-7 0 15,0 7 0-15,0-10 0 0,0 10 0 0,0-7 0 16,0 6 0-16,0-2 0 0,0-4 0 0,0 7 0 16,0-7 0-16,0 7 0 0,-3-1 0 0,3 1 0 0,0-7 0 0,0 7 0 15,0-1 0-15,0 1 0 0,0 0 0 0,0-7 0 16,0 7 0-16,0-1 0 0,0-2 0 0,0-4 0 15,0 10 0-15,0-7 0 0,0 4 0 0,0-1 0 16,0-5 0-16,0 5 0 0,0 1 0 0,-4-7 0 16,4 7 0-16,0-1 0 0,0-5 0 0,0 5 0 15,4-2 8-15,-4-4-8 0,-4 7 8 0,4-1-8 16,0-5 0-16,0 5 0 0,0-2 0 0,0-1 0 16,0 4 0-16,-4-1 0 0,4 1 0 0,0-4 0 15,0-2 0-15,0 5 0 0,-3 4 0 0,-1-4 0 16,4 1 0-16,-3 0 0 0,-1-7 0 0,4 7 0 15,0-1 0-15,-3 7 0 0,-1-13 0 0,1 7 0 16,3 6 0-16,0-3 0 0,-4-4 0 0,1 1 0 0,3-1 0 16,-4 1 0-16,4 0 0 0,0-4 0 0,-3 4 0 15,-1-1 0-15,4 1 0 0,-3-1 0 0,3 1 0 0,0 0 0 16,0 2 0-16,0-2 0 0,-4-1 0 0,4 1 0 16,0 0 0-16,0-1 0 0,0 1 0 0,0 3 0 15,0-4 0-15,0 1 0 0,0-1 0 0,-3 1 0 16,-1 0 0-16,4-1 0 0,-4 4 0 0,4-4 0 15,-3 1 0-15,3 0 8 0,0-1-8 0,-4 1 0 16,4 3 0-16,0-7 0 0,0 4 0 0,0 2 0 16,0-2 0-16,0-1 0 0,0 1 0 0,0 0 0 15,0-1 0-15,0 1 0 0,0-7 0 0,0 7 8 16,0-7-8-16,0 7 0 0,0-1 0 0,0 1 0 0,-3-1 0 16,3 1 0-16,0 0 0 0,0-1 8 0,0 1-8 15,-4-1 8-15,4-2-8 0,4 2 0 0,-4 1 0 16,0 0 0-16,0-1 0 0,-4 1 0 0,4-1 0 15,-3 1 0-15,-1 3 0 0,4-4 0 0,-3 1 0 0,-1 0 0 16,1-1 0-16,3 1 8 0,-7-7-8 0,3 7 0 16,4-1 0-16,0 1 8 0,-3-1-8 0,-1 1 0 15,4-7 0-15,-3 7-8 0,-1 0 0 0,4-7 0 16,-3 6 16-16,-1-2 3 0,0 2 1 0,4-5 0 16,-3 5-12-16,3-5 0 0,-4 5 0 0,1-2 0 15,-1-4 0-15,4 7 0 0,-3-1 0 0,-1-5 0 16,1 5 0-16,3 1 8 0,-4-7-8 0,1 7 8 15,-1-1-8-15,1 1 0 0,3-1 0 0,0-5 0 16,-4 5 0-16,4 1 0 0,0 0 0 0,-3-4 0 0,3-3 0 16,0 7 0-16,0 0 0 0,0-7 0 0,0 6 0 15,3-5 0-15,-6 5 0 0,-1 1 0 0,4 0 0 16,0-1 0-16,0-6 0 0,0 7 0 0,0 0 0 16,0-1 0-16,0 1 0 0,0-4 0 0,0-2 0 0,0 8 0 15,-3-5 0-15,3 2 0 0,-4-5 0 0,0 5 0 16,4 1 0-16,-3-1 0 0,3 1 0 0,0 0 0 15,-4-1 0-15,1-5 0 0,-1 8 0 0,1-5 0 16,3 2 0-16,-4-5 0 0,8 5 0 0,-4-5 0 16,0 5 0-16,0 1 0 0,-4-1 0 0,4-5 0 15,-3 12 0-15,-1-13 0 0,1 3 0 0,-1-2 0 16,4 5 0-16,0-5 0 0,-7 5 0 0,7 1 0 16,0-1 0-16,0 1 0 0,-3 0 0 0,-1-1 0 0,4 4 0 15,0-4 0-15,4 1-8 0,-4 0 8 0,-4-1 0 0,4 4 0 16,-3 3 0-16,3-3 0 0,0-4 0 15,-4 7 0-15,4 3-14 0,0-6 2 0,-3-4 0 0,3 10 0 16,-4 0 12-16,4 0 16 0,0-9-3 0,0 9-1 16,0-6-12-16,0 2-18 0,0 4 4 0,0 0 1 15,0 0 13-15,0 0 15 0,-4 0-3 0,4 0-1 16,4-9-11-16,-4 9 0 0,0 0 0 0,0 0 0 16,0 0 0-16,0 0 0 0,0 0 0 0,0 0 0 15,0 0 0-15,0 0 0 0,0 0 0 0,0 0 0 16,-4 0 0-16,4 0 0 0,0 0 0 0,0 0 0 15,0 0 0-15,-7 0 0 0,0 3-9 0,7-3 9 16,0 0 0-16,-7 6 0 0,0-6 0 0,0 4 0 16,0 2 0-16,4-6 0 0,-8 6 0 0,4-3 0 0,0-3 0 15,-4 10 0-15,1-10 0 0,-1 6 0 0,1-6 0 16,-1 3 0-16,0 3 0 0,1-2 0 0,-4 5 0 0,0-9 0 16,-1 6 0-16,5-3 0 0,-4 4 0 0,0-7-12 15,-4 9 12-15,4-9-13 0,0 6 13 0,0-3 10 16,-7-3-2-16,6 10 0 0,-2-10-8 0,-1 6 0 15,4-3 0-15,-4 4 0 0,1-7 0 0,-1 3 0 16,0 3 0-16,-3-6 0 0,0 9 0 0,4-9 0 16,-1 7 0-16,0-4 0 0,1-3 0 0,-1 6 0 15,0-6 0-15,1 3 0 0,3 3 0 0,-1-2 0 16,-2-4 0-16,3 0 0 0,0 9 0 0,3-9 0 16,-3 6 0-16,3-6 0 0,1 0 0 0,3 0 0 0,-4 0 0 15,4 3 0-15,-4-3 0 0,4 7 0 0,4-7 0 16,-4 6 0-16,0-3 0 0,0-3 0 0,0 0 0 15,3 6 0-15,-3-3 0 0,0-3 0 0,0 0 0 0,0 7 0 16,7-7 0-16,-7 3 0 0,0-3 0 0,7 0 0 16,-7 0 0-16,7 0 0 0,0 0 0 0,0 0 0 15,0 0-23-15,0 0 0 0,0 0 0 0,0 0 0 32,0 0-109-32,0 0-21 0,0 0-5 0,0 0-1 15,10 0-157-15,1-3-32 0</inkml:trace>
  <inkml:trace contextRef="#ctx0" brushRef="#br0" timeOffset="90399.064">24168 4240 460 0,'0'0'41'0,"4"0"-33"0,-8-7-8 0,4 7 0 16,0-3 86-16,0-3 15 0,0 3 3 0,0 3 1 16,0-6-77-16,0 2-15 0,4-2-3 0,-4 6-1 15,0 0 26-15,0 0 5 0,0-3 0 0,0 3 1 16,0-6 3-16,0 6 0 0,-4-3 0 0,4 3 0 16,0 0 0-16,0 0 0 0,-3-7 0 0,3 7 0 15,3-6 20-15,-3 6 5 0,0-3 1 0,0 3 0 16,0 0 10-16,0 0 1 0,0-6 1 0,0 6 0 15,0 0-10-15,0 0-3 0,0 0 0 0,0 0 0 16,0 0-19-16,0 0-4 0,0 0-1 0,0 0 0 16,0 0 7-16,0 0 0 0,0 0 1 0,0 0 0 15,11 6-21-15,-11-6-4 0,0 0 0 0,3 9-1 16,5 1 7-16,-1-4 2 0,-7 3 0 0,3 1 0 0,1-7-24 16,-4 6-12-16,3-2 12 0,-3 2-12 0,0 7 26 0,0-7-2 15,4 4 0-15,-4-4 0 16,-4 7 10-16,4-7 2 0,-3 7 0 0,3-4 0 0,0 4-20 0,0-6-3 15,-4 8-1-15,4-2 0 0,-3-7 5 0,3 7 1 16,0-6 0-16,0 2 0 0,0-3 2 0,0-2 0 16,0 2 0-16,-4 1 0 0,4-1-4 0,4 0 0 15,-4-2 0-15,0-7 0 0,-4 3-4 0,4-3-2 16,0 0 0-16,0 9 0 0,0-9 2 0,0 0 1 16,0 0 0-16,0 0 0 0,0 0 2 0,0 0 0 0,0 0 0 15,0 0 0-15,0 0 1 0,0 0 1 16,0 0 0-16,0 0 0 0,0 0-4 0,0 0-1 15,0 0 0-15,-3-3 0 0,-1-3-12 0,4-4 11 0,0 7-11 16,-4-6 10-16,4-1-10 0,0-5 12 0,4 5-12 16,-4-5 12-16,4 5-12 0,-1-9 0 0,1 4 9 0,3 2-9 15,-4-2 0-15,4-4 0 0,-3 3 0 0,6-3 8 16,-3 7-8-16,0-4 0 0,1 0 0 0,-1 4 0 16,0-4 0-16,0 7 8 0,0-1-8 0,0 1 0 15,0-7 0-15,0 7 0 0,0 6 0 0,0-10 0 16,-3 10 0-16,3-3 0 0,-4-4 0 0,1 7-8 15,3-3 8-15,0 6 0 0,-4-10 0 0,1 10 0 16,3-9 0-16,0 9 0 0,0-6 0 0,0 3 0 16,0 3 0-16,-3-7 0 0,3 7 0 0,0 0 0 15,-7 0 0-15,7 0 0 0,-7 0 0 0,0 0-8 16,10 0 8-16,-3 7 0 0,-7-7 0 0,7 0 0 0,1 9 0 16,-1-9 0-16,-7 0 0 0,7 6 0 0,3-3 0 15,-3 7 0-15,0-10 0 0,4 6 0 0,-4-3 0 16,0 4 0-16,-7-7 0 0,7 3 8 0,0-3-8 0,4 6 0 15,-4 3 0-15,-4-9 0 0,-3 0 0 0,7 10 0 16,0-1 0-16,-3-3 0 0,-4-6 0 0,7 4 0 16,-3 5 0-16,-1-3 0 0,1-3 0 0,-1 4 0 15,1 2 0-15,-1-3 8 0,-3 4-8 0,4-7 0 16,-4 6 0-16,0 1 8 0,0-1-8 0,3 4 8 16,-3-4-8-16,4-6 8 0,-4 7-8 0,3-1 0 15,-3-3 0-15,0 4 0 0,0-1 0 0,4-3 0 16,-4 4 0-16,0-1 0 0,0-9 0 0,0 10 8 0,3-7-8 15,-3 6 8-15,0-3-8 0,0 4 0 0,0-10 0 16,0 0 0-16,0 9 0 0,0-9 0 0,-3 7 0 16,3 2 0-16,0-9 0 0,0 3 0 0,0-3 0 0,0 0 0 15,0 9 0-15,0-9 9 0,0 7-9 0,0-7 10 16,0 0-10-16,0 9 0 0,0-9 0 0,0 0 0 16,0 0 0-16,0 0 0 0,0 10 0 0,0-10 0 15,0 0 8-15,0 0-8 0,0 0 0 0,0 0 8 16,0 0-8-16,0 0 0 0,0 0 9 0,0 0-9 15,0 0 8-15,0 0-8 0,0 0 10 0,0 0-10 16,0 0 8-16,3-10-8 0,1 4 0 0,-1-4 0 16,1 1 8-16,-1-3-8 0,1 2 0 0,-4-6 9 15,4 7-9-15,-1-7 0 0,1 4 0 0,-1-4 0 16,1 7 0-16,-1-7 0 0,1 7 0 0,3-4 0 16,-4-3 0-16,1 7 0 0,-1 0 0 0,1-7 0 0,3 7 0 15,-4-1 0-15,1 1 0 0,-1-1 0 0,1 1 0 16,0-1 0-16,-1 4 0 0,4-3 0 0,-3-1 0 0,-1 1 0 15,1 3 0-15,3-4 0 0,0 1 0 0,-4 9 0 16,1-10 0-16,-1 1 0 0,1 9 0 0,3-9 0 16,-3 2 0-16,-1 7 0 0,1-3 0 0,-4 3 0 15,7-6 0-15,-7 6 0 0,0 0 0 0,3 0 0 16,4-3 0-16,-7 3 0 0,0 0-8 0,0 0 8 16,11 0 0-16,-4 0 0 0,0 0 0 0,3 3 18 15,1-3-3-15,0 6-1 0,-1-3-14 0,-3 4 0 16,0-4 0-16,0 3 0 0,0 0-12 0,1-3-4 15,-1 7-2-15,0-4 0 0,0 4 29 0,0-7 5 16,3 3 2-16,-6 3 0 0,3-2-18 0,0-4-16 0,0 6 4 16,0-3 0-16,0-2 12 0,-3 5 16 0,3-3-3 0,-4 4-1 15,4-7-12-15,0 9 0 0,-3-8 0 0,-1 5 0 16,1 7 0-16,3-13 0 0,-7 12 0 0,4-5 0 16,-1-1 0-16,1 1 0 0,-1-1 0 0,1 0 0 15,-1 7 0-15,1-6 0 0,-1 5 0 0,1-2 0 16,-1 2-12-16,1-5-4 0,-4 6-2 0,3-4 0 15,-3-3 18-15,7 1 0 0,-7 2 0 0,0 1 0 16,4-4 0-16,-4 1 0 0,3-4 0 0,1 3 0 16,-4-9 0-16,3 10 0 0,-3-1 11 0,0-9-11 15,0 0 0-15,0 0 0 0,0 0 0 0,4 7 0 16,-4-7-11-16,0 0 11 0,0 0-12 0,0 9 12 16,0-9-68-1,0 0-8-15,0 0 0 0,0 0-1 0,4 9-84 0,-4-9-17 0,0 0-3 16,0 0-1096-16</inkml:trace>
  <inkml:trace contextRef="#ctx0" brushRef="#br0" timeOffset="92947.388">21769 5052 57 0,'0'0'0'0,"0"0"0"16,0 0 0-16,0 0 0 0,0 0 73 0,0 0 10 15,0 0 1-15,0 0 1 0,0 0-48 0,0 0-9 16,0 0-3-16,0 0 0 0,-3 0 12 0,3 0 3 16,0 0 0-16,0 0 0 0,-11 0 40 0,11 0 8 0,0 0 1 0,0 0 1 15,0 0-11-15,0 0-3 0,0 0 0 0,0 0 0 16,0 0 0-16,0 0-1 0,0 0 0 0,0 0 0 16,0 0-18-16,0 0-3 0,0 0-1 0,0 0 0 15,-3 3-15-15,3-3-3 0,0 0-1 0,0 0 0 16,-7 6 5-16,7-6 1 0,0 0 0 0,0 0 0 15,0 0-8-15,0 0 0 0,0 0-1 0,0 0 0 16,7 0-5-16,-7 0-1 0,0 0 0 0,0 0 0 16,0 0-3-16,0 0-1 0,0 0 0 0,0 0 0 15,0 0 7-15,7 10 0 0,-7-10 1 0,0 0 0 16,0 0 0-16,0 0 0 0,0 0 0 0,10 0 0 16,-10 0 2-16,0 0 0 0,8-3 0 0,-1 3 0 15,-7 0 2-15,7-7 1 0,3 7 0 0,-3 0 0 16,0-6-16-16,0 6-3 0,-7 0-1 0,11-3 0 15,-4-3 10-15,4 2 3 0,-4-2 0 0,3-3 0 0,1-1 6 16,-1 7 2-16,1-3 0 0,0-3 0 0,-1-7-18 16,4 6-3-16,0 1-1 0,1 0 0 0,-1-1 3 0,3 1 0 15,-3-7 0-15,0 13 0 0,4-13-8 0,-4 7 0 16,4 0-8-16,0-1 12 0,-4 1-3 0,3-1-1 16,1-5 0-16,0 5 0 0,-4-5 0 0,3 5 0 15,-3-2 0-15,1-4 0 0,2 7 2 0,-3-1 0 16,-3-6 0-16,3 7 0 0,0-4-2 0,0-2 0 15,-3 9 0-15,-1-7 0 0,1-3-8 0,0 7 10 16,-1-1-10-16,1 1 10 0,-4 0-10 0,3-1 0 16,-3 1 9-16,4-1-9 0,-4-5 0 0,4 8 0 15,-1-2 0-15,-3 6 8 0,0-6-8 0,0-1 0 0,0 4 0 16,0-4 8-16,1 1-8 0,-1 3 0 0,0-4 0 16,0 1 8-16,0 0-8 0,-4-1 8 0,4 1-8 0,0 2 8 15,4-2-8-15,0 6 8 0,-4-6-8 0,-4 2 8 16,4-2-8-16,0-1 0 0,0 1 8 0,0 0-8 15,0 2 0-15,-3 4 0 0,-1-6 0 0,5 3 8 16,-5-4-8-16,4 1 0 0,-3 2 0 0,-1 4 0 16,1-3 0-16,-1-3 0 0,4 5 0 0,-3-2 8 15,-4 6-8-15,3-9 0 0,4-1 0 0,-3 4 0 16,-1 3 0-16,4-3 0 0,1 3 0 0,-1-4 8 16,0-2-8-16,0 9 0 0,0-9 0 0,0 5 0 15,-4-2 0-15,4-3 0 0,0 9 0 0,-3-7 0 16,0-2 0-16,-1 6 0 0,4-3 0 0,-3 2 0 0,-1-2 0 15,4 3 0-15,-3-3 0 0,-1 3 0 0,1-4 0 16,-1 1 8-16,-3 6-8 0,0 0 0 0,4-3 8 16,-1 3-8-16,-3-6 8 0,0 6-8 0,0 0 0 15,0 0 8-15,0-10-8 0,0 10 0 0,0 0 0 16,0-3 0-16,0 3 0 0,0 0 0 0,4-6 0 0,-4 6 0 16,0 0 0-16,0 0 8 0,0 0-8 0,0 0-8 15,0 0 8-15,0 0-12 0,3-3 12 0,-3 3 0 16,0 0 10-16,0 0-10 0,0 0 0 0,0 0 0 15,0 0 0-15,0 0 0 0,0-7 0 0,0 4 0 16,0 3 0-16,0 0 0 0,0 0 0 0,0 0 0 16,0 0 0-16,0 0 0 0,0 0 0 0,0 0 0 15,0-6 0-15,0 6 0 0,0-9 0 0,0 9 0 0,-3 0 0 16,3 0 9-16,0 0-9 0,0 0 0 0,0 0 0 0,-4-7 0 16,4 7 0-16,-3 0 0 0,-1-3 0 0,4 3 0 15,-7-6 0-15,7 6 0 0,0 0 0 0,-7 0 0 16,0 0 0-16,7 0 0 0,0 0 0 0,-3 0 0 15,-8 0 0-15,4 0 0 0,0 0 0 0,0 6 0 16,-4-3 0-16,4-3 0 0,-3 7 0 0,-1-4 0 16,0 3 0-16,-3 0 0 0,0-3 0 0,0-3 0 15,4 10 9-15,-1-10-9 0,-3 6 10 0,3-3-10 16,-3-3 0-16,4 7 0 0,-5-4 0 0,5-3 0 16,-1 6 0-16,-3-3 0 0,4 3 0 0,-1-6 0 15,0 7 0-15,1-4 0 0,-1 3 0 0,1-3 0 16,3-3 0-16,-4 6 0 0,4-6 0 0,0 4 0 15,0-4 0-15,0 0 0 0,-4 6 0 0,4-6 0 16,7 0 0-16,-3 0 0 0,-4 3 9 0,3-3-9 0,4 0 0 16,-7 0 0-16,4 0 0 0,-1 6 0 0,4-6 0 0,0 0-17 15,-7 3 4-15,7-3 1 0,0 0 12 0,0 0 16 16,0 0-3-16,0 0-1 0,0 0-12 0,0 0 0 16,0 0 0-16,0 0-10 0,0 0 10 0,0 0 0 15,0 0 0-15,0 0 0 0,0 0 0 0,0 0 0 16,0 0 0-16,0 0 0 0,0 0 0 0,0 0 0 15,0 0 10-15,0 0-10 0,7-3 0 0,0-3 0 16,4 6-8-16,-1-3 8 0,1-3 0 0,-1 2 0 16,1-2 0-16,0 6 0 0,-1-9 0 0,1 9 0 15,-1-3 0-15,4-4-10 0,1 1 10 0,-1 3 0 0,0-3 0 16,0 6 0-16,0-3 0 0,4-4 0 0,-4 4 0 16,0-3 0-16,0 3 0 0,0-4 0 0,0 4 0 15,4-3 0-15,-4 0 0 0,0 3 0 0,-3 3 0 16,-1 0 0-16,1 0 0 0,-1-7 0 0,1 7 0 0,0 0 0 15,-8 0 0-15,8 0 0 0,-4-3 0 0,0 3 0 16,-7 0 0-16,7-6 0 0,0 6 0 0,0 6 0 16,-7-6 0-16,7 0 0 0,0 0 0 0,-7 0 0 15,0 0 0-15,7 0 0 0,0 3 0 0,0-3 0 16,-7 0 0-16,0 0 0 0,0 0 0 0,7 0 0 16,-7 0 0-16,0 0 0 0,0 0 0 0,7 0 0 15,-7 0 0-15,0 0 0 0,0 0 0 0,0 0 0 16,0 0 0-16,0 0 0 0,4 7 0 0,-4-7 0 15,0 0 0-15,7 3 0 0,-7-3 0 0,0 0 0 0,7 6 0 16,-7-6 0-16,0 0 0 0,3 9 0 0,-3-9 0 16,0 10 0-16,0-10 0 0,0 0 0 0,0 0 0 15,-3 6 0-15,-1 4 0 0,1-7 0 0,3-3 0 0,0 9 0 16,-4-3 0-16,1 4 0 0,3-1 0 0,-4-3 0 16,1 4 0-16,-1-7 0 0,4 6 0 0,-3-2 0 15,3 8 0-15,-4-2 0 0,4 3 0 0,-7-4 0 16,4 4 0-16,-1 3 0 0,1-1 0 0,-1 4-8 15,4-3 8-15,-4 0-12 0,1 0 12 0,-1 6 12 16,4-6-2-16,-3 0-1 0,3-1-9 0,-4 1 0 16,4 3 0-16,-3-9 8 0,3 5-8 0,-4-2 8 15,4-6-8-15,-3 5 8 0,3-2-8 0,-4-4 10 16,4-3-10-16,0 4 10 0,-3-1-10 0,3-9 0 0,0 7 9 16,0-7-9-16,0 9 11 0,0-9-3 0,0 0 0 15,0 0 0-15,0 0-8 0,0 0 0 0,0 0 0 0,0 0 0 16,0 0-12-16,0 0 12 0,0 0-10 0,0 0 10 31,0 0-36-31,0 0 0 0,0 0-1 0,0 0 0 16,0 0-134-16,3-6-26 0,4-4-6 0,4 7-1 0</inkml:trace>
  <inkml:trace contextRef="#ctx0" brushRef="#br0" timeOffset="107340.764">16951 8344 345 0,'0'0'31'0,"0"0"-31"16,0 0 0-16,0 0 0 0,0 0 149 0,0 0 24 15,0 0 5-15,0 0-388 16,0 0-78-16</inkml:trace>
  <inkml:trace contextRef="#ctx0" brushRef="#br0" timeOffset="111981.746">15970 6353 518 0,'0'0'46'0,"0"0"-37"0,0 0-9 0,0 0 0 15,7-6 107-15,0 6 19 0,0-9 4 0,0 9 1 16,-7 0-87-16,7-4-16 0,-3-2-4 0,-4 6-1 15,7-6 83-15,-7 6 17 0,3-3 3 0,-3 3 1 16,4-7-11-16,-4 7-1 0,0 0-1 0,0 0 0 16,0 0-50-16,0 0-11 0,0 0-1 0,0 0-1 15,0 0-27-15,0 0-6 0,0 0-1 0,0 0 0 16,3 10-3-16,1 2-1 0,-4-2 0 0,3 2 0 0,1-2 11 0,-4 5 1 16,-4 1 1-16,4-3 0 0,0 5 15 0,-3 8 3 15,3-8 1-15,-4 7 0 0,4 1-17 16,-3-4-4-16,-4 3-1 0,3 0 0 0,-3-7-4 15,4 8-1-15,-1-4 0 0,1-7 0 0,-1 10 4 0,0-12 1 16,1 3 0-16,-1 2 0 0,4 1-9 0,-3-3-2 16,-1-7 0-16,4 1 0 0,-3 5 0 0,3-5 0 15,-4-7 0-15,1 6 0 0,3-9-3 0,0 7-1 16,0-7 0-16,0 0 0 0,0 0 19 0,0 0 3 16,0 0 1-16,0 0 0 0,0 0-15 0,0 0-4 15,0 0 0-15,0 0 0 0,0 0-2 0,0 0-1 16,0 0 0-16,0 0 0 0,0-7-1 0,0-2 0 15,0-1 0-15,0 1 0 0,3 0-8 0,1-7 8 0,-4 7-8 16,0-4 8-16,7-3-8 0,-4 7 0 0,1-7 0 16,3 4 8-16,-3-4-8 0,-1 3 0 0,4 1 0 15,-3 3 8-15,3-1-8 0,-4 1 0 0,8-4-10 0,-1 1 10 16,-3 8-9-16,0-5 9 0,4 0-8 0,-4 2 8 16,7-2 0-16,-3 6-8 0,-4-3 8 0,3-4 0 15,-2 10 0-15,2-6 0 0,-3 6 0 0,0 0-8 16,0 0 8-16,-7 0-8 0,7 0 8 0,-7 0-8 15,4 6 8-15,3 4-8 0,3-4 8 0,1 3-8 16,-7 1 8-16,-1-1-10 0,4 0 10 0,-3 7-10 16,3-3 10-16,0-4 0 0,-4 1 0 0,4 5-8 15,0 1 8-15,-3-4 0 0,0-2 0 0,-1 6 0 16,4-7 0-16,0 10 0 0,-3-10 0 0,3 7 8 16,-4-7-8-16,1 1 12 0,-4-1-4 0,3 7 0 0,-3-13-8 15,0 6 0-15,0-2 8 0,4 2-8 0,-4 0 0 16,3-2 9-16,-3-7-9 0,0 9 0 0,0-6 10 0,0-3-10 15,0 0 8-15,4 10-8 0,-4-10 8 0,0 0-8 16,0 0 0-16,3 6 8 0,-3-6-8 0,0 0-9 16,0 0 9-16,0 0-13 15,0 0-32-15,0 0-7 0,11 0 0 0,-11 0-1 16,0 0-131-16,7 0-25 0,0-6-6 0</inkml:trace>
  <inkml:trace contextRef="#ctx0" brushRef="#br0" timeOffset="112659.315">16640 6585 1378 0,'0'0'61'0,"4"-6"13"0,-4 6-59 0,3-9-15 0,4 5 0 0,-7 4 0 16,4-6 35-16,-4 6 4 0,0 0 1 0,0 0 0 16,0 0 28-16,0 0 7 0,0 0 1 0,0 0 0 15,-4-9-7-15,4 9-1 0,-3 0 0 0,-4 0 0 16,0 0-7-16,0 0-1 0,3 0-1 0,-3 0 0 16,-4 3-34-16,4 3-6 0,0-6-2 0,-3 10 0 15,3-4 6-15,-4-3 1 0,0 6 0 0,1-2 0 16,-1 2 0-16,1 0 0 0,-1 1 0 0,1-1 0 0,-1 7-10 15,4-3-2-15,-4-4 0 0,1 7 0 0,3-7 0 16,0 0 0-16,0 1 0 0,3 6 0 0,-3-7-3 0,3 0-1 16,4 1 0-16,0-1 0 0,-3 1-8 0,6-1 0 15,-3-9 0-15,4 13 0 0,3-4 28 0,0-6 3 16,0 6 1-16,0-2 0 0,-7-7-32 0,7 3 0 16,4-3 0-16,-1 6 0 0,1-6 12 0,-4 0-3 15,4-6-1-15,-1 6 0 0,-3 0-8 0,4-3 0 16,-1-4 0-16,1-2 8 0,0 9-8 0,-4-9 0 15,0-1 0-15,3 4 8 0,1 3-8 0,-1-7 10 0,-2 1-10 16,-1 0 10-16,0 2-10 0,0-2 0 0,-4-7 9 16,1 7-9-16,-1-1 9 0,1 1-9 0,-1-4 12 15,1 1-12-15,-1 3 0 0,-3-4 0 0,4 4 0 16,-4-1-12-16,0 4 12 0,0 6 0 0,0 0 0 0,-4-10-9 16,4 10 9-16,0 0 0 0,0 0 0 0,0 0 0 15,0 0-8-15,0 0 0 0,0 0 0 0,0 0 0 16,0 0 8-16,0 0 0 0,0 10 0 0,-3-1-8 15,-1 1 8-15,4-1 0 0,0 1 0 0,0 5 0 16,4-5 0-16,-4 5 0 0,3-2 8 0,1 3-8 16,-1-7 0-16,1 7 0 0,-1-4 0 0,1-2 0 15,0 5 0-15,-1-5 0 0,1-1 8 0,3 0-8 16,-4 1 8-16,1-4-8 0,3-3 8 0,-7-3-8 16,0 0 0-16,0 0-13 0,7 7 1 0,-7-7 1 15,0 0-94-15,0 0-19 0,0 0-4 16,7 0-1-16,0-7-79 0,-4 7-15 0,5-3-3 15,-1-3-1-15</inkml:trace>
  <inkml:trace contextRef="#ctx0" brushRef="#br0" timeOffset="113217.396">17007 6482 518 0,'0'0'46'0,"0"0"-37"0,0 0-9 0,4-3 0 15,-4 3 132-15,0 0 24 0,7-7 4 0,-7 7 2 16,7-3-119-16,-4-3-24 0,-3 6-5 0,0 0-1 16,0 0 83-16,0 0 16 0,0 0 3 15,0 0 1-15,0 0-18 0,0 0-3 0,0 0-1 16,0 0 0-16,0 0-29 0,-3 9-5 0,-1 1-2 0,-3-4 0 16,-4-3-5-16,4 3-1 0,0 4 0 0,-3-1 0 15,-1-2 0-15,-3 2 0 0,0 0 0 0,0 1 0 16,0-7-35-16,0 3-7 0,0 4-2 0,3-1 0 15,0 0 0-15,-3-2 0 0,4-4 0 0,-1 6 0 16,4-3-8-16,-4-6 12 0,8 4-12 0,-4 2 12 16,7-6-12-16,0 0 8 0,0 0-8 0,-7 6 8 15,0-3-8-15,7-3 0 0,0 0 0 0,0 0 0 16,0 0 0-16,0 0 0 0,3 10 0 0,4-10 8 16,-3 9-8-16,3-9 0 0,-7 0 0 0,10 6-11 15,1-2 19-15,-4 2 3 0,4-3 1 0,-4 3 0 16,3-6-12-16,1 10 0 0,0-4 0 0,-4-3-11 15,3-3 3-15,1 6 0 0,-1-3 0 0,-3 7 0 0,-7-10 8 16,7 6 0-16,0-3 0 0,4 4 0 0,-4 2 0 0,-3 0 0 16,-4-9 0-16,7 10 0 0,-4-1 0 0,1 1 0 15,-1-4 0-15,1 3 0 0,-1 1 0 0,1-1 0 16,-4 0 0-16,-4 1 0 0,4-4 0 0,0 4 0 16,-3-7 0-16,3 9 0 0,-7-9 0 0,3 7 11 15,1-1-3-15,-4 1 0 0,3-10-8 0,-3 6 0 16,0 3 0-16,0-2 0 0,0-4 0 0,3 3 0 15,-3-3 0-15,0 3 0 0,0-3 0 0,0-3 0 0,-3 7 0 16,3-7 0-16,7 0-10 0,-8 0-1 0,1-7 0 16,0 7 0-1,0-3-110-15,7 3-23 0,0 0-4 0,-3-6-520 0,-4-3-105 16</inkml:trace>
  <inkml:trace contextRef="#ctx0" brushRef="#br0" timeOffset="113918.38">17303 6121 518 0,'0'0'23'0,"0"0"5"0,0 0-28 0,0 0 0 16,0 0 0-16,0 0 0 0,4 0 234 0,-4 0 42 15,0 0 8-15,0 0 1 0,0 0-213 0,0 0-42 16,0 0-9-16,0 0-1 0,0 10 43 0,-4 2 9 16,4-6 1-16,-3 4 1 0,-4 5 2 0,3-2 0 15,4 3 0-15,0 3 0 0,-3-4-27 0,-1 4-5 16,4 0 0-16,0 6-1 0,0-6-9 0,-3 6-2 16,3-3 0-16,-4 3 0 0,4 0-4 0,-3-3-2 15,-1 3 0-15,1 3 0 0,-1-3-2 0,4 0-1 16,-4-6 0-16,1 6 0 0,-1-6-2 0,4 0 0 15,-3 0 0-15,-1 0 0 0,1-4 0 0,3 1 0 16,-4-4 0-16,1 4 0 0,3-6-1 0,-4 5 0 16,4-5 0-16,0-1 0 0,-3 0 0 0,3-9 0 15,0 0 0-15,0 0 0 0,0 0-1 0,0 4-1 0,0-4 0 16,0 0 0-16,0 0 1 0,0 0 0 0,0 0 0 0,0 0 0 16,0 0 2-16,0 0 1 0,3-4 0 15,4-5 0-15,-3 0-2 0,-1-1-1 0,4-5 0 0,0 8 0 16,1-5-19-16,-5-4-9 0,4-3 1 0,0 4 0 15,4-4 8-15,-1 0 11 0,-3 3-3 0,4 7 0 16,0-1-8-16,-4 1-16 0,3 0 4 0,-6 5 1 16,3-2 11-16,3 0-8 0,-3 3 8 0,0-3-8 15,1 2 17-15,2-2 4 0,-3 3 1 0,4-3 0 16,-1 6-26-16,-3-3-6 0,4-4-1 0,-4 7 0 16,4-3 19-16,-11 3 0 0,10 0 0 0,-10 0 0 15,11 3-8-15,-11-3 8 0,0 0 0 0,7 7 0 16,3 2 0-16,-3 0 0 0,1 1 0 0,-1-1 0 15,-4 1-13-15,1 5 1 0,-1-5 0 0,1 2 0 16,-1 4 20-16,-3 0 4 0,4-4 0 0,-4 4 1 0,3-1 4 16,-3-2 1-16,0-4 0 0,0 7 0 0,4-6-18 0,-4 5 0 15,0-2 0-15,0-4 0 0,0 1 0 0,3-1 0 16,-3-3 0-16,0 4 0 0,0-1 12 0,4-3-4 16,-4-6 0-16,0 3-8 0,0-3 9 0,3 10-9 15,-3-10 0-15,0 6 9 16,0-6-35-16,0 0-7 0,0 0-2 0,0 0 0 15,4 3-138-15,-4-3-28 0,0 0-6 0,0 0-954 0</inkml:trace>
  <inkml:trace contextRef="#ctx0" brushRef="#br0" timeOffset="115141.34">15808 7623 172 0,'0'0'16'0,"0"0"-16"16,0 0 0-16,0 0 0 0,0 0 249 0,0 0 47 16,0 0 10-16,0 0 2 0,0 0-176 0,0 0-34 15,0 0-7-15,7 0-2 0,3-9 3 0,-10 9 0 16,0 0 0-16,0 0 0 0,0 0 2 0,0 0 1 15,0 0 0-15,0 0 0 0,0 0-31 0,0 0-7 16,0 0-1-16,0 0 0 0,0 0-39 0,0 0-8 16,0 0-1-16,7 9-8 0,-7-9 20 0,7 10-4 15,-7-10 0-15,4 9 0 0,-1-3 8 0,1 4 0 16,-1-1 1-16,-3-9 0 0,4 10 7 0,-1-1 2 16,1 0 0-16,-4 7 0 0,4 0-5 0,-1-4-1 15,-3 4 0-15,4-4 0 0,-1 10-4 0,1-9-2 0,-4 6 0 0,3-4 0 16,-3 4-2-16,4-3-1 0,-1-4 0 0,-3 4 0 15,4 0-11-15,-1-4-8 0,1-2 12 0,-1 5-12 16,-3-5 20-16,4 6-4 0,-1-7 0 0,1 0 0 16,-4-5-3-16,3 8-1 0,-3-12 0 0,0 3 0 15,0-3-1-15,0 10-1 0,0-10 0 0,0 0 0 16,4 9 0-16,-4-9 0 0,0 0 0 0,0 0 0 16,0 0 4-16,0 0 1 0,0 0 0 0,0 0 0 15,0 0-2-15,0 0 0 0,0 0 0 0,0 0 0 16,0 0-2-16,0 0-1 0,0 0 0 0,0 0 0 15,0 0-10-15,7 0 12 0,-7 0-12 0,11-3 12 16,-8-3-12-16,4 6 12 0,0-10-12 0,0 10 12 16,-3-9-4-16,3 3 0 0,0-4 0 0,0 7 0 0,0-6 1 15,0-1 0-15,0-6 0 0,0 7 0 0,0-7-9 16,0 7 8-16,4-10-8 0,-1 0 8 0,1 4-8 0,0-7 0 16,3 0 0-16,0 0 8 0,0-3-8 0,0 6 0 15,0-6 0-15,0 0 0 0,-3 6 0 0,-1 0 0 16,-2 0 8-16,2 4-8 0,-3-4 0 0,4 3 0 15,-4 7 0-15,3-10 0 0,-3 6 0 0,1-2 0 16,-1 5 0-16,0 1 0 0,0-7 0 0,0 7 0 16,-4-1-11-16,8 1 11 0,-8 3-8 0,1-4 8 15,3 7-8-15,-7-3 8 0,3-4-25 0,5 10 0 16,-8-3 0-16,0 3 0 16,0 0-69-16,0 0-14 0,3-6-2 0,-3 6-1 15,0 0-52-15,0 0-10 0,0 0-3 0,0 0-596 0,0 0-119 16</inkml:trace>
  <inkml:trace contextRef="#ctx0" brushRef="#br0" timeOffset="115867.876">16580 7633 979 0,'0'0'43'0,"0"0"9"0,0-4-41 0,0-2-11 16,4 3 0-16,-4 3 0 0,0 0 116 0,3-6 22 15,1-4 4-15,-4 1 1 0,3 9-46 0,-3-6-9 16,0-4-1-16,0 7-1 0,0-3 29 0,-3 3 5 16,-1-3 2-16,1 2 0 0,3-2-40 0,-4-3-8 15,4 9-2-15,0 0 0 0,-3-7-9 0,3 7-3 16,0 0 0-16,-7 0 0 0,-1 0-41 0,1 0-9 15,0 7-2-15,0-7 0 0,0 9-8 0,-3 1 12 16,-1-4-12-16,1 6 12 0,-5-2 2 0,5 5 1 16,-4 1 0-16,0-3 0 0,-1 2 0 0,5-5 0 15,-4 9 0-15,0-10 0 0,3 10-1 0,-3-4 0 16,0 1 0-16,0 3 0 0,3-7-6 0,1 4-8 16,3 3 11-16,-1-10-11 0,5 7 9 0,-1 3-9 0,1-3 0 15,-1-4 9-15,4 4-9 0,0-7 0 0,0 1 0 16,0 5 8-16,7-12-8 0,-3 7 8 0,-4-4-8 0,3 3 8 15,5-2 0-15,2-4 0 0,-3 3 0 0,0-3 0 16,4-3-8-16,-4 0 10 0,3-3-10 0,1-3 10 16,0 6 3-16,-1-10 1 0,1 10 0 0,-1-9 0 15,1 3 10-15,0-4 1 0,-1 7 1 0,1-6 0 16,-1-7-26-16,-3 7-12 0,4-1 0 0,-4-5 1 16,4 5 11-16,-4-9 8 0,0 4-8 0,0-4 11 15,-4 6-11-15,4-9 0 0,0 4 9 0,-3 5-9 16,-1-9 0-16,1 13 8 0,3-4-8 0,-3-2 0 15,-4 5 0-15,3 1 0 0,1-1 0 0,-4 4 0 16,0 6 0-16,0 0 0 0,0 0 0 0,0 0 0 16,0 0 0-16,0 0 0 0,0 0-9 0,0 0 9 15,0 0-9-15,0 0 9 0,0 9-12 0,0 4 12 0,-4-4-9 16,4 4 9-16,4-7 0 0,-4 7-9 0,0-4 9 16,0 7 0-16,3 0 8 0,4-4-8 0,-3 4 8 0,3-1-8 15,-4-2 8-15,1 3-8 0,3-7 0 0,0 10 0 16,0-3 0-16,-3-4 8 0,6-3-8 0,-3 7 0 15,0-6 8-15,0-1-8 0,-3 0 12 0,-1-2-1 16,4-4-1-16,0 3 0 0,0-3-10 0,1 3-16 16,-8-6 4-16,7 7 1 15,3-4-17-15,-3-3-3 0,-7 0-1 0,7 0 0 16,-7 0-89-16,0 0-19 0,4-10-3 0,-1 1-1 16,8 3-100-16,-8-4-20 0</inkml:trace>
  <inkml:trace contextRef="#ctx0" brushRef="#br0" timeOffset="116273.015">16979 7187 2145 0,'0'0'47'0,"0"0"9"0,0 0 3 0,0 0 2 0,0 0-49 0,0 0-12 0,0 0 0 0,0 0 0 15,0 0 0-15,0 0-15 0,0 0 3 0,0 0 1 16,0 0 52-16,0 0 11 0,0 0 1 0,0 0 1 16,0 0 24-16,0 0 5 0,3 7 1 0,-3 2 0 0,4 0-37 0,-4 1-7 15,0-1-2-15,0 7 0 16,0 0-7-16,0-4-2 0,0 4 0 0,0-4 0 0,0 10 1 16,-4-3 0-16,4 0 0 0,-3 6 0 0,3-3-7 0,-4 3-2 15,4 0 0-15,0-3 0 0,0 9-1 16,-3-2-1-16,-1-1 0 0,4-3 0 0,0 3-11 0,-3-3-8 15,3 4 9-15,0-4-9 0,0 0 8 0,-4-3-8 16,4-4 0-16,0 8 9 0,0-11-9 0,0 4 0 16,-3-3 9-16,3-4-9 0,3 7 0 0,-3-10 9 15,0 7-9-15,0-6 0 0,0-1 0 0,4 0 0 16,-4 1 0-16,0-4 0 16,0 3-41-16,0-2-9 0,0-7-2 0,0 0 0 15,0 0-93-15,0 0-19 0,0 0-4 0,0 0-1 16,0 0-16-16,0 0-3 0,0 0-1 0</inkml:trace>
  <inkml:trace contextRef="#ctx0" brushRef="#br0" timeOffset="116868.602">17123 7642 1785 0,'0'0'159'0,"0"0"-127"0,0 0-32 0,0 0 0 16,0 0 110-16,0 0 16 0,0 0 3 0,0 0 1 15,0 0-103-15,0 0-27 0,0 0 0 0,0 0 8 16,0 0 9-16,0 0 3 0,0 0 0 0,0 0 0 16,0 0 22-16,0 0 5 0,0 0 1 0,-3 6 0 15,-1 4 9-15,1-1 3 0,-1 1 0 0,4-1 0 16,-3 0-29-16,-1 7-6 0,1 3-1 0,-1-10 0 0,-3 7 13 0,7-4 3 16,-3 4 0-16,3 0 0 0,0-4-27 0,-4 4-5 15,4-7 0-15,0 10-8 0,0-9 11 16,0-1-11-16,0 7 10 0,4-7-10 0,-1 1 12 0,-3-1-3 15,4-3-1-15,-4 4 0 0,3-1-8 0,-3-9 8 16,0 0-8-16,4 9 8 0,3-2-8 0,-4-4 10 16,-3-3-10-16,11 9 10 0,-8-9-2 0,8 7-8 15,0-7 12-15,-4 0-4 0,3-7 14 0,1 7 2 16,-4 0 1-16,3-9 0 0,1 9-25 0,-4-10 8 16,4 1-8-16,-4 3 0 0,0-4 0 0,0 1 0 15,3-10 8-15,1 10-8 0,-7-7 8 0,6 4-8 16,-6-7 12-16,3-3-4 0,-4 3-8 0,1 0 0 0,3 3 0 15,0 4 0-15,0-4 0 0,-4 4 0 0,1-4 0 16,-1 0 0-16,1 13 0 0,0-6 0 0,-1 3 0 0,-3 6 0 16,4-10 0-16,-4 10 0 0,0 0-14 0,0 0 5 15,0 0 9-15,0 0 0 0,0 0 0 0,0 0 0 16,0 0 0-16,0 10 0 0,3-1 0 0,1 0 0 16,-4 7-13-16,0-7-1 0,0 7 0 0,3-3 0 15,1 2 14-15,-1 4 0 0,-6-3 0 0,6-4 0 16,4 4 15-16,-3 3-4 0,-1-10-1 0,1 7 0 15,-1-7-10-15,4 7 0 0,-3-3-12 0,0-4 12 16,-1 0 0-16,-3 1 0 0,7-4 9 0,0 3-1 16,-3 1-8-16,3-4 0 0,0-3 0 0,-7-3 0 15,7 7-30 1,0 2-1-16,-7-9 0 0,10 3 0 0,-2-3-96 0,-8 0-19 16,7 0-4-16,0-3-666 0,0-3-132 0</inkml:trace>
  <inkml:trace contextRef="#ctx0" brushRef="#br0" timeOffset="117460.955">17593 7799 2379 0,'0'0'105'0,"-4"-6"23"0,4 6-103 0,0 0-25 16,0 0 0-16,0 0 0 0,0 0 0 0,0 0-14 0,0 0 2 0,0 0 0 15,0 0-8-15,0 0 0 16,0 0-1-16,0 0 0 0,0 0 63 0,0 0 13 15,7 0 2-15,-7 0 1 0,7 0 20 0,-7 0 4 0,0 0 1 16,11 0 0-16,-1 0-38 0,1 0-7 0,-4 0-2 0,4-4 0 16,-4-2-17-16,3 6-4 0,1 0-1 0,-1 0 0 15,1 0-4-15,0-3-1 0,-1-3 0 0,1 6 0 16,3-7-1-16,-4 7 0 0,5-3 0 0,-5-3 0 16,4 3-8-16,-3-3 10 0,3 3-10 0,-4-4 10 15,-2-2-10-15,2-1 10 0,1 4-10 0,-4-3 10 16,-4-1-10-16,1 1 12 0,6 0-12 0,-6-1 12 15,3 1-12-15,-3-1 8 0,-1 4-8 0,-3-3 8 16,4-1-8-16,-4 1-9 0,-4-1 9 0,1 1-13 16,3 3 13-16,-4-4 0 0,0 1 0 0,-3 6 0 15,0-3 0-15,-3-4 12 0,6 4-4 0,-6 3-8 16,-1 3 0-16,-3 0 0 0,3-7-10 0,1 7 10 16,-4 7-8-16,0-7 8 0,-1 9 0 0,1 1 0 0,0-1 0 15,-3 0-11-15,-1 1 11 0,0 5-8 0,4 4 8 16,-3-3 0-16,-1 3 0 0,0 0 0 0,4-1 0 0,0 1 0 15,0 3 0-15,0 0 0 0,3-6 0 0,1 3 12 16,-1-1-4-16,1-2 0 0,2 3 5 0,1 0 2 16,0-4 0-16,4 4 0 0,3-3-5 0,0-4-1 15,0 4 0-15,3-7 0 0,1 7 5 0,3-3 1 16,0 2 0-16,4-5 0 0,3-1 4 0,-4 1 1 16,4-4 0-16,0 3 0 0,1 1-20 0,2-7 8 15,-3 3-8-15,4 4 0 0,-4-4 15 0,4-3-4 16,-1 3-1-16,1-3 0 0,-4-3-10 0,4 0 0 15,-1 0 0-15,1 0 8 0,0 0-8 0,-4 0-11 16,3 0 3-16,1 0 0 16,-4-3-70-16,4-3-14 0,-11 6-2 0,3 0-1 15,-2-3-74-15,2-3-15 0,-10 6-4 0,0 0 0 0</inkml:trace>
  <inkml:trace contextRef="#ctx0" brushRef="#br0" timeOffset="122620.711">11405 7683 518 0,'0'0'46'0,"0"0"-37"0,-7-6-9 0,0 6 0 0,0 0 133 0,0 0 25 15,7 0 5-15,0 0 1 0,0 0-110 0,-7 0-22 16,7 0-4-16,-4-4 0 0,4 4-17 0,0 0-3 16,0 0-8-16,0 0 12 0,0 0 16 0,0 0 2 15,0 0 1-15,0 0 0 0,0 0 25 0,0 0 4 16,0 0 2-16,0 0 0 0,0 0-11 0,0 0-3 15,0 0 0-15,0 0 0 0,0 0 18 0,0 0 3 16,0 0 1-16,0 0 0 0,0 0-6 0,0 0-2 16,0 0 0-16,11 4 0 0,-1-4-22 0,1 0-5 15,-1 0-1-15,8 6 0 0,-7-6-15 0,6 0-3 16,-3-6-1-16,0 6 0 0,1 6 0 0,-1-3 0 16,3-3 0-16,1 0 0 0,-4 0 3 0,4 6 1 15,-4-3 0-15,0-3 0 0,4 10-7 0,-1-10 0 16,-3 0-1-16,4 6 0 0,0-6 0 0,-1 3 0 0,1-3 0 0,0 6 0 15,3-6 3-15,-4 0 1 0,1 0 0 0,3 0 0 16,-3 7 3-16,3-7 1 0,0 0 0 0,4 0 0 16,-8 3 1-16,5-3 1 0,-1 0 0 0,0 0 0 15,0 0-7-15,0 0-2 0,0 0 0 0,-3 6 0 16,0-3-4-16,-1-3-8 0,1 0 11 0,-4 0-11 16,4 0 12-16,-1 7-12 0,-2-7 12 0,2 0-12 15,-3 3 11-15,0-3-11 0,4 0 10 0,0-3-10 16,-4 3 15-16,3 0-3 0,1 0-1 0,0 0 0 15,3-7 4-15,-4 7 1 0,1 0 0 0,3-3 0 16,0 3-16-16,1-6 0 0,-1 6 0 0,3 0 0 16,-2 0 8-16,2 0-8 0,-6 0 0 0,3 0 9 0,-3 0-9 15,-1 0 8-15,1 0-8 0,0 0 8 0,-1 0-8 16,5 0 0-16,-5 0 9 0,-3 0-9 0,4 0 0 16,0-3 9-16,-1 3-9 0,4 0 0 0,-3-7 10 0,3 7-10 15,0 0 8-15,0 0-8 0,1 0 8 0,-5 0-8 16,4-6 0-16,-3 3 8 0,7 3-8 0,-1 0 0 15,-2 0 9-15,-1-6-9 0,4 12 0 0,-4-6 8 16,0-6-8-16,0 6 0 0,0 0 0 0,0 0 9 16,-3 6-9-16,3-6 0 0,-3 0 0 0,-1 0 0 15,-2 0-15-15,2 0 5 0,-3 0 10 0,4 0 14 16,-4 0-3-16,4 0-1 0,-4 0-10 0,3-6 0 16,1 6 0-16,0 0 0 0,-1 0 0 0,1 0 0 0,0 0 8 15,-1 0-8-15,1 0 0 0,-4 0 0 0,7 0 0 16,-3 0 8-16,-1-3-8 0,-2 3 0 0,6-7 0 15,-4 7 0-15,-3 0 0 0,4 0 0 0,-4 0 0 16,4 7 0-16,-4-7 0 0,0 3 0 0,0-3 0 0,0 0 0 16,0 0 0-16,-3 0 0 0,0 0 0 0,-1 0 0 15,4 0 0-15,-3 0 0 0,-1 0 0 0,5 6 0 16,-5-6 0-16,1 0 0 0,3 0 8 0,0 0-8 16,0 0 0-16,-3 0 0 0,6 0 0 0,-3 0 0 15,1 0 0-15,2 0 0 0,-3-6 0 0,0 6 0 16,4 0 0-16,-4 0 0 0,0 0 0 0,0 6 0 15,-3-6 0-15,3 0 0 0,0 0 0 0,0 0 0 16,0 0 0-16,0 3 0 0,1 3 0 0,-1-6 0 16,0 0 0-16,-4 0 8 0,5 7-8 0,-5-4 8 15,1-3-8-15,3 0 0 0,-4 0 0 0,1 0-11 16,0 6 11-16,3-3 0 0,-4-3 0 0,1 0 0 0,-1 0 0 16,1 0 0-16,3 0 0 0,-3 0 0 0,-1 0 0 0,1 0 0 15,-1 0 0-15,5 0 0 0,-5 0 0 0,1 0 0 16,3 0 0-16,-4-3 0 0,5 3 0 0,-5-6 0 15,4 6 0-15,-3 0 0 0,3 0 0 0,-4-3 0 16,1 3 0-16,3 0 0 0,4 0 0 0,-8 0 0 16,1 0 0-16,0 0 0 0,-1 0 0 0,1 0 0 15,-4 0 0-15,3 0 0 0,-3 0 0 0,4 0 0 16,-4 3 0-16,0-3 0 0,-7 0 0 0,11 0 0 16,-1 0 0-16,1 0 8 0,-1 0-8 0,1 0 0 15,-4 0 0-15,4 0 0 0,-1 0 0 0,-3 0 0 16,-7 0 0-16,11 0 0 0,-4 0 0 0,4 0 0 0,-4 0 0 15,-7 0 0-15,7 0 0 0,3 0 0 0,-10 0 0 16,7 0 0-16,0 0 0 0,-7 0 0 0,7 0 0 0,-7 0 0 16,0 0 0-16,11 0 0 0,-4 0 0 0,-7 0 0 15,0 0 0-15,7 0 0 0,0 0 0 0,-7 0 0 16,7 0 0-16,4 0 0 0,-11 0 0 0,7 0 0 16,-7 0 0-16,7 0 0 0,-7 0 0 0,0 0 0 15,7 0 0-15,-7 0 0 0,0 0 0 0,0 0 0 16,0 0 0-16,11 0 0 0,-4 0 0 0,-7 0 0 15,0 0 0-15,0 0 0 0,7 0 0 0,-7 0 0 16,0 0 0-16,0 0 0 0,0 0 0 0,7 0 8 16,-7 0-8-16,0 0 0 0,7 0 0 0,-7 0 8 15,0 0-8-15,3-3 0 0,-3 3 0 0,0 0 0 16,0 0 0-16,0 0 0 0,0 0 0 0,0 0 8 16,0 0-8-16,7-7 0 0,-7 7 8 0,0 0-8 0,0 0 0 15,0-6 9-15,0 3-9 0,0 3 0 0,-3-6 8 16,3 3-8-16,-4-4 0 0,1 4 0 0,-4-3 8 0,3 3-8 15,-3-3 0-15,0-4 0 0,-4 1 9 0,4 2-9 16,-3-2 0-16,3 6 9 0,-7-13-9 0,3 7 0 16,1-1 0-16,-5 1 8 0,5 3-8 0,-4-4 0 15,-4 1 0-15,0-4 8 0,1 1-8 0,-4 2 0 16,-1 1 0-16,1 0 0 0,4-1 0 0,-5 1 0 16,1-1 0-16,0 1 0 0,4 0 0 0,-1-1 0 15,0 4 0-15,1-4 0 0,-1 1 0 0,4 0 0 0,3 2 0 16,-3 4 0-16,4-3 0 0,-1-3 0 0,0 5 0 15,4-2 0-15,0 3 0 0,0-3 0 0,0 6 0 16,4-3 0-16,-4-4 0 0,7 7 0 0,-4 0 8 16,4 0-8-16,0 0 0 0,0 0 0 0,-3-6 0 15,3 6 0-15,0 0 0 0,0 0 0 0,0 0 0 0,0 0 0 16,0 0 0-16,0 0 0 0,0 0-9 0,0 0 9 16,0 0 0-16,10 6-8 0,4-6 8 0,-3 0 0 15,3 10-9-15,0-1 9 0,0-3 0 0,4-2-9 16,-1 5 9-16,-2 0 0 0,-1-2 0 0,0 2 0 15,3 0 0-15,1 1 0 0,-4-1 0 0,0 1 0 16,0-4 0-16,4-3 0 0,-4 10 0 0,0-4 0 16,-3-6 0-16,-1 7 0 0,5-4 0 0,-1 3 0 15,0-6 0-15,-4 4 0 0,1 2 0 0,3-3 0 16,-3 4 0-16,-1-7 0 0,1 6 0 0,-4-2 0 0,3-4 0 16,1 3 0-16,-4 3 0 0,0-2 0 0,-3-4 0 15,3 6 0-15,-7-9 0 0,10 6 0 0,-6 4 0 16,3-7 0-16,-7-3 0 0,0 0 0 0,0 0 0 0,7 6 0 15,-4-3 0-15,-3-3 0 0,0 0 0 0,0 0 0 16,0 0 0-16,0 0 0 0,7 7 0 0,-7-7 0 16,0 0 0-16,0 0 0 0,0 0 0 0,0 0 0 15,0 0 0-15,0 0 0 0,0 0 0 0,0 0 0 16,0 0 0-16,0 0-8 0,0 0 8 0,4 9 0 16,-4-9 0-16,0 0 0 0,0 0 0 0,0 0 0 15,0 0 0-15,0 10 0 0,0-1 0 0,0 0 0 16,0-9 0-16,0 7-8 0,0-7 8 0,0 3 0 15,-4 6 0-15,4-3 0 0,0-6 0 0,-3 10 0 0,3-10 0 16,-4 9 0-16,-3 1 0 0,4-1 0 0,-4-3 0 0,3 10 0 16,-6-7 0-16,3 4 0 0,0-4 0 0,-4 1 0 15,0 5 0-15,-3 4 8 0,0-3-8 0,0-4 0 16,0 4 0-16,0 3 0 0,0-10 0 0,-4 7 8 16,8 3-8-16,-5-3 8 0,1-4-8 0,0 4 8 15,4-1-8-15,-1-2 8 0,0-4-8 0,1 7 8 16,-1-6-8-16,1 5 0 0,3-5 0 0,-4-1 0 15,0-6 0-15,4 7 8 0,0-4-8 0,0 3 8 16,0-3-8-16,0-2 12 0,0 2-4 0,-3-3 0 16,2 3-8-16,1-3 0 0,-3 4 0 0,3-4 0 15,-4-3-28 1,1 0 0-16,-1 6 0 0,0-6 0 0,1 3-54 0,-1 4-11 16,4-7-3-16,0 0-780 0,0 0-156 0</inkml:trace>
  <inkml:trace contextRef="#ctx0" brushRef="#br0" timeOffset="125494.589">18654 7410 608 0,'0'0'27'0,"0"0"5"0,0 0-32 0,0 0 0 16,0 0 0-16,0 0 0 0,0 0 56 0,0 0 5 15,0 0 1-15,0 0 0 0,0 0-14 0,0 0-4 16,0 0 0-16,0 0 0 0,0 0 23 0,0 0 4 16,0 0 1-16,0 0 0 0,0 0-8 0,0 0 0 15,0 0-1-15,0 0 0 0,8 0-3 0,-8 0-1 16,7 0 0-16,-7 0 0 0,0 0-5 0,7 0-1 15,-7 0 0-15,7 0 0 0,-7 0-4 0,10 0-1 16,-3 0 0-16,0-3 0 0,4 3 0 0,-4-6-1 16,7 6 0-16,-3 0 0 0,3 0-8 0,0 0-2 0,-3 0 0 15,3 0 0-15,3 0-1 0,1 0-1 0,0 0 0 16,3 0 0-16,0 0-15 0,4-4-2 0,-1 4-1 0,-3 0 0 16,1 0 3-16,2 0 1 0,-3 0 0 15,1 4 0-15,2-4 6 0,1 0 1 0,0 6 0 0,-4-6 0 16,4 0-16-16,-4 0-4 0,3 3 0 0,-2-3 0 15,2 0-8-15,-3 6 8 0,1-6-8 0,2 3 8 16,-3 4 0-16,1-7-8 0,-1 0 12 0,4 3-4 16,-4-3 8-16,3 0 0 0,5 6 1 0,-5-6 0 15,5 0 9-15,-1 0 2 0,0 0 0 0,-3 0 0 16,-1-6-16-16,1 3-4 0,0 6 0 0,-1-3 0 16,1 0-8-16,0-3 0 0,3 3 0 0,-3 0 0 15,3 0 0-15,-3 0 0 0,-1 0 8 0,1 0-8 16,3 0 8-16,-3 0-8 0,3 0 8 0,-3 0-8 0,0 0 0 15,-1 0 0-15,1 0 0 0,3 0 0 0,-3 0 10 16,0 0-10-16,-1 0 12 0,1 0-12 0,0 0 16 16,-1 0-3-16,1 0-1 0,-4 0 0 0,4-7-12 0,0 7 0 15,-1 0 0-15,1 0 0 0,-11 0 8 0,11 7-8 16,3-7 0-16,-3 0 9 0,-11 0-9 0,3-7 0 16,8 7 0-16,3 0 8 0,-3 0-8 0,0 0 8 15,-4 0-8-15,0 0 8 0,4 0-8 0,-4-3 0 16,-3 3 0-16,3 0 8 0,0 0 7 0,4 0 1 15,-8 0 0-15,1 0 0 0,-4-6-16 0,7 6-13 16,7 0 2-16,-6 0 1 0,-5 0 10 0,8 0 0 16,0 0 0-16,3 0 0 0,-7 0 0 0,4 0 0 15,-4-3 0-15,0 3 8 0,7 0-8 0,-3 0 0 0,-7 3 0 16,-1-3 0-16,1 0 10 0,3 0-2 0,-3 0-8 0,-4 0 12 16,0 0-12-16,0 0 0 0,4 0 0 0,-4 0 0 15,-4 0 0-15,4 0 0 0,4 0 0 0,0-3 9 16,-4 3-9-16,3 0 0 0,-2 0 9 0,2-6-9 15,1 6 10-15,-4 0-2 0,0 0-8 0,0-4 12 16,7 4-12-16,-3 0 0 0,0 0 0 0,-8 0 0 16,1 0 0-16,-1 0 0 0,8 0 0 0,-7 0 0 15,-4 0 0-15,3 4 0 0,4-4 0 0,-3 0 0 16,3 0 0-16,-3 0 0 0,-1 0 0 0,4 0 0 16,0 0 0-16,1 0 0 0,-8 0 0 0,3 6 0 15,1-6 0-15,3 0 0 0,-4 0 0 0,1 0 0 16,0 3 0-16,-1-3 0 0,-3 0 0 0,4 0 0 15,-4 0 0-15,3 0 0 0,-2 0 0 0,-1 0 0 0,3 6 0 16,-3-6 0-16,-7 0 0 0,7 0 0 0,4 0 0 16,-11 0 0-16,7 0 8 0,0 0-8 0,0 0 0 0,0 0 0 15,0-6 0-15,-3 6 0 0,3 0 8 0,-7 0-8 16,10 0 11-16,-3 0-11 0,0 0 0 0,0 0 0 16,4-3 0-16,-4 3 0 0,0 0 0 0,0 0 0 15,-7 0-8-15,11 0 8 0,-4 0 0 0,3 0 0 16,-10 0 0-16,8 0 0 0,-1 0 0 0,-7 0 0 15,0 0 0-15,10 0 0 0,-3 0 0 0,-7 0 0 16,0 0 0-16,7-6 0 0,0 6 0 0,-7 0 0 16,0 0 0-16,11 0 0 0,-11 0 0 0,10 0 0 15,-2 0 0-15,-1-4 0 0,-7 4 0 0,10 0 0 0,-10 0 0 16,7-6 0-16,-7 6 0 0,7 0 0 0,4 0 0 0,-11 0 0 16,7 0 0-16,0 0 0 0,-7 0 0 15,7 0 0-15,-7 0 0 0,0 0 0 0,7 0 0 0,-7 0 0 16,0 0 0-16,0 0 0 0,0 0 0 0,11 0 0 15,-11 0 0-15,0 0 0 0,0 0 0 0,0 0 0 16,0 0 8-16,0 0-8 0,0 0 0 0,0 0 0 16,0 0 11-16,0 0-11 0,0 0 10 0,0 0-10 15,0 0 8-15,0 0-8 0,0 0 0 0,-7-9 0 16,3 6 10-16,-3-4-10 0,0-2 10 0,3 3-10 16,-6 3 8-16,3-4-8 0,0-2 0 0,-4-1 9 15,-3 7-9-15,3-3 10 0,-3-10-10 0,4 7 10 16,-8 6-10-16,4-7 0 0,0-5 0 0,0 5 0 0,0 1 0 15,0 3 0-15,-1-4 8 0,1 1-8 0,0-4 0 16,4 1 0-16,-4 2 0 0,-1 7 0 0,5-6 0 16,-4-1-11-16,3 4 3 0,1-3 0 0,-5-1 8 0,8 1 11 15,-3 3-3-15,3-4 0 0,0 7-8 16,0-3 0-16,0-4 0 0,0 1 0 0,0 3 0 0,-1 3-11 16,5 3 3-16,3 0 0 0,0-7 8 0,0 7 11 15,-7 0-3-15,7 0 0 0,-4-9-8 0,4 9 0 16,0 0 0-16,0 0 0 0,0 0 0 0,0 0 0 15,0 0 0-15,0 0 0 0,0 0 0 0,0 0 0 16,0 0-9-16,7 9 9 0,0-2 0 0,1 2-10 16,-1-9 10-16,3 9-8 0,-3 1 8 0,0-1 0 15,4 1 8-15,-1-4-8 0,-3-3 0 0,4 3 0 16,-4 4 0-16,4-1 0 0,-1-9 0 0,1 10 0 0,-4-4 0 16,4-3 0-16,-1 3 0 0,1 4 0 0,-1-7 0 0,4 3-8 15,-7 3 8-15,4 1 0 0,-4-10 8 0,4 9-8 16,-1-2 0-16,-3-4 0 0,0 3 0 0,0 3 0 15,0-9 0-15,-7 0 0 0,8 10 0 0,-1-4 0 16,-7-6 0-16,10 3 0 0,-10-3 0 0,7 6-8 16,4-2 8-16,-11-4 0 0,7 6 8 0,0-3-8 15,-7-3 0-15,0 0 0 0,0 0 0 0,10 6 0 16,-2-3 0-16,-8-3 0 0,0 0 0 0,0 0 0 16,0 0 0-16,0 0 0 0,7 7 0 0,-7-7 0 15,7 9 0-15,-7-9 0 0,0 0 0 0,0 6 0 16,0-6 0-16,0 0 0 0,0 0 0 0,0 0 0 15,0 3 0-15,0-3 0 0,0 10 0 0,0-10 0 16,-4 6 0-16,4-6 0 0,0 0 0 0,0 10 0 16,-3-7 0-16,-1 6 0 0,4-9 0 0,-3 6 0 0,-1 4 11 15,0-1-3-15,-3 1 0 0,4-1 0 0,-4-3-8 16,0 4 0-16,0-1 0 0,-4 7-11 0,1-4 11 0,-5 4 0 16,5 3 0-16,-4 6 8 0,3-6-8 0,-3 0-16 15,0 6 4-15,0 0 0 0,3-3 20 0,-3-4 3 16,0 8 1-16,0-8 0 0,0 1-4 0,3 6 0 15,-3-9 0-15,0-4 0 0,3 4-8 0,1 3 0 16,-1-10 0-16,-3 7-11 0,7-7 11 0,-3 1 0 16,-1-1 0-16,0 1 8 0,1-1-8 0,3-3 0 15,0 4 0-15,0-1 0 16,-4-9-47-16,4 10-10 0,0-10-3 0,0 6 0 16,0-3-128-16,-4-3-25 0,4 0-6 0</inkml:trace>
  <inkml:trace contextRef="#ctx0" brushRef="#br0" timeOffset="127064.745">22895 6356 345 0,'0'0'15'0,"0"0"4"0,0 0-19 0,0 0 0 0,0 0 0 0,0-3 0 16,0 3 147-16,-4-6 25 0,4 6 6 0,0-3 1 0,-3-3-67 0,3 6-12 16,0 0-4-16,0 0 0 0,0 0-36 0,0 0-8 15,0 0-2-15,0 0 0 0,0 0 22 0,0 0 5 16,0 0 1-16,0 0 0 0,0 0-55 0,0 0-11 16,0 0-3-16,0 0 0 0,0 0 21 0,0 0 4 15,0 0 1-15,3 9 0 0,-3-3 13 0,0 4 4 16,0 2 0-16,4-2 0 0,-4 5-10 0,0 1-2 15,3-4 0-15,-3 4 0 0,0 3-19 0,0 0-4 16,0 6-1-16,0-6 0 0,0 9 20 0,0 3 3 16,0-9 1-16,0 3 0 0,0 4-16 0,0-4-4 15,0 0 0-15,0-6 0 0,0 9-6 0,0-9-2 16,0 6 0-16,0 0 0 0,0-6 16 0,0-1 4 16,0 1 0-16,0-3 0 0,0 3-16 0,0-4-4 0,0 4 0 15,0-9 0-15,0 8 0 0,0-8 0 0,0 5 0 16,0-11 0-16,0 5 1 0,0 4 0 0,0-10 0 15,0-3 0-15,0 0 2 0,0 0 0 0,0 0 0 16,0 0 0-16,0 0 3 0,0 0 1 0,0 0 0 0,0 0 0 16,4-3 4-16,-1-10 1 0,1 10 0 0,-4-7 0 15,3-5-13-15,1 5-3 0,0-8 0 0,-1 8 0 16,4-6-8-16,-3-2 10 0,-1-1-10 0,4 3 10 16,-3-3 6-16,3 1 0 0,-4-1 1 0,4 3 0 15,0-3-17-15,1 0 0 0,-1 4 0 0,0-4 0 16,0 3-11-16,0-3-5 0,0 7-2 0,3-4 0 15,-3 1 4-15,4 2 1 0,-4-3 0 0,0 7 0 16,4-1 13-16,-4 1 12 0,3 0-3 0,-3 2 0 16,4-2-9-16,0 9 0 0,-1-9 0 0,1 9 0 0,-4 0 0 15,3 0-11-15,1 0 11 0,3 0-8 0,-7 0 8 16,7 9-8-16,0-3 8 0,0 4-8 0,-3-7 0 16,3 6 0-16,-3 7 0 0,3 0 0 0,-4-4 8 15,1 4 0-15,0-1 0 0,-4 4 8 0,0-6-8 0,0 6 0 16,0 3 0-16,-4-4 0 0,4-5 0 0,-3 9 0 15,-1-10 0-15,1 7 0 0,3-3 0 0,-3 0 0 16,3-4 0-16,-4 4-8 0,-3-7 8 0,4 7 0 16,-1-4 0-16,1 4 0 0,-1-6 0 0,-3-1 12 15,4 0-4-15,-4 1 0 0,3-1-8 0,-3-3 0 16,0-2 0-16,0 2 8 0,0 3-8 0,0 1 0 16,0-10 0-16,0 0 8 0,0 0-8 0,0 0 0 15,0 0-8-15,0 0 8 16,0 0-29-16,0 0-1 0,0 0 0 0,0 0 0 15,0 0-46-15,0 0-8 0,0 0-3 0,0 0 0 16,0 0-117-16,0-10-23 0,-7-5-5 0,7 5 0 0</inkml:trace>
  <inkml:trace contextRef="#ctx0" brushRef="#br0" timeOffset="127806.577">23667 6686 518 0,'0'0'46'0,"0"0"-37"16,7 0-9-16,1-10 0 0,-5 10 181 0,4-6 35 15,0 3 6-15,0-3 2 0,0 6-171 0,0-4-33 16,0-2-8-16,0 3 0 0,-7 3 35 0,0 0 7 15,0 0 2-15,0 0 0 0,4-6 13 0,-4 6 3 16,0 0 1-16,0-3 0 0,0 3-11 0,0 0-2 16,0 0-1-16,0 0 0 0,0 0-28 0,-11-7-6 15,1 7-1-15,-1-3 0 0,1-3-11 0,3 6-2 16,-4 9-1-16,0-9 0 0,1 0 12 0,-4 7 2 16,3-4 1-16,1 3 0 0,-1-3-4 0,-3 7-1 15,3-4 0-15,1 3 0 0,-4 1-7 0,3 5-1 16,-3-5-1-16,7 2 0 0,-4-5 1 0,4 11 1 15,-3-8 0-15,6 5 0 0,-3-5 7 0,0 6 0 0,7-4 1 16,0-3 0-16,0 1-10 0,0 6-3 0,0-1 0 16,4-5 0-16,3-1-8 0,-4 0 8 0,1-5-8 0,-1 2 8 15,1 3 8-15,3-9 0 0,0 7 1 0,0-4 0 16,3 6 15-16,-3-9 2 0,1 0 1 0,-1 0 0 16,3 0-25-16,1 0-10 0,-4 0 8 0,3 0-8 15,-3-3 10-15,4-3-10 0,-4 6 12 0,0-3-12 16,4-4 11-16,-4-2-11 0,0 9 10 0,0-10-10 15,-4 4 10-15,4-3-10 0,1-1 10 0,-1 1-10 16,-4 0 8-16,4-7-8 0,-3 6 0 0,-1 1 0 16,4-10 9-16,-3 4-9 0,-1 5 8 0,1-9-8 15,-4 10 0-15,3-7 0 0,1 4-14 0,-1-4 5 16,-3 7 9-16,0-7 0 0,0 7-9 0,4-1 9 0,-4 1 0 16,4 6-9-16,-1-4 9 0,-3 7 0 0,4-3 0 15,-4 3-8-15,0 0 8 0,0 0 0 0,7 3-8 16,-7-3 8-16,0 0-12 0,3 10 12 0,1-1-11 15,-1 7 11-15,1-1-10 0,-4-2 10 0,0 6 0 0,3-3 0 16,1-1 0-16,-1 4 0 0,1-6 0 0,-1 2 0 16,-3 1 0-16,4-4 0 0,3 4-10 0,-7-6 10 15,3 5-10-15,5-2 10 0,-5-4 0 0,4 1 13 16,-3-1-1-16,3 4 0 0,0-10-12 0,0 6 0 16,0-3 0-16,0-3 0 0,0 7 0 0,0-10 0 15,4 6 0-15,-4-3 0 16,0-3-35-16,3 0-13 0,-3 0-2 0,-7 0-1 15,7 0-51-15,4-3-10 0,0-3-3 0,-4 3 0 16,0-7-82-16,3 4-17 0,-3-3-3 0,0-7-1 0</inkml:trace>
  <inkml:trace contextRef="#ctx0" brushRef="#br0" timeOffset="128339.345">24186 6535 1382 0,'0'0'123'0,"0"0"-99"0,-4-3-24 0,4 3 0 16,0 0 96-16,0 0 13 0,0 0 3 0,0 0 1 16,0 0-89-16,0 0-24 0,-7 3 0 0,0 3 0 15,0-2 0-15,0 2 0 0,-3 3 0 0,3-3 0 16,-4 4 36-16,0-7 0 0,-3 6 0 0,0-2 0 16,4 2 28-16,-1-6 7 0,-3 3 1 0,0 4 0 0,0-1-29 0,3-2-6 15,1-4-1-15,-5 6 0 0,1-3-21 0,4-2-5 16,-1 2-1-16,1 3 0 0,-1-3-1 0,-3-2 0 15,3 5 0-15,1-3 0 0,3-3-8 0,7-3 0 16,-4 7 0-16,4-7 0 0,-3 3 0 0,3-3 0 16,0 0 0-16,0 0 0 0,-4 9 0 0,4-9 0 15,0 0 0-15,0 0 0 0,7 7 28 0,0-4 3 16,0 3 1-16,0-6 0 0,4 9-32 0,-1-9 0 16,-2 0 0-16,2 7 0 0,-3-4 0 0,4-3 0 15,-4 6 0-15,0-3 0 0,0 3 0 0,0-2 0 16,4 2 0-16,-4 3 0 0,3-2-12 0,-3 2-8 15,0-6-1-15,0 6-1 0,0-2 22 0,0 2 0 0,1-6-9 16,-1 7 9-16,-4-4 0 0,4 3 0 0,-3 7 0 16,-1-7 0-16,1-5 13 0,-1 5 10 0,-3 4 1 0,0-4 1 15,0 0-7-15,4 1-2 0,-8-1 0 0,4 1 0 16,0-1 2-16,-3 0 0 0,-1-2 0 0,4 2 0 16,0 0-18-16,-3 1 0 0,-4-1 0 0,3-2 0 15,-3-4 23-15,4 6 7 0,-8-3 2 0,4-2 0 16,0 5-32-16,-4-9 0 0,1 9 0 0,-1-9 0 15,4 0 12-15,-7 0-3 0,3 7-1 0,1-7 0 16,-4 0-38 0,3 0-8-16,-7 0-2 0,4-7 0 0,4 7-86 15,-4-3-18-15,3-6-3 0,-3-1-1 0,3-5-88 0,1-1-19 16</inkml:trace>
  <inkml:trace contextRef="#ctx0" brushRef="#br0" timeOffset="129034.02">24334 6206 806 0,'0'0'72'0,"0"0"-58"15,0 0-14-15,0 0 0 0,0 0 85 0,7-3 15 16,-7 3 2-16,11-7 1 0,-1 7-84 0,-3 0-19 0,1 0 0 0,2 0 0 15,-10 0 35-15,4 7 8 0,-4-7 1 0,7 9 1 16,0 1 51-16,0-1 9 0,-7 7 3 0,7-4 0 16,-7 4-16-16,3 3-2 0,-3-4-1 0,0 4 0 15,0 0-23-15,0 6-5 0,0-6-1 0,0 9 0 16,0-3-21-16,0-6-5 0,0 9-1 0,0-6 0 16,0 0 5-16,0 3 1 0,-3 3 0 0,3-3 0 15,3 1-18-15,-3-4-3 0,0 3-1 0,0-7 0 16,0 8-9-16,0-8-8 0,-3 1 12 0,3-3-12 15,0 3 32-15,0-1 0 0,0-8 0 0,-4 6 0 16,4-7-9-16,0 0-3 0,-3 1 0 0,3-1 0 16,0-9-5-16,0 10-2 0,-4-4 0 0,4-6 0 15,0 0 12-15,0 0 3 0,0 0 0 0,0 0 0 16,0 0-14-16,0 0-2 0,0 0-1 0,0 0 0 0,0 0 12 16,0 0 2-16,4-10 1 0,-1 1 0 0,4 0-14 15,-3-7-4-15,3 7 0 0,0-7 0 0,-3-3-8 0,3 7 0 16,0-10 0-16,-4 3 8 0,8 0-8 0,-4 3 0 15,0 4 0-15,0-4 0 0,4-3 0 0,-4 10 0 16,0 3 0-16,3-4-11 0,-3 1 11 0,0-1 0 16,0 7-9-16,0-3 9 0,4 6-10 0,-11 0 10 15,7-6-13-15,0 6 5 0,-7 0 8 0,11 6 0 16,-11-6 0-16,7 9 0 0,0 1 0 0,0-1-12 16,-4 1 12-16,4-1-12 0,-3 7 12 0,0-1 0 15,3-2 0-15,-4-4 0 0,4 7 0 0,-3 0 0 16,3-4 0-16,-4 4-8 0,1 0 8 0,3-4 8 15,-4 4-8-15,1-4 11 0,3 4-11 0,-4 3 0 16,5-4 9-16,-5-5-9 0,1 9 0 0,-1-10 9 16,1 10-9-16,3-3 0 0,-4-1 9 0,1 4-9 0,-1 0 0 0,1 0 9 15,-1-4-9-15,4-2 0 0,-3-4 0 0,3 7 0 16,-3-7 0-16,-1 1 0 0,1-1 0 0,-1 1 8 16,1-4-20-16,-1 3-4 0,-3-9 0 0,4 10-1 31,-4-10-79-31,0 0-15 0,0 0-3 0,0 0-1 15,0 0-117-15,-7 6-24 0</inkml:trace>
  <inkml:trace contextRef="#ctx0" brushRef="#br0" timeOffset="129870.953">22789 7799 172 0,'0'0'16'0,"0"0"-16"15,0 0 0-15,0 0 0 0,0 0 239 0,0 0 45 0,0 0 8 0,0 0 3 16,7 3-175-16,0 3-36 0,-7-6-6 0,7 3-2 16,-3 7 10-16,-1-4 2 0,1 3 0 0,-1 1 0 15,1-1-7-15,-1 1-1 0,1-1 0 0,3 7 0 16,-4-7-6-16,5 10-2 0,-5-3 0 0,1 2 0 16,-4 1-16-16,3-3-3 0,1 3-1 0,-4 0 0 15,0-1-38-15,0 8-14 0,0-1 9 0,3-3-9 16,-3 3 37-16,-3-7 3 0,-1 8 0 0,4-1 0 15,0-7-19-15,0 1-3 0,0-3-1 0,0-4 0 16,4 4-8-16,-1 0-1 0,-3-4-8 0,4-5 12 16,-4 2-1-16,0-9-1 0,0 0 0 0,0 0 0 15,0 0-10-15,0 0-14 0,0 0 3 0,0 0 1 16,0 0-135-16,0 0-27 0,-4-6-6 0,-3-4-890 16</inkml:trace>
  <inkml:trace contextRef="#ctx0" brushRef="#br0" timeOffset="130069.719">22835 7504 1825 0,'0'0'40'0,"0"-6"8"0,0-4 1 0,0 10 3 0,0 0-41 0,0 0-11 15,0 0 0-15,0 0 0 0,0 0 0 0,0 0 0 16,0 0 0-16,0 0 0 0,3 10 0 0,-3-1-11 15,0-9 3-15,4 6 0 16,-4-6-36-16,0 10-8 0,0-10 0 0,0 9-1 0,0-9 33 0,0 0 8 0,0 0 0 0,3 10-691 16</inkml:trace>
  <inkml:trace contextRef="#ctx0" brushRef="#br0" timeOffset="130673.184">23001 7943 874 0,'0'0'39'0,"0"0"8"16,0 0-38-16,0 0-9 0,0 0 0 0,-4 3 0 15,4 10 18-15,0-13 2 0,-3 3 0 0,3-3 0 0,0 0 96 0,0 9 19 16,0 1 4-16,0-1 1 0,0 1 16 0,0-4 3 15,3 3 1-15,-3 1 0 0,4 5-53 0,-1-5-11 16,-3-1-1-16,4 10-1 0,-1-3-38 0,1-4-8 16,-4 4-2-16,3-1 0 0,4-2-23 0,-3 6-5 15,-1-3-1-15,1-1 0 0,-1-5-1 0,1 2 0 16,3-2 0-16,-3-4 0 0,-4 3 4 0,0 1 1 16,0-10 0-16,3 9 0 0,-3-9 1 0,0 0 0 15,0 0 0-15,0 0 0 0,0 0-6 0,0 0-2 16,0 0 0-16,0 0 0 0,0 0 7 0,0 0 2 15,0 0 0-15,0 0 0 0,7 0-7 0,0-9 0 16,0-1-1-16,-3 1 0 0,-1-7-7 0,1 4 0 16,-1-4-8-16,4-9 12 0,-3 6-12 0,3-9 9 15,-3 9-9-15,3-6 8 0,0 0-8 0,0 6 0 0,0 0 0 16,0 4 0-16,0 2 0 0,0-3 0 0,4 4-9 16,-1-4 9-16,1 10 0 0,3-4-12 0,0 1 12 0,-3 0-10 15,-1 9 10-15,4-4-12 0,-3-2 12 0,-1 6-12 16,1 0 12-16,0 0 0 0,-4 6 0 15,3-2 0-15,1-4 0 0,-1 9-8 0,-3 0 8 0,0 1-8 16,1-4 8-16,-1 10 0 0,0-4 0 0,0-2 8 16,0 5-8-16,-4 4 0 0,4-3-8 0,-3-4 8 15,-1 4 0-15,1 3 0 0,-1-3 0 0,1-4 8 16,-1 4-8-16,1 3 0 0,0-4-8 0,3-2 8 16,-7 3 0-16,3-1 0 0,1-5 0 0,-1 2 0 15,-3-2 0-15,4 5 0 0,-4-5 0 0,3-4 11 16,1 3-89-1,-4-9-18-15,0 3-3 0,0-3-1 0,0 0-89 0,7 10-19 0,-7-10-3 16</inkml:trace>
  <inkml:trace contextRef="#ctx0" brushRef="#br0" timeOffset="131506.211">23851 8147 1648 0,'0'0'73'0,"0"0"15"0,0 0-70 0,0 0-18 0,7-6 0 0,-4-4 0 16,5 7 0-16,-1-3 10 0,-4-4-10 15,4 4 8-15,-3 6-8 0,-4 0 0 0,0-9 0 0,0 9 0 16,0-3 50-16,0-4 5 0,0 4 1 0,-4-3 0 16,4-3 31-16,-3 2 6 0,-1 4 2 0,1 3 0 15,-1-6-42-15,1 3-8 0,-5-4-1 0,5 7-1 16,-1-3 1-16,-3-3 1 0,4 6 0 0,-4 0 0 15,3-3-17-15,-6 3-4 0,3 0-1 0,-4 3 0 16,0-3-11-16,1 6-1 0,3-3-1 0,-4 4 0 16,-3-4-10-16,4 3 0 0,2 4 0 0,-2-1 0 15,-4 7 0-15,3-4 0 0,-3 4 0 0,3-1 0 16,1-2 8-16,-4 3-8 0,3 3 8 0,1-4-8 16,-1-2 0-16,0 6 8 0,1-4-8 0,6 1 0 15,-3-4 10-15,0-2-10 0,4-1 12 0,-1 7-12 16,1-7 13-16,3 1-4 0,0-4-1 0,0-6 0 15,0 3 5-15,0-3 1 0,0 0 0 0,7 10 0 16,-7-10 5-16,7 6 1 0,0-6 0 0,3 6 0 0,5-6-8 16,-8 0 0-16,7 0-1 0,-4 0 0 0,8-6-3 15,-4 6 0-15,-3-6 0 0,3 2 0 0,-4-2-8 16,4 6 12-16,4-9-12 0,0 6 12 0,-4-4-2 0,3-2 0 16,-2 0 0-16,-5-1 0 0,4 1 0 0,-3-1 0 15,3-5 0-15,-3 5 0 0,-1-5-1 0,1 2 0 16,-1-6 0-16,1-6 0 0,-4 9-1 0,3-2-8 15,1-11 12-15,-4 4-4 0,0 0-8 0,0 3 8 16,0-3-8-16,0 0 8 0,-3-3-8 0,3 3 0 16,0 6 0-16,-3-9 8 0,-1 9-8 0,-3-6 0 15,4 0 0-15,-1-3 0 0,1 9 0 0,-1 0 0 16,-3-6 0-16,4 6 0 0,-4 3 0 0,0-2 0 0,0-1 0 16,0 3 0-16,0 7-10 0,0-4 10 0,0-3 0 15,0 7-9-15,-4-7 9 0,4 13 0 0,-3-3-9 16,-1-3 9-16,4 9-8 0,0 0 8 0,0 0-10 0,0 0 10 15,0 0-12-15,0 0 3 0,-7 9 1 0,4 0 0 16,-5 1 8-16,8 5-13 0,-7-5 5 0,7 9 8 16,-3-4-8-16,3 4 8 0,0 0 0 0,0 0 0 15,0 6 0-15,0 3 0 0,0-3 0 0,0 3 0 16,0-3 0-16,0 1 0 0,3 2 0 0,-3 0 0 16,0-3 0-16,0 3 0 0,4-3 0 0,-4 4 0 15,3-1 0-15,1-3 0 0,-4 0 0 0,0-6 0 16,4 6 8-16,-1-6-8 0,-3 0 0 0,4-1 8 15,-4-2-8-15,3-3 0 0,1 2 0 0,-1 1 8 16,-3-4-8-16,4-2 8 0,-1-4-8 0,1 4 8 16,-1-1-8-16,-3-9 0 0,0 6 0 0,0-6 0 0,0 0-28 15,0 0 3-15,0 0 0 0,0 0 0 16,0 0-87-16,0 0-18 16,11 0-3-16,-4-6-1 0,0 6-82 0,0-9-16 0,-3 2-3 0,3 4-1 15</inkml:trace>
  <inkml:trace contextRef="#ctx0" brushRef="#br0" timeOffset="132051.968">24147 8141 1152 0,'0'0'102'0,"-3"0"-82"0,3-10-20 0,0 7 0 16,-7-3 172-16,7 6 31 0,0 0 5 0,0 0 2 15,0 0-135-15,0 0-27 0,0 0-6 0,0 0-1 16,0 0-28-16,0 0-5 0,0 0-8 0,7 0 11 15,-7 0 32-15,10 0 6 0,-6 0 2 0,-4 0 0 16,0 0 8-16,10 0 1 0,1 0 1 0,-4 6 0 16,0-3-23-16,4-3-5 0,-1 0-1 0,4 0 0 15,-3 0-15-15,3 0-3 0,0 0-1 0,7 0 0 16,-7 0-13-16,4 0 9 0,0 0-9 0,-1 0 8 16,1-3-8-16,0-3 10 0,-4 0-10 0,3 2 10 15,-3-2-2-15,1 3-8 0,-5-6 12 0,1 2-4 16,-1-2 8-16,1 0 0 0,0-7 1 0,-8 6 0 15,1 1-7-15,3 0-2 0,-4-4 0 0,-3 1 0 16,4 2-8-16,-4 1 0 0,-4-1 0 0,1 1 0 16,-1 6 0-16,-3-10 0 0,0 10 0 0,-4-3 0 15,1 6 0-15,-1-3-11 0,-3-4 3 0,0 7 0 0,0 7 8 16,-4-4 0-16,1-3 0 0,-1 6 0 0,-3 3 0 16,3 1-8-16,-3-1 8 0,0 1-8 0,0 5 8 0,3 1 0 15,0-3 0-15,4 2 0 0,0 4 0 0,0-3 0 16,3 3 8-16,1-1-8 0,3-2 10 0,0 3-2 15,3-7-8-15,1 7 12 0,-1 3 3 0,4-3 0 16,0-6 0-16,4 2 0 0,-1 1 1 0,1-4 0 16,-1 4 0-16,4 0 0 0,0-4-4 0,0-2 0 15,4 5 0-15,0-5 0 0,-4 6-3 0,7-7-1 16,-4 0 0-16,5 1 0 0,2-1-8 0,-3 1 12 16,4-4-12-16,0-3 12 0,-4 6-12 0,0-2 0 0,0-4 0 15,0-3 0-15,0 6 0 0,0-6 0 0,-3 0-9 16,3 0 9-1,0 0-112-15,-3-6-15 0,-1 3-3 0,4-4-1 16,-3-2-85-16,-1 0-16 0</inkml:trace>
  <inkml:trace contextRef="#ctx0" brushRef="#br0" timeOffset="132595.017">24920 7987 1310 0,'0'0'58'0,"0"0"12"0,0 0-56 0,0 0-14 16,0 0 0-16,0 0 0 0,0 0 60 0,0 0 8 15,0 0 3-15,0 0 0 0,0 0-43 0,0 0-9 16,0 0-2-16,0 0 0 0,0 0 23 0,0 0 5 15,0 0 1-15,0 0 0 0,0 0-10 0,0 0-3 16,0 0 0-16,0 0 0 0,0 0-1 0,0 0-1 16,0 0 0-16,0 0 0 0,0 0-8 0,0 0-2 15,0 0 0-15,0 0 0 0,0 0 23 0,0 0 5 16,0 0 1-16,0 0 0 0,0 0 4 0,0 0 1 16,0 0 0-16,0 0 0 0,0 0-32 0,0 0-7 15,0 0 0-15,0 0-1 0,0 0 9 0,0 0 3 16,0 0 0-16,0 0 0 0,0 0-2 0,0 0 0 0,0 0 0 0,0 0 0 15,0 0-25-15,0 0 0 0,0 0 0 0,0 0 0 16,0 0 0-16,-4 3 12 0,4 7-2 0,-3-4 0 16,-4 3-10-16,0 1 0 0,-4 5 9 0,0-5-9 15,1-1 12-15,-1 10-1 0,-3-10-1 0,0 10 0 16,-4-3 6-16,4 3 0 0,-3-1 1 0,3-2 0 16,-1 9 8-16,-2-6 2 0,3 0 0 0,3-3 0 15,-3 2-27-15,3-5-20 0,1 3 3 0,-1 2 1 16,1-8 25-16,3-1 6 0,0 7 1 0,3-7 0 15,-3 1-16-15,3-4-16 0,1 3 3 0,-1-6 1 16,4-3-1-16,0 7 0 0,0-7 0 0,0 0 0 16,0 0-72-1,0 0-15-15,0 0-2 0,0 0-1 0,0 0-88 0,0 0-17 16,0 0-4-16</inkml:trace>
  <inkml:trace contextRef="#ctx0" brushRef="#br0" timeOffset="133014.633">24609 7937 1796 0,'0'0'40'0,"0"0"8"0,0 0 1 0,0 0 1 0,0 0-40 0,0 0-10 0,0 0 0 0,0 0 0 15,0 0 31-15,0 0 4 0,0 0 1 0,0 0 0 16,7 0 20-16,-7 0 4 0,0 0 0 0,11 6 1 16,-7-3 12-16,-4-3 3 0,7 6 0 0,0 4 0 15,0-4-20-15,0 4-4 0,0-1-1 0,0 0 0 16,-4 1-6-16,4-1-1 0,-3 7 0 0,3-4 0 16,0 4-18-16,0 3-4 0,0-3-1 0,0-4 0 15,4 4 3-15,-4 3 0 0,3-1 0 0,1-2 0 16,0 3-7-16,3 0-1 0,-4 0 0 0,4 6 0 15,4-7-3-15,-4 8-1 0,4-1 0 0,-1-7 0 16,1 8 0-16,0-8 0 0,-4 1 0 0,0 6 0 16,-3-6-12-16,3-6 0 0,3 2 0 0,-6 1-10 15,3-3 10-15,-3-4 0 0,-1-3 0 0,1 10 0 16,-4-13 0-16,3 6 0 0,-6-2 0 0,3-4 8 16,0 6-64-16,-7-9-13 15,0 0-3-15,0 0 0 0,0 0-113 0,0 0-23 0,0 0-5 16</inkml:trace>
  <inkml:trace contextRef="#ctx0" brushRef="#br0" timeOffset="136124.19">25569 7523 403 0,'0'0'36'0,"0"0"-36"0,0 0 0 0,0 0 0 16,0 0 131-16,0 0 19 0,0 0 4 0,0 0 1 0,0 0-104 0,0 0-21 15,0 0-4-15,0 0-1 0,0 0 27 16,0 0 6-16,0 0 1 0,0 0 0 0,0 0 17 15,0 0 4-15,0 0 1 0,0 0 0 0,0 0-5 16,0 0-2-16,0 0 0 0,0 0 0 0,7 3-14 0,4 3-2 16,-11-6-1-16,10-6 0 0,1 6-13 0,-1 0-2 15,1 6-1-15,-1-6 0 0,5 0-13 0,-1 0-4 16,0 0 0-16,0 0 0 0,4 0 0 0,-1 3 0 16,4 4 0-16,1-7 0 0,-1 0 3 0,0 0 0 15,4 0 0-15,-4 0 0 0,3 0 10 0,1 0 3 16,3 0 0-16,-3-7 0 0,3 7-11 0,0 0-1 15,1-3-1-15,-1 3 0 0,0 0-7 0,-3 0 0 16,3 0-1-16,0-6 0 0,-3 6-7 0,3 0-2 16,-3 0 0-16,3 0 0 0,0 0-2 0,1 6-8 0,-1-6 12 15,0 0-4-15,0 0 1 0,0-6 0 0,1 6 0 0,-1 6 0 16,0-6 0-16,-7 0 0 0,4 3 0 0,0-3 0 16,-4 0 1-16,-4 0 0 0,5 0 0 0,-5 0 0 15,4 0 4-15,1 0 1 0,-5 0 0 0,8 0 0 16,-4 0 1-16,4 0 1 0,3 0 0 0,0 0 0 15,-3 0-7-15,3 0-2 0,0 0 0 0,1 0 0 16,-1 0-8-16,4 7 0 0,-4-7 9 0,0 0-9 16,0 3 0-16,-3 3 9 0,0-6-9 0,-1 0 0 15,-3 0 8-15,-6 6-8 0,9-2 0 0,-3-4 0 16,1 6 0-16,-1-3 10 0,0-3-10 0,-3 6 8 16,3-6-8-16,0 0 12 0,0 3-12 0,0-3 12 15,4 0-4-15,-4 0 0 0,0 0 0 0,0 0 0 0,-3 0-8 16,3 0 12-16,0 0-12 0,-3 0 12 0,3 0-12 15,-3 0 12-15,0 0-12 0,3 0 12 0,-4 7-12 16,1-4 10-16,-4-3-10 0,4 0 10 0,-4 0-10 0,3 0 10 16,-6-3-10-16,7 3 10 0,-4 3-10 15,0-3 8-15,0 0-8 0,0-3 8 0,0-4-8 0,4 7 0 16,-4 10 0-16,0-10 8 0,0 0-8 0,0 0 8 16,0 0-8-16,1 0 8 0,2 0-8 0,-3 0 8 15,0 0-8-15,4 0 8 0,-4 0-8 0,0 0 0 16,0 0 0-16,0-3 0 0,1 3 0 0,-5 0 0 15,8 0 8-15,-1 0-8 0,-2 0 0 0,-5 0 0 16,8 0 0-16,-4 0 8 0,0 0-8 0,0 0 0 16,0 0 0-16,-3 0 0 0,3 0 0 0,-3-7 8 0,-1 7-8 15,1 0 8-15,-1 0-8 0,-6 0 0 0,10 0 0 16,-4 0 0-16,-2 0 0 0,-5 0 0 0,11 0 0 16,-7 0 0-16,-3 0 0 0,6 0 0 0,-6 0 0 15,3 0 0-15,-7 0 0 0,11 0 0 0,-1 7 0 0,-3-4 0 16,0-3 0-16,-3 0 0 0,6 0 0 0,1-3 0 15,-1 3 0-15,1 0 0 0,0 0 0 0,-4 0 0 16,3 0 0-16,1 0 0 0,-1 0 0 0,-6 0 0 16,10 0 0-16,-3 0 0 0,-11 0 0 0,0 0 0 15,0 0 0-15,14 0 0 0,-4 0 0 0,-10 0 0 16,0 0 0-16,0 0 0 0,7 0 0 0,-3 0 0 16,-4 0 0-16,0 0 0 0,11-7 0 0,-11 7 8 15,10 7-8-15,-10-7 0 0,0 0 0 0,4 0 0 16,10 3 0-16,-4-3 0 0,-10 0 0 0,0 0 0 0,7 0 0 15,-3 0 0-15,10-3 0 0,-7 3 0 0,-7 0 0 16,4 0 0-16,10 3 8 0,-11-3-8 0,-3 0 0 0,7-3 0 16,-7 3 0-16,11-7 0 0,-4 7 0 0,-7 0 0 15,0 0 0-15,0 0 0 0,7 7 0 0,-7-7 0 16,0 0 0-16,0 0 0 0,11 0 0 0,-11 0 0 16,0 0 0-16,0 0 0 0,0 0 0 0,0 0 0 15,0 0 9-15,0 0-9 0,0 0 0 0,0 0 0 16,0 0 0-16,0 0 8 0,0 0-8 0,0 0 0 15,0 0 0-15,0 0 0 0,0 0 0 0,0 0 9 16,0 0-9-16,0 0 10 0,0-7-2 0,0 7-8 16,0 0 12-16,0-9-4 0,0 9 4 0,0-9 0 15,0-1 0-15,0 1 0 0,-4-1-12 0,-3 4 12 0,7 6-12 16,-7-3 12-16,-4-3-12 0,1-4 0 0,-1 1 0 16,1-1 0-16,-1 1 0 0,-3 3 0 0,-4-4 0 0,1 1 0 15,-1-1 0-15,0 1 0 0,-6 0 0 0,10-1 0 16,-8 4 0-16,-2-3 0 0,10-1 0 0,-8 1 8 15,12-1-8-15,-4 1 0 0,0 3 0 0,0-4 0 16,3 7 0-16,0-6 0 0,1-1 0 0,-1-2 0 16,-3 9 0-16,11-7 0 0,-5 1 0 0,-2 3 0 15,3-4 11-15,0 1-3 0,-4 6-8 0,4-4 12 16,0 1-12-16,-3 3-10 0,2-3 2 0,1 3 0 16,-3-4 8-16,6 4 0 0,1-3 0 0,-4 6 0 15,3-3 0-15,4 3 0 0,-7-7 0 0,7 7 0 16,0 0 0-16,0 0 0 0,0 0 0 0,0 0 0 15,0 0 0-15,0 0 0 0,0 0 0 0,0 0 0 16,0 0 0-16,0 0 0 0,0 0 0 0,0 0 0 0,0 0 0 16,7 7 0-16,0-4 0 0,0-3 0 0,-3 9 0 15,10-2 0-15,-3-4 0 0,-4-3 0 0,3 6 0 0,1 3 0 16,-4-9 0-16,7 10 0 0,-7-10 0 0,4 9 0 16,-1-9 0-16,1 10 0 0,-4-4 0 0,7-3 0 15,-4 3 0-15,1-3 0 0,3 4 0 0,-3 2 0 16,-1 0 0-16,4-2 0 0,-3-4 0 0,3 6 0 15,-3-2 0-15,10-4 0 0,-7 3 0 0,4-3 0 16,-1 3 0-16,-3 4-8 0,-3-1 8 0,7-3-8 16,-1-2 8-16,-3 2-8 0,-3-3 8 0,3 3 0 15,-3 4 0-15,-4-10 0 0,3 9 0 0,-3-9 8 16,-7 0-8-16,7 9 11 0,-3-2-11 0,10-4 0 0,-14-3 0 16,0 0 0-16,0 0 0 0,11 6 0 0,-11-6 0 15,0 0 0-15,7 3 0 0,-7-3 0 0,0 0 0 0,3 10 0 16,-3-10 0-16,4 6 0 0,-4-6 0 0,0 0 0 15,0 0 0-15,0 0 0 0,3 3 0 0,4 3 0 16,-7 4 0-16,0-10 0 0,0 0 0 0,0 6 0 16,0-6 0-16,0 9 0 0,0-5 0 0,-3 5 0 15,-1 0 0-15,4 7 0 0,-7-6 0 0,4-1 0 16,-4 0-8-16,-4 1 8 0,11-1-10 0,-7 7 10 16,-4-1 0-16,1-2 0 0,-1 3-8 0,-3 3 8 15,4-1 0-15,-1-2 0 0,-3 3 0 0,0 6 0 16,3-6 0-16,1 0 0 0,-5-1 0 0,5-2 0 15,-1 3 0-15,1 0 0 0,3-4 0 0,-4 1 0 0,0-3 0 16,1 5 0-16,3-8 8 0,-7 5-8 0,7-5 0 16,0 6 10-16,-4-4-10 0,7-6 8 0,-3 10-8 0,0-7 0 15,0-5 0-15,-3 5 0 0,6 0 0 16,-3 1-12-16,0-4 2 0,0-3 1 16,-4 4-175-16,8 2-34 0,-8-9-7 0</inkml:trace>
  <inkml:trace contextRef="#ctx0" brushRef="#br0" timeOffset="142071.416">29404 7711 403 0,'0'0'36'0,"0"0"-36"0,0 0 0 0,0 0 0 0,0 0 239 0,0 0 41 16,-4-6 8-16,4 6 1 0,0 0-147 0,0 0-30 15,0 0-5-15,0 0-2 0,0 0-41 0,0 0-8 16,0 0-1-16,0 0-1 0,0 0-35 0,0 0-7 15,0 0-2-15,0 0 0 0,0 0-2 0,0 0 0 16,0 0 0-16,0 0 0 0,0 0 32 0,0 0 5 16,-7 6 2-16,7-6 0 0,0 0-11 0,11 9-3 15,-11-9 0-15,0 0 0 0,0 0 31 0,0 0 5 16,7 10 2-16,0-4 0 0,3-3-29 0,1-3-6 0,-1 0 0 0,5 0-1 16,-1-3-17-16,-4-3-3 15,11-4-1-15,-3 10 0 0,-7-9-5 0,13 3-1 0,-6-4 0 0,0 1 0 16,3 0 4-16,-7 5 0 0,11-5 0 0,-15 3 0 15,4-4 6-15,7 1 2 0,-6 3 0 0,-5-4 0 16,-3 7-10-16,0-3-2 0,4-4 0 0,-1 1 0 16,-3 0 4-16,1-1 0 0,-8 1 0 0,10-7 0 15,1 7-12-15,-8-7 8 0,-3 7-8 0,0-1 8 16,0 1-8-16,7-1 8 0,-7 1-8 0,-7 0 8 16,7 2-8-16,0-2 0 0,0-1 0 0,-3 1 8 15,-8 0-8-15,8-1 8 0,-4 4-8 0,-1 6 8 16,1-9-8-16,-3 5 0 0,-1-2-12 0,4 6 12 15,-3-3-12-15,-1-3 12 0,-3 6-12 0,-4-3 12 0,4 3 0 16,0 0 0-16,-7 0 0 0,10 3 0 16,-6-3-9-16,-1 9 9 0,0-3 0 0,4-2 0 0,-3 2-10 15,3-3 10-15,-8 6-8 0,8 1 8 0,4 2 0 16,-1 1 0-16,-3 3 0 0,0-4 0 0,0 4 0 0,0 3-8 16,-4-4 8-16,7 4-12 0,-3 6 12 0,0-6 0 15,4 0 0-15,-1-4 0 0,0 4 0 0,4 0 0 16,0 0 0-16,-3 0 0 0,10 3 0 0,-7-3 0 15,3-7 0-15,4 10 0 0,0-3 0 0,0-7 0 16,4 4 12-16,-4 3-4 0,3-3-8 0,1-4 0 16,3-3 0-16,-4 7 8 0,8 0-8 0,0-7 11 15,-1 4-11-15,4-7 12 0,0 3-4 0,0 1 0 16,-3-1 0-16,7-2 0 0,-1-4 0 0,8 3 0 0,-4-3 0 16,0 3 0-16,-3-6 12 0,7 0 1 0,-1 0 1 15,1 0 0-15,-4 0-22 0,4 0 0 0,-7 0 0 16,-1-6 0-1,-3 6-40-15,-3 0-2 0,3 0-1 0,-3 0 0 16,-1 0-76-16,1 0-15 0,-11 0-3 0,3-3-1 16,8-3-70-16,-4 3-13 0,-7-4-3 0,0-2-1 0</inkml:trace>
  <inkml:trace contextRef="#ctx0" brushRef="#br0" timeOffset="142737.649">29982 7498 1724 0,'0'0'38'0,"0"0"8"0,0 0 2 0,0 0 0 0,11 0-39 0,-1 0-9 16,-10 0 0-16,0 0 0 0,0 0 0 0,0 0 0 15,0 0 0-15,0 0 0 0,0 0 40 0,4 9 7 16,-4-3 1-16,7 4 0 0,-7-1 40 0,0 1 9 15,0-1 2-15,0 10 0 0,0-3-44 0,0 2-9 16,-7-2-2-16,7 3 0 0,-4 0-12 0,4 0-4 16,-10-1 0-16,10 1 0 0,-4 6-2 0,-3-6-1 15,7-3 0-15,0 3 0 0,-7-4-1 0,7-2 0 16,-7 2 0-16,7-5 0 0,0 6-4 0,0-7-2 16,0 0 0-16,0 1 0 0,0-10 1 0,0 6 0 0,0-6 0 15,0 3 0-15,0-3 2 0,0 0 1 0,0 0 0 16,0 0 0-16,0 0-2 0,0 0 0 0,0 0 0 0,0 0 0 15,0 0-3-15,0 0-1 0,0 0 0 0,0 0 0 16,0-3-6-16,7-3-2 0,-3-10 0 0,-1 7 0 16,-3-1-8-16,7 1 10 0,-3-10-10 0,3 10 10 15,0-7-10-15,-7-3 0 0,10 0 0 0,-10 1-11 16,11 2 11-16,-4-9 0 0,0 6 0 0,4 0 0 16,-1 0-15-16,-6 0 3 0,6 4 0 0,1-4 0 15,-4 10 12-15,0-7-11 0,0 7 11 0,-3-1-10 16,6 1 10-16,-6 2-12 0,6-2 12 0,-3 6-12 15,-3-3 12-15,7 6 0 0,-8-4 0 0,8-2 0 16,-11 6-8-16,7 0 0 0,0 6 0 0,-7-6 0 16,7 4 8-16,-4 5-12 0,8-3 12 0,-4 4-12 15,0 5 12-15,0-2 0 0,-3-4-9 0,-4 7 9 0,10 3 0 16,-6 0 0-16,6-1 0 0,1 8 0 0,-4-8 0 0,0 1 0 16,4 6 0-16,-4-6 0 0,0 3 0 0,3 0 0 15,-10-3 0-15,7-4 0 0,-3 4 0 0,3 0 0 16,-4-3 9-16,-3-1-9 0,4-2 10 0,-4-4-2 15,0 7-8-15,7-7 12 0,-3-2-12 0,-4-4 9 16,0-3-9-16,0 0 8 0,0 0-8 0,0 0-9 16,0 0 9-16,0 0-13 15,0 0-93-15,0 0-18 0,0 0-4 0,0 0-1 16,0 0-123-16,0-10-25 0,-4-15-5 0,8 7-1 0</inkml:trace>
  <inkml:trace contextRef="#ctx0" brushRef="#br0" timeOffset="143059.444">30734 7031 2026 0,'0'0'90'0,"0"0"18"0,0 0-86 0,0 0-22 0,-7 0 0 0,7 3 0 15,-4 6-14-15,0 7-7 0,-3-7-2 0,4 10 0 16,-4 0 35-16,3 0 6 0,-6 3 2 0,10 0 0 15,-11 6 40-15,8 3 9 0,-4-3 2 0,-1 1 0 16,1-1-8-16,4 6-2 0,-4 1 0 0,7-7 0 16,-4 6-10-16,-3 1-3 0,7 3 0 0,-3-4 0 15,3 4-20-15,0-7-4 0,0-3 0 0,0 7-1 16,0-7-7-16,-4 0-2 0,4-3 0 0,-7 4 0 0,7-1-14 0,0-6 8 16,0-3-8-16,0-1 0 0,0-2 13 0,0-3-3 15,0-4-1-15,0 0 0 0,-3 7 0 16,3-13 0-16,0 3 0 0,0-6 0 0,0 10-25 0,0-10-6 15,0 0-1-15,0 0 0 16,0 0-109-16,0 0-23 0,-7-10-4 0,7 1-921 0</inkml:trace>
  <inkml:trace contextRef="#ctx0" brushRef="#br0" timeOffset="143356.868">30363 7460 2343 0,'-10'-6'104'0,"-1"3"21"0,7-4-100 0,1 4-25 0,3 3 0 0,0 0 0 16,0 0 0-16,0 0 0 0,0 0 8 0,0 0-8 15,7 3 14-15,4-3 1 0,-1 7 0 0,4-4 0 16,-3-3 58-16,3 6 12 0,4-6 3 0,-1 3 0 16,-3-3-20-16,8 7-3 0,-8-4-1 0,7-3 0 15,0 0-32-15,-3 0-6 0,3 0-2 0,3 6 0 16,-2-6-12-16,-5 0-4 0,11 0 0 0,-10 0 0 15,7 0-8-15,0 0 0 0,-4 0 0 0,3-6 0 16,-2 6 0-16,-8 0 0 0,7 0 0 0,-7 0 0 16,0 0-27-16,-3 0-4 15,3 0-1-15,-4 0 0 0,-10 0-132 0,14 0-28 16,-14 0-4-16,0 0-558 0,0 0-111 0</inkml:trace>
  <inkml:trace contextRef="#ctx0" brushRef="#br0" timeOffset="143842.745">30829 7730 460 0,'0'0'41'0,"3"9"-33"16,-3 1-8-16,0-1 0 0,7-3 194 0,-7 4 37 0,0-1 7 0,4 7 2 16,-1-7-134-16,-3 4-26 0,0-7-6 0,0 10-1 15,0-7-9-15,0 1-1 0,0-1-1 0,0 0 0 16,0 1 21-16,0-1 4 0,0-9 1 15,8 6 0-15,-5-2-16 0,-3 5-4 0,0-9 0 0,0 0 0 16,7 6-6-16,-7-6-2 0,0 0 0 0,0 0 0 16,0 0-11-16,0 0-2 0,0 0-1 0,0 0 0 15,0 0-5-15,0 0-1 0,0 0 0 0,0 0 0 16,0 0-4-16,0 0-2 0,4-9 0 0,-1-1 0 16,4-5-3-16,-3 5-1 0,-4-5 0 0,0 5 0 15,7-9-13-15,-4 4-2 0,-3 2-1 0,7-6 0 16,-3 4-14-16,-1-4 8 0,4 0-8 0,-3-3 0 15,-4 3 0-15,7 7 0 0,-3-7 0 0,6 3 0 16,-6 1 0-16,6-4 0 0,-3 0 0 0,0 3 0 16,0 7 0-16,4 0 0 0,-7-7 0 0,10 6-10 15,-7 7 10-15,0-6 0 0,3-1-9 0,1 4 9 0,-4-3 0 16,0 9 0-16,4-10 0 0,-1 10 8 0,-6-6-8 16,6 6-17-16,1 0 4 0,0 0 1 0,-1 0 3 15,-6 0 1-15,6 0 0 0,4 0 0 0,-14 0-8 16,11 6 0-16,-4 1-1 0,-4-4 0 0,-3-3-2 15,11 9 0-15,-11-9 0 0,4 6 0 16,6 4-27-16,-10-7-6 0,11 6 0 0,-8-2-1 16,-3-7-100-16,0 0-20 0,0 0-4 0,0 9-1 15,0 7-29-15,0-7-5 0,0-9-2 0,0 0 0 16</inkml:trace>
  <inkml:trace contextRef="#ctx0" brushRef="#br0" timeOffset="144143.571">31256 7532 2426 0,'0'0'108'0,"0"0"21"0,0 0-103 0,0 0-26 0,0 0 0 0,10 0 0 16,-10 0 0-16,11 3 0 0,-1 4-14 0,-6-4 5 16,3 3 9-16,-3 4 0 0,3-1 0 0,-4 0-8 15,-3 1 40-15,0-1 8 0,0 7 1 0,0-7 1 16,0 1-1-16,4-1 0 0,3 7 0 0,-4 3 0 15,4-10-15-15,-3 7-3 0,-4-7-1 0,0 10 0 16,10-3-13-16,-6-4-9 0,3-3 12 0,-3 7-12 16,3-6 11-16,-4-1-11 0,1 0 10 0,6 1-10 15,-10-4 8-15,11 3-8 0,-4-2 0 0,-4-4 9 16,1 3-29 0,6-3-7-16,1-3-1 0,-7 7 0 0,-4-7-109 0,10 0-23 0,1 0-4 15,-4 0 0-15,0 0-60 0,0-7-11 0</inkml:trace>
  <inkml:trace contextRef="#ctx0" brushRef="#br0" timeOffset="144513.905">31668 7470 1494 0,'0'0'66'0,"0"-7"14"0,0 7-64 15,0 0-16-15,0 0 0 0,7-3 0 0,1-3 19 0,-5 3 1 0,-3 3 0 0,7-7 0 16,-7 7 0-16,0 0 0 0,0 0 0 0,0 0 0 15,0 0 81-15,0 0 17 0,0 0 3 0,0 0 1 16,0 0-34-16,0 0-6 0,0 0-2 0,-7 10 0 16,7-1-30-16,-3 1-6 0,-5-4-2 0,5 13 0 15,-1-10-17-15,-3 10-3 0,4-3-1 0,-4 3 0 16,-4-1 18-16,4 7 3 0,0-6 1 0,-7 6 0 16,3 0-14-16,1-3-2 0,-4 10-1 0,3-4 0 15,-3 0 10-15,-7 0 1 0,7 7 1 0,-11-7 0 16,11 7-21-16,-7-1-4 0,-4 4-1 0,0-4 0 15,1 4 4-15,-1-4 0 0,4 1 0 0,-4-1 0 16,4-5 6-16,7 5 2 0,-7-6 0 0,7 7 0 16,-4-7-12-16,0-3-1 0,4 0-1 0,4-3 0 15,-1 3-10-15,4-6 0 0,-4 6 9 0,4-6-9 16,-3 0 0-16,6 0 0 0,-6-4 0 0,6 4 0 16,-6-3-54-16,10-4-15 15,-11 4-3-15,7 3-1 0,-3-4-166 0,-3-5-33 0</inkml:trace>
  <inkml:trace contextRef="#ctx0" brushRef="#br0" timeOffset="154739.405">26550 4989 172 0,'0'0'16'0,"0"0"-16"16,7 0 0-16,-7 0 0 0,0 0 158 0,3-6 29 15,8 6 5-15,-11 0 2 0,0 0-81 0,3 0-16 16,-3 0-3-16,0 0-1 0,0 0-37 0,0 0-8 16,7 0-2-16,-7 0 0 0,0 0-10 0,0 0-1 15,0 0-1-15,0 0 0 0,7 6-2 0,0 4 0 16,-7-10 0-16,0 0 0 0,0 9 0 0,0 0-1 15,0 1 0-15,0-1 0 0,0 1 1 0,-3-1 0 16,-1 4 0-16,1-4 0 0,-1 3-1 0,1-2 0 16,-4 6 0-16,-4-7 0 0,11 10 1 0,-7-4 1 15,0-2 0-15,-3 9 0 0,-1-3-2 0,0 0-1 16,-3-1 0-16,4 8 0 0,-1-8 0 0,0 11 0 16,1-11 0-16,-4 7 0 0,7-6-19 0,-4 6-11 15,1-6 12-15,-1-3-12 0,0-4 20 0,1 10-2 16,3-9-1-16,0 3 0 0,-4 2-5 0,4-8-2 0,4 5 0 15,-5-2 0-15,1-7-1 0,4 4 0 0,-1-1 0 16,1 0 0-16,-1-2-9 0,4-7 12 0,0 0-12 0,0 0 12 16,0 0-12-16,0 0-12 0,0 0 2 0,0 0 1 31,0 0-57-31,0 0-11 0,0 0-3 0,0 0 0 16,-3 0-120-16,3 0-25 0,-4-7-5 0</inkml:trace>
  <inkml:trace contextRef="#ctx0" brushRef="#br0" timeOffset="155206.123">26571 4955 288 0,'0'0'25'0,"0"0"-25"16,0 0 0-16,0 0 0 0,0 0 194 0,0 0 34 15,0 0 6-15,0 0 2 0,0 0-146 0,0 0-29 16,0 0-5-16,0 0-2 0,0 0-6 0,0 0 0 16,7-10-1-16,-7 10 0 0,0 0-3 0,0 0-1 15,3 0 0-15,-3 0 0 0,0 0-15 0,0 0-2 16,0 0-1-16,0 0 0 0,0 0-1 0,7 10-1 15,-3-4 0-15,3 3 0 0,-3 1 3 0,-1-1 1 0,1 1 0 0,-4 8 0 16,3-2 1-16,1-3 1 0,-1 9 0 0,-3-4 0 16,0 1 4-16,4 0 1 0,-1 0 0 15,1 0 0-15,-4 6-4 0,3 0-1 0,-3-6 0 16,4 6 0-16,-1-3-13 0,1 3-4 0,-4 3 0 0,0 3 0 16,3-9 4-16,1 10 0 0,-1-1 0 0,1 3 0 15,-4-5-8-15,4 5-8 0,-1-9 11 0,1 3-11 16,-1-2 12-16,1-8-12 0,-1 7 12 0,1-6-12 15,3-3 25-15,-4-3-1 0,1 2-1 0,-1-5 0 16,1-1-23-16,-4 0 0 0,0-9 0 0,3 7 0 16,-3-7-102-1,0 0-18-15,0 0-4 0,0 0-852 0</inkml:trace>
  <inkml:trace contextRef="#ctx0" brushRef="#br0" timeOffset="155515.722">26405 5394 172 0,'0'0'16'0,"0"0"-16"0,0 0 0 0,0 0 0 16,0 0 342-16,0 0 66 0,0 0 12 0,7 6 4 15,-7-6-288-15,11 0-56 0,3 0-12 0,0 0-3 16,0 0 12-16,0 0 3 0,-3 0 0 0,6 0 0 16,1 6-28-16,-4-6-4 0,4 3-2 0,-1-3 0 15,-3 0-29-15,4 0-5 0,-4 0-2 0,0 7 0 16,-3-7-10-16,3 0 0 0,-3 3 0 0,-1-3 0 31,-3 0-24-31,-7 0-11 0,7 0-1 0,-7 0-1 16,11 0-163-16,-4 0-33 0,-7 0-7 0</inkml:trace>
  <inkml:trace contextRef="#ctx0" brushRef="#br0" timeOffset="156068.425">26786 5588 403 0,'0'0'36'0,"0"6"-36"16,0-6 0-16,0 10 0 0,0 2 210 0,0-2 35 16,0-4 7-16,0 3 2 0,0 7-164 0,4-13-33 15,-4-3-6-15,3 10-2 0,1-4-13 0,-4-6-4 16,0 0 0-16,0 0 0 0,3 3 16 0,-3-3 2 15,0 0 1-15,0 0 0 0,0 0 0 0,0 0 0 0,0 0 0 0,0 0 0 16,0 0 6-16,11 0 2 0,-11 0 0 0,3-3 0 16,4-3-15-16,-3-4-4 0,3 7 0 0,-4-3 0 15,1-7-9-15,-4 1-3 0,3 2 0 0,1-9 0 16,-4 7-12-16,3-4-2 0,1-3-1 0,-4 4 0 16,4-4 4-16,-4 3 1 0,3-3 0 0,1 1 0 15,-1 2 4-15,4-3 1 0,-3 7 0 0,3-4 0 16,-4 0 8-16,4-3 1 0,4 7 1 0,-4-4 0 15,4 1-23-15,-1 5-10 0,1-9 8 0,-1 10-8 16,1-7 8-16,-4 7-8 0,4-1 0 0,-4 7 8 16,7-6-8-16,-4 3 0 0,-3-4 9 0,4 4-9 15,0 6 0-15,-4-3 0 0,0-3-10 0,0 6 10 16,3 0-9-16,1 0 9 0,-8 0 0 0,4 6-9 16,4-3 9-16,-4-3 0 0,0 6-9 0,-3-6 9 0,6 10 0 15,-6-4-11-15,3-3 11 0,-4 6-8 16,4-2-21-16,-3 2-4 0,-4-6-1 15,3 7 0-15,1-4-7 0,-4-6-2 0,0 9 0 16,4-2 0-16,-4-7-94 0,0 0-19 0,0 0-4 0,0 3-469 16,0-3-94-16</inkml:trace>
  <inkml:trace contextRef="#ctx0" brushRef="#br0" timeOffset="156619.744">27206 5381 1627 0,'0'0'72'0,"0"0"15"0,0 0-70 0,0 3-17 0,0 7 0 0,0-4 0 15,0 3 16-15,0 1-1 0,3-1 0 0,-3 7 0 16,4-7-3-16,-1 1-1 0,1 8 0 0,-1-8 0 16,-3 6 24-16,0-1 5 0,4-2 0 0,-4 2 1 15,3-2 12-15,-3-4 3 0,0 7 0 0,0 0 0 16,0-7-14-16,0 1-2 0,0-1-1 0,4 0 0 0,-4 1-9 16,0-1-2-16,4 1 0 0,-4-10 0 15,3 6-4-15,-3-6-2 0,0 9 0 0,0-9 0 16,0 0 5-16,0 0 1 0,0 0 0 0,0 0 0 0,0 0 8 15,0 0 3-15,0 0 0 0,0 0 0 0,0 0-3 16,0 0 0-16,4-6 0 0,3-3 0 0,-4-1-22 0,1 1-5 16,-1-1-1-16,1-5 0 0,-4 2-8 0,0-3 8 15,3-2-8-15,-3-1 8 0,0 0 0 0,4-6 0 16,-4 6 0-16,3 0 0 0,1-6-8 0,-4 10 0 16,3-4 0-16,1 0 0 0,-1 0 0 0,1 3 0 15,0-2 0-15,-1 2 0 0,1 7 0 0,6-1 0 16,-6-2 0-16,3-1 0 0,0 4 0 0,0-1 0 15,0 1 0-15,0 6 0 0,0-4-8 0,-3-2 8 16,6 6 0-16,-6-3 0 0,3-1 0 0,0 4-11 16,-7 3 11-16,7 0-8 0,-7 0-12 0,0 0-1 0,0 0-1 15,0 0 0 1,0 0-97-16,10 3-19 0,-10-3-4 0,7 7-1 16,1 2-80-16,-8-9-16 0,14 9-3 0,-14-9-1 0</inkml:trace>
  <inkml:trace contextRef="#ctx0" brushRef="#br0" timeOffset="157223.548">27664 5365 802 0,'0'0'36'0,"0"0"7"0,0 0-35 0,0 0-8 15,0 0 0-15,-3 0 0 0,-4 0 150 0,0 0 28 16,0 0 6-16,-4 0 0 0,1 7-78 0,-5-7-16 16,8 3-3-16,0-3-1 0,-3 6-26 0,3-3-6 15,-4 4-1-15,-7-4 0 0,15 3-24 0,-8 3-5 16,1 1 0-16,-1-1-1 0,1 1-15 0,3-1-8 16,-1 0 10-16,-2 7-10 0,3-7 8 0,0 7-8 15,0-3 0-15,3 2 0 0,1 1 8 0,-1-3-8 16,1-4 0-16,3 7 9 0,-4-7 3 0,8 7 1 15,-4-7 0-15,7 1 0 0,-4-1 3 0,4 0 1 16,-3-2 0-16,6-4 0 0,-3 6-1 0,0-9-1 16,8 6 0-16,-5-2 0 0,1-4-3 0,3 0-1 0,-4 0 0 15,5 0 0-15,-5 0-1 0,4-4 0 0,-3-2 0 16,-1 6 0-16,1-9-10 0,0 9 0 0,-8-10 0 0,11 1 0 16,-7 3 9-16,0 3 0 0,0-7 0 0,-7 1 0 15,11-7-9-15,-11 7 8 0,4-7-8 0,-4 7 8 16,3-10-8-16,1 9 0 0,-8-8 0 0,4 8 0 15,-3-6 8-15,3 7-8 0,3 0 0 0,-3-1 8 16,-3 1 7-16,3 3 1 0,0 6 0 0,0 0 0 16,0 0 3-16,0 0 1 0,0 0 0 0,0 0 0 15,0 0-20-15,0 0 8 0,0 0-8 0,0 0 0 16,0 0 0-16,3 9 0 0,-3-3 0 0,4 10-12 16,-4-7 12-16,3 1 0 0,-3 2 0 0,7-2 0 15,-3 5 0-15,-1-5 0 0,1 5 0 0,-1-5 0 16,-3-1 0-16,4 1 0 0,3-1 0 0,-4 0 0 0,-3 1 0 15,11-1 0-15,-8-2 8 0,1-4-8 0,3 3 0 0,-7-6 8 16,0 0-8-16,0 9 0 0,11 1 0 0,-11-10-22 16,0 0 3-16,7 6 1 15,-7-6-83-15,7 3-17 0,-7-3-3 0,0 0-536 16,0 0-107-16</inkml:trace>
  <inkml:trace contextRef="#ctx0" brushRef="#br0" timeOffset="157538.702">27777 5394 288 0,'0'0'25'0,"0"0"-25"0,0 0 0 0,0 0 0 16,0 0 181-16,0 0 31 0,0 0 7 0,0 0 1 15,0 0-152-15,0 0-29 0,0 0-7 0,0 0 0 16,0 0 65-16,0 0 14 0,0 0 2 0,7 6 1 15,0-6 2-15,-7 0 1 0,7 9 0 0,1-2 0 16,-5-4-48-16,8 6-9 0,-4 1-3 0,0-1 0 16,0 7-37-16,-4-1-8 0,8-5-2 0,-1 2 0 15,-6 4-10-15,7 0 0 0,-8-4 0 0,4-2 8 16,0 5-8-16,0-5 0 0,0-1 0 0,0 7 0 16,0-7 9-16,-3-6-9 0,7 7 10 0,-4-4-10 15,0 0 0-15,-4-3 0 0,4 7 0 0,-7-10 0 16,11 0-106-16,-1 6-18 0,-6-3-3 15,-4-3-472-15,11 0-94 0</inkml:trace>
  <inkml:trace contextRef="#ctx0" brushRef="#br0" timeOffset="157869.423">28194 5365 1357 0,'0'0'60'0,"-4"-3"12"0,1 3-57 0,-5 3-15 16,-2-3 0-16,10 0 0 0,0 0 14 0,0 0 0 0,-7 7 0 0,0-4 0 15,-4 6 6-15,4-2 2 0,0 2 0 0,4 0 0 16,-5 1 42-16,-2 5 8 0,6-2 1 0,-6-4 1 16,-4 7 0-16,0 3 0 0,3-3 0 0,-3 9 0 15,-4-3-21-15,4 3-4 0,-7-7-1 0,10 8 0 16,-6-8-6-16,3 7-2 0,-4-6 0 0,7 6 0 15,-3-6-10-15,4-6-2 0,-1 9-1 0,4-3 0 16,0-7-12-16,0 4-3 0,3 3 0 0,1-4 0 16,-8-5 0-16,11 5-1 0,0-2 0 0,0-4 0 15,0 1-11-15,0-1 0 0,0 0 0 0,0-2-11 16,0 2-73 0,0 1-16-16,0-10-2 0,0 0-578 0,0 0-115 0</inkml:trace>
  <inkml:trace contextRef="#ctx0" brushRef="#br0" timeOffset="160318.639">27798 4694 1317 0,'0'0'58'0,"0"0"13"0,-7-6-57 0,0 6-14 15,0 0 0-15,4-3 0 0,-8-3 33 0,8 6 4 0,-8 0 1 0,8 0 0 16,-5 0-24-16,5 0-5 0,-8 0-1 0,8-3 0 16,-8 3 20-16,4-7 4 0,-7 7 1 0,7-3 0 15,0-3 15-15,-4 6 4 0,1 0 0 0,-1-3 0 16,4-4-31-16,0 1-5 0,-7 3-2 0,3 3 0 15,-3-6 4-15,0 6 1 0,0-3 0 0,-4-4 0 16,8 4-2-16,-4 3 0 0,0-6 0 0,-8 3 0 16,8-3-1-16,-3 6 0 0,3-4 0 0,0-2 0 15,-4 6-4-15,0-6 0 0,4 3-1 0,0 3 0 16,-4-7 2-16,4 4 1 0,-3-3 0 0,3 6 0 16,-1-3-1-16,1-3 0 0,0 3 0 0,-3-4 0 15,2 7-2-15,-2-3-1 0,-4-3 0 0,7 6 0 16,-4 0-10-16,0-3 0 0,-3 3 0 0,-4-7 0 15,1 7 0-15,6 0 0 0,-3 0 0 0,0 7 0 16,-4-4 0-16,4 3 0 0,-4-3 0 0,8-3 0 16,-8 7 0-16,7-4 0 0,-3-3 0 0,3 6 0 0,-3-3 15 15,7-3 1-15,0 0 0 0,-4 6 0 0,4-3-4 0,-3-3 0 16,-1 7 0-16,4-7 0 0,-7 9-12 0,3-9 9 16,-3 6-9-16,0-2 8 0,0 2-8 0,-1-3 0 15,1 3 9-15,0-3-9 0,0 7 9 0,0-4-9 16,0-6 12-16,-4 9-12 0,4 1 0 0,0-1 0 15,-1-2 0-15,1 2-12 0,7-6 12 0,-4 7 0 16,4-4 0-16,0 3 0 0,-3 1 0 0,2-1 0 16,5-3 0-16,-4 4 0 0,0-1 8 0,3 1-8 15,0-1 0-15,-3 0 0 0,0 1 8 0,0-1-8 16,0 1 0-16,-4 5 0 0,4-5 0 0,0 5 0 0,-7-2 0 16,3-4 0-16,1 7 0 0,3 0 8 0,-8-4-8 15,8-2 0-15,-3 5 20 0,3-5-2 0,-1 5-1 0,5-2 0 16,-4 3-1-16,0-1 0 0,0-2 0 0,-1 2 0 15,1 4-6-15,0 0-2 0,0-3 0 0,4-4 0 16,-1 10-8-16,0-9 8 0,1 6-8 0,-1-4 8 16,4 4-8-16,0 0 10 0,-3-3-10 0,2 2 10 15,5 1-1-15,-1-3 0 0,1 3 0 0,-1-4 0 16,1-2 4-16,-1 9 1 0,1-3 0 0,3 0 0 16,-4-1-6-16,4 1 0 0,0 0-8 0,0-3 12 15,-3 2-12-15,6 1 11 0,-3 6-11 0,4-6 10 16,-1 0-10-16,-3 6 8 0,0-6-8 0,4 0 8 15,-1 6-8-15,4-6 8 0,-3-1-8 0,3 4 8 16,-3-3 0-16,3 0 0 0,0 0 0 0,0-3 0 0,-4 2-8 16,4 1 0-16,4-3 9 0,-4-4-9 0,0 4 12 0,0 0-3 15,4-4 0-15,-1 7 0 0,1-13 1 16,-1 10 0-16,4-3 0 0,-3-4 0 0,3 0 2 0,0 7 1 16,-3-7 0-16,6 1 0 0,-2 6-5 0,2-4-8 15,-3-2 11-15,4 5-11 0,0 4 8 0,-4-3-8 16,7-7 0-16,-7 10 0 0,4-10 8 0,-4 7-8 15,3-7 0-15,-2 7 0 0,2-7 14 0,-3 1-4 16,0-1-1-16,4-6 0 0,-4 7 1 0,0-4 0 16,4 4 0-16,0-4 0 0,-1-3 0 0,1 3 0 15,-1-3 0-15,5-3 0 0,-1 7-1 0,3-4 0 16,-2 3 0-16,2-3 0 0,1 3-9 0,3-2 12 0,-3 2-12 16,0 0 12-16,-4-3-12 0,3 4 0 0,1-4 9 15,-4 3-9-15,4 3 0 0,-4-6 8 0,-3 4-8 16,3 2 0-16,0-3 0 0,0-2 0 0,4 5 0 0,-4-3 0 15,0-3 0-15,4 7 8 0,0-10-8 0,-4 6 0 16,4-3 0-16,-4 3 0 0,3-6 0 0,-2 10 0 16,-1-10 0-16,4 0 12 0,3 6-4 0,-4-3 0 15,1-3 11-15,-4 7 2 0,4-4 1 0,-7-3 0 16,6 0-22-16,-6 0-10 0,0 6 1 0,6-6 0 16,-6-6 9-16,0 6 0 0,3 0 10 0,-4 6-10 15,5-6 12-15,-5 0-3 0,8 0-1 0,-7-6 0 16,6 6-8-16,-3 0 10 0,1 0-10 0,-1-3 10 15,0-4-10-15,0 7 8 0,4-3-8 0,-1-3 8 16,-2 6-8-16,-1 0 8 0,-4-6-8 0,5 2 8 16,-1 4-8-16,-4-6 0 0,5 3 0 0,-5-3 0 0,4 6 0 15,-3-3 8-15,0-4-8 0,-1 4 0 0,1-3 0 16,-4 6 0-16,7-9 8 0,-7 9-8 0,4-10 0 0,-4 1 10 16,4 2-10-16,-1 4 10 0,1-6 0 0,0 3 0 15,-1-4 0-15,4 7 0 0,-3-3-2 0,-4-4-8 16,4 1 12-16,-4 3-4 0,7-4-8 0,-7 1 8 15,4 0-8-15,-1-1 8 0,-2 4-8 0,2-4 0 16,-3 7 0-16,4-6 8 0,-7-1-8 0,6 1 10 16,-3-7-10-16,0 10 10 0,1-6-10 0,-5 2 0 15,4-6 0-15,4 7 8 0,-4-7-8 0,0 7 0 16,-3 0 0-16,3-4 8 0,3-3-8 0,-2 1 10 16,-1 2-10-16,0-3 10 0,-4-2-10 0,4 8 8 0,-3-5-8 15,3-4 8-15,-3 3-8 0,3 4 8 0,-4-4-8 0,1-3 8 16,3 3-8-16,-3 4 0 0,-1-4 0 0,1-3 8 15,-1 4-8-15,-6 2 0 0,10-3 0 0,-3 1 0 16,-1 5 0-16,-3-8 0 0,0 5 8 0,0-3-8 16,4 1 0-16,-4-4 0 0,-3 6 0 0,3-9 0 15,-7 10 0-15,7-4 0 0,-4-3 0 0,1 4 0 16,-1-4 0-16,1 6 8 0,-1-2-8 0,-3-1 0 16,0 3 8-16,7-9-8 0,-3 10 0 0,-4-4 8 15,0-3-8-15,0 4 0 0,0 2 0 0,7-3 0 16,-4 4 0-16,-3-4 0 0,0 1 0 0,0 5 0 15,0-2 0-15,0-4 0 0,-3 7 0 0,3-1 0 16,-7-6 0-16,7 7 0 0,0 0 0 0,-4-1 0 0,-3 1 0 16,4-1 0-16,-1-5 0 0,-3 5 0 0,-3 1-8 15,10-1 8-15,-4 1 0 0,-3-7 0 0,4 7 0 16,-8 0 0-16,0-7 0 0,11 6 0 0,-3 1 0 0,-1-3 0 16,-3-1 0-16,-3 4 0 0,6-1 0 0,1-2 0 15,-4-4 0-15,-4 7 0 0,11-1 0 0,-11 4 0 16,4-4 0-16,0 1 0 0,-7 0 0 0,4-1 0 15,-1 1 0-15,0 3 0 0,8-4 0 0,-8 1 0 16,1-1 0-16,3 1 0 0,0 0 0 0,-4-1 0 16,7 4 0-16,-3-4 0 0,0 1 0 0,0 0 0 15,-3 5 0-15,3-8 0 0,0 9 0 0,-4-7 0 16,11 4 0-16,-11-3 0 0,8 6 0 0,-8-4 0 16,1-2 0-16,6 6 0 0,-3-10 0 0,-7 4 0 0,11 6 0 15,-5-4 0-15,-2-2 0 0,-4 6 0 0,10-7 0 16,-6 4 0-16,-1-3 0 0,1 3 0 0,-1-4 0 0,-3 7 0 15,3-6 0-15,-3 2 0 0,4 4 0 0,-1-3 0 16,-3 3 0-16,7-4 0 0,-4 1 0 0,-6 3 0 16,6-3 0-16,-3 6-12 0,3 0 2 0,-3-3 1 15,0-4 9-15,3 7 0 0,-3 0 0 0,0-3 0 16,0 3 0-16,0 0 0 0,-4-6 0 0,4 6-8 16,0 0 8-16,0 0 0 0,-4 0 0 0,4 0 8 15,-3 0-8-15,-1 0 0 0,0 0 0 0,4 6 0 16,0-6 0-16,-7 0 0 0,7 0 0 0,0 0-8 15,-4 0 8-15,4 3 0 0,0-3 0 0,-4 0 8 16,4 0-8-16,0 0 0 0,0 0-8 0,3 0 8 16,1 0 0-16,-1 0 0 0,-3-3 0 0,7 3 8 15,0 0-8-15,-4 0 0 0,4 0 0 0,0 0 0 0,-3 0 0 16,-1 0 0-16,4 0 0 0,0 0 0 0,-4 0 0 0,8 0 0 16,-4 0 0-16,0 0-8 0,0 0 8 0,3-6 0 15,1 6 0-15,3 0 0 0,-7 0-8 0,3-3 0 16,-3-3 0-16,7 6 0 0,0 0-11 0,-11 0-1 15,11-4-1-15,0 4 0 16,0 0-58-16,-3-6-11 0,-4 6-2 0,7 0-832 16,-7-6-167-16</inkml:trace>
  <inkml:trace contextRef="#ctx0" brushRef="#br0" timeOffset="164270.279">7408 12236 867 0,'0'0'38'0,"0"0"9"0,-4-9-38 0,4 2-9 16,-3-2 0-16,3 6 0 0,0 3 29 0,0-7 4 16,0-2 1-16,0 0 0 0,0-1 14 0,0 4 4 15,0 3 0-15,0 3 0 0,-4-6 9 0,4-4 3 0,0 10 0 0,-3-3 0 16,3-3 16-16,0 6 4 0,-4-10 1 16,4 10 0-16,0 0-7 0,0-9-2 0,0 3 0 0,0 6 0 15,0 0 4-15,-3-3 0 0,3-4 0 0,0 7 0 16,0 0-20-16,0 0-3 0,0-9-1 0,0 9 0 15,0 0-19-15,0 0-4 0,0 0-1 0,0 0 0 16,-4 0-16-16,4 0-4 0,0-3-1 0,0 3 0 16,0 0-11-16,0 0 0 0,-3-7 0 0,3 7 0 15,-4-3 11-15,1-3-3 0,3 6-8 0,0 0 12 16,0 0 1-16,-7 0 0 0,3 0 0 0,4 0 0 16,0 0 7-16,0 0 0 0,0 0 1 0,0 0 0 15,0 0 3-15,0 0 0 0,0 0 0 0,0 0 0 16,0 0 0-16,0 0 1 0,0 0 0 0,0 0 0 15,0 0-13-15,0 0-4 0,0 0 0 0,0 0 0 16,0 9-8-16,4 1 0 0,-1-1 0 0,1 7 8 16,-1 3-8-16,1 0 0 0,3 6 0 0,0 0 8 0,-4 3 1 15,4 0 0-15,0-3 0 0,0 10 0 0,1-7-9 16,-1 10 12-16,-4-4-12 0,1-6 12 0,3 7 17 0,-4-7 4 16,1 7 1-16,-4-7 0 0,3 6-34 0,-3-9 0 15,4 10 0-15,-4-7 0 0,3 0 0 0,-3-3 8 16,4 0 0-16,-1-3-8 0,-3 4 15 0,4-8-4 15,-4-2-1-15,0 3 0 0,0 0-2 0,0-1 0 16,0-2 0-16,0 3 0 0,-4 0-8 0,4-4 0 16,-3-5 0-16,3 9 8 0,0-10-8 0,0 7 0 15,0-7 9-15,0 1-9 0,0-1 0 0,0 0 9 16,0-9-9-16,0 0 0 0,0 0 8 0,0 10-8 16,0-10 0-16,0 0 0 0,0 0 0 0,0 0-14 0,0 0 2 15,0 0 1 1,0 0-149-16,7-3-29 0,-4-7-7 0</inkml:trace>
  <inkml:trace contextRef="#ctx0" brushRef="#br0" timeOffset="167446.774">7563 12675 57 0,'0'0'0'0,"-7"0"0"0,0 0 0 0,3 0 0 16,-3 0 277-16,7 0 51 0,0 0 9 0,-7 0 3 15,0 0-220-15,7 0-44 0,0 0-9 0,-3 0-2 16,-4 0 10-16,7 0 1 0,0 0 1 0,0 0 0 15,0 0 18-15,0 0 3 0,-4-3 1 0,4 3 0 16,0 0-14-16,0 0-2 0,0 0-1 0,0 0 0 16,0 0-30-16,0 0-7 0,0 0-1 0,0 0 0 15,7 0-1-15,0-6-1 0,-3 2 0 0,6 4 0 16,1-6 0-16,0 6 0 0,-1 0 0 0,1 0 0 16,6 0-9-16,1-3-1 0,-4 3-1 0,4-6 0 15,6 6-6-15,-2 0-1 0,2 0 0 0,1 0 0 16,-4-3-4-16,7 3-2 0,-3 0 0 0,0-7 0 15,0 14-6-15,3-7 0 0,0 0-1 0,4 0 0 16,-4-7-11-16,4 7 12 0,-1 0-12 0,5 0 12 16,-1 0-12-16,4 0 12 0,-4 0-12 0,-3 7 12 0,3-4-4 15,0-3 0-15,-3 0 0 0,3 0 0 0,-3 6-8 16,3-6 0-16,1 3 0 0,3-3 0 0,-4 0 0 16,7 0 8-16,-7 6-8 0,4-6 8 0,4 0 4 15,-1 0 0-15,-7 0 0 0,4 4 0 0,3-4-12 16,-3 0 0-16,-4 0 0 0,4 0 0 0,0 0 9 0,3 0-9 15,1 0 10-15,-8 0-10 0,0 0 8 0,0 0-8 16,8 0 0-16,-4 0 9 0,-11 0-1 0,7 0-8 16,0 0 12-16,1-4-4 0,-1 4-8 0,0 0 0 15,-7 0 0-15,11-6 0 0,4 6 0 0,-5 0 0 16,-6-9 0-16,3 9 0 0,15 0 8 0,-11-3 0 16,-4-4 0-16,-3 7 0 0,-1 0-8 0,1 0 0 15,3 0 0-15,-6 0 0 0,-1 0 0 0,0-6 0 0,7 6 0 16,1 0 0-16,-12-3 0 0,12 3 0 0,-1 0 0 0,0 0 0 15,4-6 8-15,-4 6-8 0,-7 0 8 0,8 0-8 16,-1 0 8-16,-3-3-8 0,-4 3 0 0,4-7 8 16,-4 7 0-16,0-3 0 0,0 3 0 15,1-6 0-15,2 6-8 0,1-3 0 0,3-4 0 0,1 7 0 16,-5 0 0-16,1-3 0 0,0-3 0 0,3 6 0 16,1 0 0-16,-1 0 0 0,0 0 8 0,0 0-8 15,-3 0 0-15,0 0 0 0,3 0 0 0,-3 0 0 16,3 0 0-16,-3 0 0 0,3-6 0 0,0 6 0 15,1 0 0-15,-1 0 0 0,0 0 0 0,1 0 0 16,-1 0 0-16,0 6 0 0,0-6 8 0,-3 0-8 16,3 0 0-16,-3 0 0 0,3 0 0 0,1 0 0 15,-1 0 0-15,0-6 0 0,1 6 0 0,2-3 8 16,1 3-8-16,0 0 0 0,0 0 0 0,0 0 0 0,-1 0 0 16,1 0 0-16,0 0 0 0,-7 0 0 0,3 0 0 15,0 0 0-15,1 0 0 0,-1 0 0 0,4 0 0 0,-4 0 0 16,-3-7 8-16,3 7-8 0,0 7 0 0,1-7 0 15,2 0 8-15,-2 0-8 0,-5 0 0 0,5 0 0 16,-5 0 0-16,5 0 8 0,-5 0-8 0,1 0 0 16,7-7 9-16,-4 7-9 0,-3 0 0 0,7 0 0 15,-4-3 0-15,0-3-8 0,1 6 8 0,2 0 0 16,-2 0 0-16,-1-3 0 0,0 3 0 0,-3-6 0 16,0 6 8-16,0-4-8 0,3 4 0 0,0-6 0 15,0 6 0-15,1-3 0 0,-1-3 0 0,4 6 0 16,-4-3 0-16,4-4 0 0,-4 7 0 0,0 0 0 15,1 0 0-15,-1-6 0 0,0 6 0 0,0-3 0 0,-3 3 0 16,0-6 0-16,3 6 0 0,1 0 0 0,-1-3 0 0,0 3 0 16,-3-7 0-16,3 7 0 0,-3 0 0 0,3 0 8 15,0 0-8-15,-3 0-8 0,3 0 8 0,-3 0-12 16,-4 0 12-16,1 0 0 0,2-3 0 0,1 3 0 16,0 0 0-16,0-6 8 0,-1 6-8 0,1 0 11 15,3-3-11-15,-3 3 0 0,3-7 0 0,1 7 0 16,-1 0 0-16,0 0 0 0,1 0-8 0,-1 0 8 15,0 0 0-15,-3 0 0 0,0 0 0 0,3 0 0 16,-3 0 0-16,3 0 0 0,4 0 0 0,-4 0 0 16,0 0 0-16,1 0 0 0,-1 0 0 0,0 0 8 15,4 0-8-15,-4 7 0 0,0-7 0 0,1 3-11 16,-4-3 11-16,-1 0 0 0,5 0 0 0,-5 0 0 16,1 0 0-16,3 0 0 0,1 0 0 0,-1 0 8 0,4 0-8 15,-1 0 0-15,1 0 0 0,0 0-8 0,0 0 8 16,-4 6 0-16,4-6 0 0,0 0 0 0,-4 0 0 0,4 0 0 15,-4 0 0-15,4 0 0 0,0-6 0 0,3 6 0 16,-3 0 0-16,3 0 0 0,1 0 0 0,-5 0 0 16,1 0 0-16,0 0 0 0,0 0 0 0,0-3 0 15,-4-4 0-15,0 7 0 0,4 0 0 0,0 0 0 16,0-3 8-16,-1 3-8 0,1-6 0 0,0 6 0 16,7 0 0-16,-4 0 0 0,1 0 0 0,-5 0 0 15,1 0 0-15,3 0 0 0,-3-6 0 0,4 3 0 16,-5 3 0-16,5 0-8 0,-4 0 8 0,3-7 0 0,-3 7 8 15,-1 0-8-15,1 0 0 0,4 0 0 0,-5 0 0 16,-2 0-8-16,3 0 8 0,-4 0 0 0,4 0 8 16,-1-3-8-16,1 3 0 0,0 0 0 0,0 0 0 15,3 0-8-15,-3 3 8 0,0-3 0 0,0 0 8 0,-1 0-8 16,-2 0 0-16,2 0 0 0,-2 0 0 0,-1 7-8 16,-3-14 8-16,7 7 0 0,-1 0 8 0,1 0-8 15,0 0 0-15,0 0 0 0,0 0 0 0,-4 0-8 16,4 0 8-16,-1 0 0 0,5 7 8 0,-8-7-8 15,4 0 0-15,-4 0 0 0,0 0 0 0,1 0-8 16,3-7 8-16,-1 7 0 0,-2 0 10 0,2-3-10 16,5 3 0-16,-4 0 0 0,3 0-11 0,-3 3 11 15,0-3 0-15,-4 0 0 0,0 0 9 0,0 0-1 16,1 0-8-16,-1 0 0 0,0 0 0 0,0 0 8 16,1 0-8-16,-5 0 0 0,8 0 0 0,-3 0 0 0,-1 0-12 15,0 0 4-15,0 0 0 0,1 0 0 0,-1 7 8 16,0-7 11-16,-7 0-3 0,8 0 0 0,-5 0-8 0,1 0 0 15,0 0 0-15,3 0 0 0,1 0 0 0,-5 0 8 16,1 0-8-16,3 0 8 0,1 0-8 0,-1 0 0 16,0 0 9-16,0 0-9 0,-3 0 0 0,0 0-18 15,0 0 3-15,-4 0 1 0,4 0 14 0,-4 0 10 16,4 0-2-16,-4 0 0 0,-3-7-8 0,3 7 0 16,4 0-12-16,-1 0 12 0,-3 0 0 0,1 0 0 15,-1 0 0-15,4 0 12 0,3 0-12 0,-3 0-11 16,-8 7 3-16,5-7 0 0,-1 0 8 0,0 0 0 15,-7 0 0-15,4 0 0 0,0 0 0 0,-1 0 0 16,1 0 0-16,0 0 0 0,-8 0 0 0,8 0 11 0,3 0-3 16,-3 0 0-16,-4 0-8 0,-3 0 8 0,6 0-8 0,1 0 8 15,3 0-8-15,-3 0 0 0,-4 0 0 0,4 3-11 16,3 3 11-16,-3-6 0 0,-8 0 0 0,1 0 0 16,7 0 0-16,-8 6 0 0,1-6 0 0,0-6 0 15,-1 6 0-15,-3 0 0 0,8 0 0 0,-5 0 0 16,-6 0 0-16,7 0 0 0,-1 0 0 0,1 0 0 15,-8 0 0-15,4 0-12 0,1 0 12 0,-1 0-12 16,3 0 12-16,-3 0 8 0,-3 0-8 0,3 0 11 16,7 0-11-16,-7 0 0 0,-14 0-12 0,11 0 12 15,-4 0 0-15,4 0 0 0,-1 0 9 0,1 6-1 16,-11-6-8-16,10 0-13 0,1 3 3 0,0-3 1 16,-4 0 9-16,3 0 11 0,1 7-3 0,-1-4 0 15,1-3-8-15,0 0-11 0,-4 0 3 0,0 0 0 16,3 6 8-16,-3-3 11 0,-7-3-3 0,0 0 0 0,11 0-8 0,-4 7 0 15,-7-7-12-15,0 0 12 0,0 0 0 16,0 0 0-16,0 0 0 0,0 0 12 0,0 0-12 0,0 0 0 16,11 0-12-16,-11 0 12 0,0 0 0 0,0 0 0 15,0 0 0-15,7 0 0 0,-7 0 0 0,0 0 0 16,0 0 0-16,0 0 0 0,10 0 0 0,-10 0 0 16,0 0 0-16,0 0 0 0,0 0-9 0,0 0 9 15,7-7 0-15,-7 7 0 0,0 0 0 0,0 0 0 16,4-3 0-16,-4 3 0 0,-4-6 0 0,4-4 0 15,0 7 0-15,0-3 0 0,-3-3 9 0,-1 2 3 0,1-2 0 16,3 0 0-16,-4-1-12 0,1 1 0 0,-1-1 0 16,1 1 0-16,3 0 9 0,-4-1-9 0,-3-6 10 15,-4 7-10-15,8-7 0 0,-4 7 0 0,3-4 0 16,-3-2 0-16,0-4 0 0,0 9 0 0,7-5 0 0,-3 2 0 16,-8-2 0-16,4-1 0 0,3 3 0 0,4-2 0 15,-3-1 0-15,-1 7 0 0,-3-4 0 0,7-3 0 16,4 1 0-16,-4 5 0 0,-7-2 0 0,0-4 0 15,7 0 0-15,-4 7 0 0,-3 0 0 0,4-1 0 16,-4-2 0-16,3 2 0 0,0-2 0 0,-3 2 0 16,0 7 0-16,0-6 0 0,11 2 0 0,-4 4 0 15,-4-3 0-15,4 3-8 0,0 3 8 0,0 0 0 16,7-6 0-16,-7 6 0 0,0 0 0 0,0 0 0 16,0 0 0-16,0 0 0 0,0 0 0 0,0 0 0 15,0 0-10-15,0 0 10 0,0 0-8 0,0 0 8 0,0 0 0 16,0 0 0-16,0 0 0 0,0 0 0 0,0 0 0 0,0 0 0 15,0 0 0-15,0 0 0 0,0 0 0 0,0 0-8 16,0 0 8-16,4 9 0 0,3 0 0 16,0 1 0-16,-7-1 0 0,0 7-8 0,7-7 8 0,-3 10 0 15,-4-3-9-15,3 3 9 0,-3-1 0 0,4 8 0 16,-1-8 0-16,1 11 0 0,-4-4 0 0,0 0 0 16,7-3 0-16,-4 9-11 0,-3-9 11 0,4 9 0 15,-1-2 0-15,1-1 0 0,-1 6 0 0,1-5 0 16,-4-4 0-16,3 9 0 0,4-6 0 0,-3 1 0 15,-4-4 8-15,4 0-8 0,3-3 0 0,-4 3 0 16,-3 0 0-16,0-6 0 0,0 6 0 0,4-3 0 0,-1-7 0 16,1 4 0-16,-4 0 0 0,3-3 0 0,4-1 0 15,-3-2 0-15,-1 3 0 0,1-7 0 0,3 0 0 0,-4 1 0 16,5-1 8-16,-5 1 1 0,-3-1 0 0,0-9 0 16,4 6-9-16,-4-6 0 0,0 0 0 0,0 0 0 15,0 0 0-15,0 0 0 0,0 0 0 0,0 0 0 16,0 0 0-16,0 0 0 0,0 0 0 0,0 0 0 15,0 3 0-15,0-3-11 0,0 0 3 0,0 0 0 32,0 0-61-32,0 0-12 0,0 0-3 0,0 0-914 0,0 0-183 0</inkml:trace>
  <inkml:trace contextRef="#ctx0" brushRef="#br0" timeOffset="168946.209">21318 13995 403 0,'0'0'17'0,"0"0"5"0,0 0-22 0,0 0 0 16,0 0 0-16,0 0 0 0,0 0 304 0,0 0 57 15,0 0 11-15,0 0 3 0,0 0-243 0,0 0-48 16,0 0-9-16,0 0-3 0,11 6 12 0,-11-6 1 15,0 0 1-15,0 0 0 0,0 10-14 0,3-7-2 16,-3 6-1-16,-3 7 0 0,-1-7-9 0,4 7-1 16,7-3-1-16,-7 2 0 0,0 4-12 0,0 0-2 15,0-3-1-15,4 3 0 0,-1-1-14 0,-3 7-2 16,0-6-1-16,0 0 0 0,4 6-11 0,-4-6-3 0,-4-3 0 16,4 2 0-16,0 1-2 0,0 0-1 0,-3-3 0 0,-1 3 0 15,1-10-9-15,-1 7 0 0,4-7 9 16,0 0-9-16,-4 1 19 0,1-1-1 0,3-9 0 0,0 0 0 31,0 0-41-31,0 0-8 0,0 0-1 0,0 0-1 16,0 0-116-16,3-9-23 0,-10-1-5 0,4-8-1005 0</inkml:trace>
  <inkml:trace contextRef="#ctx0" brushRef="#br0" timeOffset="169181.636">21445 13512 1555 0,'0'0'138'0,"0"-6"-110"0,-4-3-28 0,4 5 0 0,0 4 219 0,0 0 38 16,0 0 8-16,0 0 2 0,0 0-216 0,0 0-43 16,0 0-8-16,0 0 0 0,7 4 16 0,-7-4 6 15,0 0 2-15,4 6 0 0,-8 3-4 0,8 1 0 16,3-4 0-16,-3-3 0 0,-4 6-20 0,3 1 0 15,4-4 0-15,-3 4 0 16,-4-1-94-16,3 0-23 0,1 1-5 0</inkml:trace>
  <inkml:trace contextRef="#ctx0" brushRef="#br0" timeOffset="169778.848">21572 14036 633 0,'-7'0'56'0,"0"3"-44"0,7-3-12 0,0 0 0 15,0 0 132-15,0 0 24 0,-4 9 4 0,8 1 2 16,3-1 16-16,-7-9 3 0,-4 7 1 0,1 2 0 16,6 0-31-16,1 1-7 0,-8-1 0 0,-3 1-1 15,7-1-41-15,-3 0-8 0,-1 7-2 0,1-6 0 16,-4 5-22-16,3-2-5 0,8 2-1 0,-4-5 0 15,-4 9-40-15,4-10-9 0,4 7-2 0,3-7 0 16,0 1 0-16,0 5 0 0,-7-5 0 0,3-1 0 16,11-6-4-16,-6 3-1 0,-8-6 0 0,0 0 0 0,7 10 16 15,0-4 2-15,-7-6 1 0,0 0 0 0,0 0-15 0,0 0-4 16,10-6 0-16,-10 6 0 0,-3-3-8 0,3-4 10 16,10-8-10-16,1 5 10 0,-4 1-10 0,0 0 12 15,-4-10-12-15,5 3 12 0,6-3-12 0,-4 0 0 16,-6-6 9-16,6 7-9 0,4-11 0 0,1 10 0 15,-8-6 0-15,0 7 8 0,3-1-8 0,1 3 0 16,-1-3 0-16,1 13 0 0,0-7 0 0,-1 7 0 16,4-3-9-16,-3-1 9 0,-1 4 0 0,1 3 0 15,3-3-9-15,0 3 9 0,-3 3 0 0,-1 0 0 16,1 0-8-16,0 0 8 0,3 9 0 0,-4-6-8 0,-3 3 8 16,4 10 0-16,-4-3-11 0,0-4 11 0,0 7-10 15,0 2 10-15,-3-2 0 0,-1 3 0 0,1 0 0 16,-1 0 0-16,-3-1 0 0,4 8 0 0,-1-8 12 0,1 1-12 15,-1 6 14-15,-3-6-4 0,0-3-1 0,4 9 0 16,-4-6-9-16,3-7 12 0,1 10-12 0,-1-9 12 16,1 2-12-16,0 4 0 0,-1-9 0 0,1 5 8 15,-1-5 0-15,1-1 0 0,-1 0 0 0,1 1 0 16,-1-4-8-16,-3-6-12 0,0 0 2 0,0 0 1 31,0 0-60-31,0 0-12 0,0 0-3 0,0 0 0 0,0 0-73 0,0 0-15 16,-7-9-4-16,7-7-969 0</inkml:trace>
  <inkml:trace contextRef="#ctx0" brushRef="#br0" timeOffset="170152.855">22239 13613 2077 0,'0'0'92'0,"0"0"19"0,0 0-89 0,0 0-22 15,0 0 0-15,0 0 0 0,-4 6 46 0,4-3 5 16,0 10 1-16,0-4 0 0,0 0 28 0,0 1 7 0,0-1 1 0,4 10 0 16,-1 0-13-16,1 0-3 0,-4-4 0 0,3 10 0 15,4 4-21-15,-3-4-5 0,3 3-1 0,-4 0 0 16,4-3-18-16,1 3-4 0,-1-2-1 15,0 8 0-15,0-12-7 0,0 12-2 0,0-5 0 0,3 2 0 16,-6-3-3-16,-1 1-1 0,1-4 0 0,0 3 0 16,-1 0-9-16,4-3 8 0,-7 0-8 0,4-3 8 15,-1 3-8-15,1-6 0 0,-4 6 0 0,3-6 8 16,-3 0 0-16,0-4-8 0,4 1 12 0,-4-3-4 16,0-4-8-16,0-3-11 0,0 4 3 0,0-10 0 31,0 0-96-31,0 0-20 0,0 0-3 0,-7-10-737 0,3 4-148 0</inkml:trace>
  <inkml:trace contextRef="#ctx0" brushRef="#br0" timeOffset="170466.87">22013 13914 1324 0,'-4'-10'118'0,"4"10"-94"16,0-9-24-16,0 9 0 0,0 0 226 0,0 0 41 15,4-6 8-15,-4 6 1 0,10-10-233 0,-2 10-43 16,2-9-17-16,-10 9 1 0,7 0 97 0,0-3 20 16,4 3 4-16,-1-7 1 0,1 7-8 0,3 0-2 15,-3 0 0-15,3 0 0 0,3 0-25 0,1 0-6 16,0 0-1-16,-1 0 0 0,1 0-12 0,0 7-2 16,3-4-1-16,0-3 0 0,0 0-41 0,4 9-8 0,-4-9 0 0,0 6 0 15,0-6 0-15,0 4 0 0,4 2 0 0,-4-3 0 16,4-3 0-16,0 6 0 0,-1-6 0 0,-2 0 0 15,-1 0 0-15,3 0-11 0,1 0 11 0,-4 0-10 32,0-6-14-32,1 6-4 0,-5 0 0 0,1-3 0 15,0 3-93-15,-1-6-19 0,-3 6-4 0,-3 0-739 0,3 0-147 0</inkml:trace>
  <inkml:trace contextRef="#ctx0" brushRef="#br0" timeOffset="171016.858">22591 14412 1378 0,'0'0'61'0,"0"0"13"0,0 0-59 0,0 0-15 0,0 0 0 0,0 0 0 15,0 0 94-15,0 0 16 0,0 0 3 0,0 0 1 16,0 0-4-16,0 0-1 0,8 3 0 0,-8-3 0 16,0 0-8-16,10 7-1 0,-3-7-1 0,4 3 0 15,-1 3-23-15,1-6-5 0,-1 0-1 0,1 0 0 16,3 6-10-16,0-3-1 0,-3-3-1 0,3 10 0 15,4-10-7-15,-4 6-2 0,3-3 0 0,1-3 0 16,0 10-33-16,-1-10-8 0,4 9 0 0,-3-9-8 16,3 6 12-16,-3 4-12 0,3-10 12 0,-3 9-12 15,-4-9 8-15,3 6-8 0,1-6 0 0,-4 4 0 16,0-4 0-16,0 0 0 0,1 0 0 0,-5 0 0 16,1 0-40-16,-4 0-3 15,-4 0 0-15,-3 0 0 0,7-4-94 0,-7 4-19 0,4-6-4 16,-4-3-1040-16</inkml:trace>
  <inkml:trace contextRef="#ctx0" brushRef="#br0" timeOffset="171942.082">23219 14055 2098 0,'0'0'93'0,"0"0"19"0,0 0-89 0,0 0-23 0,0 0 0 0,0 0 0 16,0 0 24-16,0 0 0 0,0 0 0 0,0 0 0 15,0 0-13-15,0 0-3 0,4 9 0 0,-4-6 0 16,0 7 25-16,0-1 5 0,0 7 1 0,3-7 0 15,-3 1 18-15,0-1 4 0,4 7 1 0,0 9 0 16,-4-13-4-16,3 4-1 0,-3 3 0 0,0 0 0 16,4-10-5-16,-1 16 0 0,-6-9-1 0,3-4 0 15,0 4-23-15,0-7-5 0,3 10-1 0,-3-9 0 16,4-1-1-16,-4-3 0 0,3 4 0 0,-3-1 0 0,0-9-5 16,4 10-2-16,-4-10 0 0,0 0 0 0,0 0 3 0,0 0 1 15,0 0 0-15,0 0 0 0,3 0 5 16,-3 0 1-16,0 0 0 0,7 0 0 0,0-10-4 15,0 1-1-15,0-1 0 0,-3 4 0 0,3-3-19 16,0-4 8-16,0-3-8 0,4 1 0 0,-4-4 9 0,3 6-9 16,1-9 0-16,0 4 9 0,-1-1-9 0,1 0 0 15,-1 0 0-15,4-6 0 0,-3 6 8 0,0 0-8 16,3 4 0-16,-4-4 8 0,1 3-8 0,3 4 0 0,-3-4 0 16,3 0-11-16,-4 7 11 0,1 6 0 0,3-7 0 15,-4 4-8-15,1-3 8 0,3 6 0 16,-3-4-9-16,-1 7 9 0,-3 0 0 0,0 0 0 0,1 0 0 15,-1 7 8-15,0-4-8 0,0 6-14 0,0 1 3 16,0-1 1-16,-4 7 10 0,1-1-12 0,3-2 12 0,-4 3-12 16,1 2 12-16,-1 1 0 0,-3-3 0 0,0-4 0 15,0 4 11-15,4 3 4 0,-4-3 1 0,0-7 0 16,4 7-16-16,-4-4-16 0,3-2 3 0,-3-1 1 16,0-9 12-16,4 16 0 0,-4-16 9 0,3 0-9 15,-3 0 11-15,0 0-11 0,0 0 12 0,0 0-12 16,7 9 11-16,-7-9-11 0,0 0 10 0,0 0-10 15,7 0 11-15,-7 0-11 0,0 0 12 0,0 0-12 16,7 0 12-16,4-9-12 0,-4-1 12 0,0 4-12 16,-3-3 9-16,-1-1-9 0,4-2 0 0,4-4 9 15,-8 7-9-15,4-1 0 0,0-5 0 0,0 5 0 16,4-6 0-16,-4 7-9 0,0-4 9 0,4 7 0 16,-4-3 0-16,3-1-8 0,-3 1 8 0,4 0 0 0,0 2 0 15,-4 4 0-15,3-3 0 0,1 3 0 0,-4-4-8 16,3 7 8-16,-3-3 0 0,0 3 0 0,1 0 0 0,-1 0 0 15,-7 0 0-15,10 3 0 0,-3-3 0 0,0 10-13 16,0-4 4-16,0-3 1 0,0 7 8 0,-3-1 0 16,3 4 0-16,-3-1 0 0,3 4-8 0,-4-7 0 15,1 10 0-15,-1-9 0 0,-3 8 8 0,4-8 0 16,-4 5 0-16,0 4 0 0,3-9 0 0,-3-1 8 16,4 7-8-16,-1 3 11 0,-3-10-11 0,0 0 0 15,0 1 0-15,4 5-11 0,-1-5 11 0,-3-1 0 16,4 1-9-16,-1-4 9 15,-3-3-29-15,0-3-2 0,4 9 0 0,-4-9 0 16,0 0-100-16,0 0-20 0,0 0-4 0,0 0-1 16,0 0-51-16,0 0-10 0,0 0-3 0</inkml:trace>
  <inkml:trace contextRef="#ctx0" brushRef="#br0" timeOffset="172606.166">24444 14146 1267 0,'0'0'112'0,"0"0"-89"0,0 0-23 0,3 0 0 16,-3 0 144-16,4 0 25 0,3-7 5 0,0 4 1 15,-7 3-185-15,7-6-37 0,-7 6-7 0,0 0-2 0,0 0 79 0,0 0 15 16,0 0 3-16,0 0 1 16,0 0 26-16,0 0 4 0,-4-3 2 0,4 3 0 0,-3-6-1 15,-1 6 0-15,-3-4 0 0,0 4 0 0,-4-6-32 16,4 6-6-16,-3 0-2 0,-1 6 0 0,1-6-5 0,-4 4-2 15,-1-4 0-15,1 6 0 0,0-3 4 0,4-3 1 16,-4 9 0-16,-4-2 0 0,0 2-3 0,4 1 0 16,4 5 0-16,-5-5 0 0,1-1 11 0,4 0 1 15,-1 7 1-15,1-3 0 0,-1-4-33 0,4 7-8 16,0-1 0-16,3-2 0 0,-3-4 8 0,4 7 0 16,-1 3 0-16,1-10 0 0,3 1-8 0,0-1 8 15,0 7-8-15,3-1 8 0,-3-2-8 0,4-4 12 16,3-2-12-16,0-4 12 0,0 3-12 0,4 3 0 15,-1 1 9-15,1-10-9 0,-1 0 0 0,4 0 9 0,1 0-9 16,-1 0 0-16,0 0 8 0,3 0-8 0,-3-10 0 16,4 10 0-16,0-9 0 0,-1 0 0 0,-2-1 0 15,2-5 0-15,1 5 0 0,-4-9 0 0,0 4 0 0,-3 2 0 16,3-9 0-16,-4 3 0 0,1 7 0 0,-1-13 0 16,-2 9 0-16,-5 7 0 0,1-10 0 0,-1 3-9 15,-6 4 9-15,3-4-12 0,-4 3 12 0,4-2-12 16,-3 5 12-16,-1 4 0 0,-3-3 0 0,3-1-8 15,-3 7 8-15,4-3 0 0,3 6 0 0,0 0-8 16,0 0 8-16,0 0 0 0,-7 6 0 0,3-3 0 16,4-3 8-16,-7 10-8 0,7-1 8 0,-3 7-8 15,3-7 14-15,0 1-2 0,0 5 0 0,3-2 0 16,1 2 6-16,-1 1 1 0,1-3 0 0,3 2 0 16,-4 4-3-16,4-3-1 0,0-4 0 0,1 7 0 15,2 3-3-15,1-9 0 0,-4 5 0 0,3 4 0 0,1-9-12 16,-4 3 11-16,4 2-11 0,-1-8 10 0,-3 6-10 15,0-4 0-15,0-6 0 0,0 4 8 0,0-10-8 0,0 9 0 16,1 1 0-16,-1-10 0 0,-4 0-8 0,4 6-4 16,-7-6-1-16,11-6 0 15,-4 2-30-15,0-2-5 0,-4-3-2 16,4-7 0-16,-3 7-121 0,-1-1-24 0,5-9-5 0,-5 1-940 16</inkml:trace>
  <inkml:trace contextRef="#ctx0" brushRef="#br0" timeOffset="172968.403">25110 14067 691 0,'0'0'30'0,"0"0"7"0,0 0-29 0,0 0-8 0,0 0 0 0,7 0 0 16,4 0 252-16,-4 0 50 0,-7 0 10 0,0 0 1 15,7 0-191-15,-7 0-38 0,0 0-8 0,0 0-2 16,0 0 30-16,4 10 5 0,-1-1 2 0,-3 4 0 15,-3-4-27-15,-1 0-6 0,1 4-1 0,-5-7 0 16,5 4-14-16,-4 9-3 0,-4-1-1 0,4-2 0 16,0 3-28-16,-3-4-6 0,-1-2-1 0,4 12 0 15,-7 0 7-15,3-6 1 0,1 0 0 0,-1 0 0 16,-3 6-22-16,3-6-10 0,1-1 10 0,-1-2-10 16,1 9 12-16,-1-12-4 0,0 2-8 0,4 4 12 15,-3-3-2-15,3-4-1 0,0-2 0 0,0 5 0 0,3-5-9 16,1 6 0-16,-1-7 0 0,1-6 8 0,-1 7-8 15,4-10 0-15,0 0 0 0,0 0 0 0,0 6 0 16,0-6-17-16,0 0 4 0,0 0 1 16,0 0-92-16,0 0-19 0,0 0-3 15,0-10-1-15,0 1-149 0,0-7-29 0,0-21-7 16,0 2 0-16</inkml:trace>
  <inkml:trace contextRef="#ctx0" brushRef="#br0" timeOffset="173251.682">24743 14030 1670 0,'0'0'74'0,"-7"-10"15"0,4 4-71 0,-4 3-18 0,3-7 0 0,4 10 0 16,0 0 191-16,0 0 34 0,0 0 7 0,0 0 2 15,0 0-150-15,0 0-31 0,4 10-5 0,3-7-2 16,0 13 6-16,0 2 2 0,4 1 0 0,-1-3 0 16,1 9 1-16,3-3 0 0,0 3 0 0,4-6 0 15,3 6-11-15,0 3-1 0,0-9-1 0,0 6 0 16,4 3-9-16,-4-3-1 0,4 1-1 0,-4-5 0 15,-3 5-11-15,3-1-1 0,-4 3-1 0,5-3 0 16,-5-6-6-16,4 6-2 0,-3-6 0 0,0-1 0 16,-4-2-10-16,3-3 0 0,1 2 0 0,-4 4 8 15,-3-9-8-15,3-1 0 0,0 0 0 0,0-2 0 16,-3 2-70 0,-1-9-10-16,1 0-1 0,-4 0-1 0,3 0-143 0,-3 0-29 15</inkml:trace>
  <inkml:trace contextRef="#ctx0" brushRef="#br0" timeOffset="175411.33">5859 13907 460 0,'0'0'20'0,"0"0"5"0,0 0-25 0,0 0 0 16,0 0 0-16,0 0 0 0,0 0 201 0,0 0 35 16,0 0 8-16,0 0 0 0,7 0-137 0,-7 0-28 15,0 0-6-15,4 7-1 0,3-1 24 0,-4-3 5 16,1 6 1-16,-4 1 0 0,3 6-10 0,1 2-1 15,-1 1-1-15,1 0 0 0,-4-3-10 0,4 2-3 16,-1 1 0-16,-3 6 0 0,7-6-13 0,-3 0-2 16,-4 6-1-16,3 0 0 0,1-6-26 0,-1 0-6 15,-3 0-1-15,4-1 0 0,-4 8-15 0,3-8-3 16,-3-2-1-16,0 0 0 0,0-4-1 0,0-2-8 16,4-1 12-16,-4 7-4 0,0-7 0 0,0 1-8 0,0-10 12 15,0 0-4 1,0 0-40-16,0 0-8 0,0 0-1 0,0 0-1 15,0 0-164-15,7-10-33 0,0 1-6 0</inkml:trace>
  <inkml:trace contextRef="#ctx0" brushRef="#br0" timeOffset="175642.4">5926 13591 1839 0,'-3'-16'81'0,"3"13"18"0,0-3-79 0,0-4-20 16,3 4 0-16,-3 6 0 0,0 0 21 0,4-10 1 16,-8 7 0-16,4 3 0 0,0 0 6 0,0 0 2 15,0 0 0-15,0 0 0 0,0 0-19 0,0 0-11 16,0 0 12-16,0 0-12 0,0 0 0 0,7 10 0 16,-3-1 0-16,3 1 0 15,0-1-96-15,-4 7-14 0,5-4-2 0,-5 4-1 0</inkml:trace>
  <inkml:trace contextRef="#ctx0" brushRef="#br0" timeOffset="176165.973">6163 13939 1036 0,'0'0'92'0,"0"0"-73"16,0 0-19-16,0 0 0 0,3 9 80 0,1 1 12 0,-1-1 2 0,1 0 1 15,-1 1-71-15,-3-1-15 0,4 1-9 0,-1-1 12 16,1 0 61-16,-4 7 13 0,0-7 2 0,0 1 1 15,3 6 3-15,-3-7 1 0,4 7 0 0,-4-4 0 16,0-2-17-16,-4-1-4 0,4 0-1 0,0-2 0 16,0 8-1-16,0-5 0 0,0-1 0 0,0 1 0 15,0-1-22-15,-3 0-4 0,3-2 0 0,0 2-1 16,0-6-25-16,0-3-5 0,-4 10-1 0,4-4 0 16,0-6-3-16,0 0-1 0,0 0 0 0,0 0 0 15,0 0 4-15,0 0 0 0,0 0 0 0,0 0 0 16,0 0 16-16,0 0 3 0,0 0 1 0,0 0 0 15,7-6-16-15,0 2-4 0,-3-5 0 0,-1 0 0 16,5-4-12-16,-5 4 9 0,-3-4-9 0,4-2 8 16,-4-4-8-16,3 3 8 0,1-3-8 0,-1-6 8 15,1 6-8-15,-1-9 0 0,1 3 0 0,-1 12 0 0,4-2 0 16,-3-1 0-16,3 4 0 0,-4 5 0 0,4-2 0 16,4 6 0-16,-7-4 0 0,6 4 0 0,-3-3-8 15,0 12 8-15,0-3 0 0,0-3 0 0,0 7 0 0,1-4 0 16,2 6-9-16,-3-2 9 0,4 2 0 0,-4 7 0 15,0-4 0-15,3-2 0 0,1 5 12 0,-4 4-4 16,0-3-8-16,4-4 12 0,-4 4-12 0,0 3 0 16,0 0 0-16,0-1 0 0,0-2 0 0,-3 3 8 15,3-3-8-15,0-4 12 0,-4 4-12 0,1-1 0 16,6-5 0-16,-6-7 0 0,-1 13 8 0,-3-7-8 16,4-3 0-16,-1-2 0 0,1 5 0 0,-4-9 0 15,0 0 0-15,0 0 0 16,10 0-73-16,-2 6-11 0,-8-6-3 0,0 0 0 15,7-6-151-15,0 3-30 0,0-22-7 0,0 9-1 0</inkml:trace>
  <inkml:trace contextRef="#ctx0" brushRef="#br0" timeOffset="176480.036">6805 13635 1440 0,'0'0'128'0,"0"-13"-103"0,0 13-25 0,0 0 0 16,0 0 152-16,0 0 24 0,0 0 6 0,0 0 1 16,10 6-151-16,-6 1-32 0,3-4 0 0,-4 6-8 0,1 7 56 0,-4-4 11 15,0 10 2-15,0-3 1 0,3 0 14 0,-3 9 4 16,0-3 0-16,0 3 0 0,0-2-14 0,4 2-2 16,-4 0-1-16,0 3 0 0,3-2-21 0,-3-1-4 15,0 0-1-15,4-3 0 0,0 3-25 0,-1-3-4 16,-3-6-8-16,4 6 11 0,-1 0-11 0,-3-6 0 15,4 0 0-15,-4 0 8 0,3-4-8 0,-3-2 0 16,4 3 0-16,-1-1 0 0,-3-2 0 0,0-4 0 16,4 1-14-16,-4-4 5 15,0-6-76-15,0 9-15 0,0-9-4 0,0 0 0 16,0 0-100-16,0 0-20 0,0 0-4 0</inkml:trace>
  <inkml:trace contextRef="#ctx0" brushRef="#br0" timeOffset="176724.86">6625 13895 2487 0,'3'-6'55'0,"-6"-4"11"0,3 10 2 0,0 0 2 0,0-9-56 0,3 6-14 0,1-4 0 0,3 1 0 16,-4 3 9-16,4 3-1 0,4-6 0 0,-4 6 0 16,0-3 48-16,4 3 10 0,-4 0 2 0,3 0 0 15,1 0-8-15,0 0 0 0,3 0-1 0,-4 0 0 16,8 0-36-16,-4 0-7 0,0 0-2 0,0 0 0 15,0 0 0-15,4 0 0 0,0 0 0 0,-1 0 0 16,1 0-14-16,-1 0 0 0,5 0 0 0,-5 0 0 16,4 3-63-16,1-3-12 15,-1 0-2-15,3 0-1 0,-2 0-114 16,-1 0-22-16,-4 0-5 0,5-3-1 0</inkml:trace>
  <inkml:trace contextRef="#ctx0" brushRef="#br0" timeOffset="177126.435">7083 14299 1555 0,'-14'0'138'0,"11"0"-110"0,-1 0-28 0,4 0 0 15,0 0 137-15,0 0 23 0,0 0 4 0,0 0 0 16,0 0-142-16,0 0-22 0,0 0-18 0,11 7 3 16,-1-4 73-16,4 3 14 0,-3-6 4 0,0 3 0 15,3 3 22-15,-4-6 5 0,1 7 1 0,3-4 0 16,0 3-33-16,0-3-7 0,0-3 0 0,4 7-1 15,0-4-37-15,-1 3-7 0,-3-3-2 0,4-3 0 16,0 0-8-16,-1 6-1 0,1-6-8 0,0 3 12 16,-1-3-12-16,-3 0 0 0,4 7 8 0,-4-7-8 15,4-7 0-15,-4 4 0 0,3 3-12 0,-2-6 12 16,2 6-76-16,-3 0-8 16,0-9-1-16,1 6-1 0,-8-4-134 0,7-2-28 0</inkml:trace>
  <inkml:trace contextRef="#ctx0" brushRef="#br0" timeOffset="177901.487">7747 14039 2210 0,'0'0'98'0,"-4"0"20"0,1-3-94 0,3 3-24 0,0 0 0 0,0 0 0 15,0 0 24-15,0 0 1 0,0 0 0 0,0 0 0 16,0 0 22-16,0 0 4 0,3 3 1 0,1 6 0 16,-1 7 3-16,1-6 1 0,-4-1 0 0,0 7 0 15,0-4-9-15,0 4-2 0,0-7 0 0,0 10 0 16,0-3-12-16,0-4-2 0,0 4-1 0,0-7 0 16,-4 10-9-16,4-9-1 0,0-1-1 0,4 7 0 15,-4-7-3-15,3 1-1 0,-3-4 0 0,7 3 0 16,-3-6 8-16,-4-3 1 0,0 0 1 0,0 0 0 15,10 0-13-15,-3 0-4 0,-7 0 0 0,7 0 0 16,0-3 1-16,4-3 0 0,-4-3 0 0,4-1 0 16,-4 1-1-16,0-7-8 0,3 7 12 0,-3-4-4 15,1-3-8-15,-1-2 0 0,3-7 0 0,-3 6 8 16,4-6-8-16,-4 3 0 0,3-3 0 0,1-1 0 0,0-2 0 16,-1 13 0-16,1-4 0 0,-1 3 0 15,1 7-10-15,0-1 10 0,-4 7 0 0,3-3-9 0,1 3 9 16,-1 3-10-16,1 0 10 0,-1 3-10 0,1 3 10 0,-4-3 0 15,4 4 0-15,-1 2-8 0,-3 0 8 0,4 7 0 16,-8-7 0-16,8 4 0 0,0-4 0 0,-4 7 0 16,-7-7 0-16,3 7 0 0,4-6 8 0,0 2-8 15,-3 1 10-15,-4-1-10 0,3-6 13 0,-3-6-3 16,0 0-1-16,0 10 0 0,0-7 1 0,0-3 0 16,0 0 0-16,0 0 0 0,0 0-2 0,0 0 0 15,0 0 0-15,0 0 0 0,0 0 0 0,7 0 0 16,-3-3 0-16,3-3 0 0,0-4-8 0,0 1 0 0,-3-1 9 15,3-5-9-15,3 2 0 0,-3-3 0 0,0-2 0 16,0 2 0-16,1-3 0 0,2 0 0 0,1 1-11 16,-1-1 11-16,1 3-11 0,-4-3 11 0,7 4-12 15,-3 5 12-15,-1-2-12 0,1 5 12 0,-1-2-12 16,1 3 12-16,0 3-10 0,-4-4 10 0,3 7-8 0,1 0 8 16,-4 0 0-16,3 7 0 0,1-7 0 0,-4 9 0 15,4-6 0-15,-1 10 0 0,1-4-8 0,-1 4 8 16,1-4 0-16,0 7 0 0,-1-1 0 0,1-2 8 15,-1 6-8-15,-3-4 0 0,4 4 0 0,-4 0 8 16,0-3-8-16,0 2 12 0,0 1-4 0,-3 0 0 16,-1 3-8-16,1-3 9 0,-1 0-9 0,-3 0 10 15,4-1-10-15,-1-2 0 0,1 0 0 0,-4-4 8 16,3-2-8-16,-3-1 0 0,4-9 9 0,-4 9-9 16,0-9 0-16,0 0 0 0,0 0 0 0,0 0-12 15,0 0-61-15,0 0-13 0,0 0-2 16,0 0-1-16,0 0-99 0,0 0-19 0,0 0-4 15</inkml:trace>
  <inkml:trace contextRef="#ctx0" brushRef="#br0" timeOffset="178147.161">8770 14014 2304 0,'0'0'204'0,"0"0"-163"16,0 0-33-16,0 0-8 0,0 6 120 0,3 13 21 0,-3-10 5 0,4 10 1 15,6-9-118-15,-6 5-29 0,-1 1 0 0,1-3 0 16,-1-4 16-16,-3 7-4 0,4-7 0 0,-1 7 0 16,-3-4 14-16,0-2 2 0,0-1 1 0,4 4 0 15,-4-4-15-15,0-6-3 0,0 7-1 0,3-1 0 16,-3-9-10-16,0 0 0 0,0 9 0 0,0-9 0 16,0 0-13-16,0 0-5 0,0 0-1 0,0 0 0 31,0 0-161-31,0 0-32 0,0 0-6 0,0 0-2 0</inkml:trace>
  <inkml:trace contextRef="#ctx0" brushRef="#br0" timeOffset="178327.074">8875 13663 1785 0,'-3'-6'159'0,"3"2"-127"15,-4-2-32-15,4 6 0 0,0 0 255 0,0 0 45 16,0 0 8-16,0 0 3 15,7 6-276-15,-7-6-55 0,8 4-12 0,-5 5-1 16,4-3-12-16,-3 4-3 0,-1-1 0 0,1 0 0 16,-4 1-113-16,3 5-23 0,1-5-5 0,-1-1-781 15</inkml:trace>
  <inkml:trace contextRef="#ctx0" brushRef="#br0" timeOffset="178767.948">9087 14020 1839 0,'0'0'81'0,"0"0"18"0,0 10-79 0,0-1-20 0,7-3 0 0,0 4 0 16,0-7 42-16,-3 6 5 0,-4 1 1 0,3-4 0 16,8 3 10-16,-4-2 2 0,-7-7 1 0,0 9 0 15,0-9 2-15,4 3 0 0,-4 7 0 0,0-10 0 16,-4 6-17-16,4-6-3 0,0 0-1 0,0 0 0 16,-7 3 6-16,7-3 0 0,0 0 1 0,0 0 0 15,0 0-4-15,0 0-1 0,0 0 0 0,0 0 0 16,7-3-19-16,-3-3-4 0,-1-4-1 0,4 1 0 15,11-7-1-15,-8 4-1 0,-6-4 0 0,-1-3 0 16,8 0-6-16,0 4 0 0,-4 2-1 0,0-9 0 16,-4 10-11-16,8-4 0 0,-1-3 0 0,1 10 0 15,-11-1 0-15,3 4 0 0,5 3 0 0,-8 3 0 16,0 0 0-16,7 0 0 0,3-6 0 0,8 6 0 16,-4 6 0-16,-4-3 0 0,-2 3 0 0,-1 4 0 15,7-1 0-15,-4 0 8 0,-6 1 0 0,3 6 0 16,0-4 2-16,4 4 0 0,-4-1 0 0,0-2 0 0,-7 9 6 0,3-10 0 15,8 7 1-15,-4-3 0 0,-7 3-6 16,3 0-2-16,4-10 0 0,0 7 0 0,0 3 1 16,1-10 0-16,-8 7 0 0,7-7 0 0,3 7-10 0,-3-7 0 15,-10 0 0-15,6 1 0 0,1-7 0 0,-1 13-9 16,-3-16 9-16,4 0-13 0,-8 9-7 0,4-9 0 16,7 10-1-16,-7-10 0 15,0 0-106-15,0 0-21 0,0 0-4 0,0 0-706 16,0 0-142-16</inkml:trace>
  <inkml:trace contextRef="#ctx0" brushRef="#br0" timeOffset="179451.208">10061 13572 1407 0,'0'0'62'0,"0"0"14"0,-4 0-61 0,4 0-15 0,0 0 0 0,0 0 0 15,-10 3 22-15,6-3 2 0,4 0 0 0,0 0 0 16,-3 9 60-16,-4-9 13 0,-4 10 3 0,4-1 0 15,7 1 8-15,-7-1 3 0,-14 7 0 0,7-1 0 16,3 4-25-16,-3 0-5 0,-4 0-1 0,1 0 0 16,-5 12 0-16,5-9-1 0,6 9 0 0,-10-2 0 15,-4 5-31-15,4-6-5 0,14 7-2 0,-3-7 0 16,-5 6-17-16,1-5-3 0,7 5-1 0,4-6 0 16,3 1-3-16,-4-4-1 0,-3 0 0 0,4-3 0 15,13 3-7-15,1 3-1 0,-15-3-8 0,8-6 12 16,3-3 0-16,3 2-1 0,-2 1 0 0,2-3 0 15,8-4-11-15,-1 4 0 0,-6-6 0 0,0 5 8 16,-4-12-51-16,7 4-10 16,7 2-3-16,-3-9 0 0,-1 0-116 0,1 0-24 0,-1-6-5 15</inkml:trace>
  <inkml:trace contextRef="#ctx0" brushRef="#br0" timeOffset="179978.816">10244 13572 1332 0,'0'0'59'0,"0"0"12"0,-7 0-57 0,7 0-14 0,0 0 0 0,0 0 0 16,0 0 105-16,0 0 19 0,0 0 3 0,7 0 1 15,4-6-35-15,-11 6-6 0,0 0-2 0,0 0 0 0,17 9-29 0,-9-3-5 16,-5-3-2-16,1 7 0 0,3-1-6 0,0 1-2 16,3 5 0-16,-3 4 0 0,0-3 4 0,4 3 1 15,3-1 0-15,0 1 0 0,-7 6 2 0,7 0 0 16,4-3 0-16,0 3 0 0,-4 10-29 0,0-7-6 16,-4-3-1-16,5 3 0 0,-1-2-12 0,-7 2 9 15,0 0-9-15,-4 6 8 0,4-5-8 0,-3 5 8 16,-8-9-8-16,4 4 8 0,-3-4 20 0,-1-7 3 15,1 1 1-15,-1 0 0 0,-3-3-32 0,4 3 0 16,-1-4 0-16,-3-5 0 0,0 2 0 0,-4 1 0 16,4-4 0-16,0 1 0 15,4-7-22-15,-8 6-7 0,-3-9-2 0,4 9 0 16,10-9-98-16,-15-3-20 0,-6 3-4 0</inkml:trace>
  <inkml:trace contextRef="#ctx0" brushRef="#br0" timeOffset="197622.034">7411 11593 288 0,'0'0'25'0,"0"0"-25"16,0 0 0-16,0 0 0 0,0 0 141 0,0 0 23 15,0 0 5-15,0 0 1 0,0 0-69 0,0 0-13 16,0 0-4-16,0 0 0 0,0 0-37 0,0 0-8 16,0 0-2-16,0 0 0 0,7-6-12 0,1 3-2 0,-5-4-1 15,-3 7 0-15,7-3 3 0,-3-3 1 0,-1-3 0 16,1-1 0-16,3 10-3 0,-4-9-1 16,-3-1 0-16,4 4 0 0,-1 3 3 0,1-3 1 0,3-4 0 0,-4 1 0 15,-3 6 1-15,8-10 0 0,-5 4 0 0,1 6 0 16,3-4-7-16,-4-2 0 0,4 0-1 0,-3-1 0 15,-1 1-8-15,4-1-2 0,0 1 0 0,0 0 0 16,4-7-9-16,0 7 0 0,-1-1 9 0,-3-6-9 16,0 13 12-16,4-12-3 0,-1 5 0 0,-2 1 0 15,-1-1-9-15,3 4 10 0,-3-6-10 0,4-4 10 16,-1 6 10-16,1 1 1 0,0 0 1 0,3-1 0 16,-4 1-22-16,4-7 8 0,-3 7-8 0,3-1 0 15,0 4 0-15,4-3-15 0,-4-1 3 0,0 1 0 16,0-1 12-16,4 1 0 0,-4 0 0 0,4-1 0 15,-1 1 8-15,1 3-8 0,-1-4 0 0,1 1 0 0,0-7 0 16,6 13 0-16,-2-6 0 0,-1-1 0 0,0-6 8 16,0 7-8-16,4 3 0 0,-4-4 0 0,4 1 0 15,-1 0 0-15,-3 5 0 0,1-5 0 0,2 3 0 0,-2-4 0 16,-1 4 0-16,3-3 0 0,-2-1 0 0,-1 7 0 16,0-3 0-16,4-4 0 0,-4 1 0 0,0 0 0 15,4 2 8-15,-1-2-8 0,-3 0 0 0,4-1 0 16,3 1 0-16,-3-1 0 0,3 4 0 0,1-3 0 15,-1-1 0-15,0 7 0 0,-3-3 0 0,3 3 0 16,-3-4 12-16,-1 1-12 0,-3 3 0 0,4 3 0 16,-4-6 0-16,4 6-12 0,-4-3 12 0,0-4 0 15,-3 7 0-15,7 0 0 0,-1-3 0 0,1-3 0 16,-7 6 0-16,3-3 0 0,7-4 0 0,-3 7 0 0,3 0 0 16,-10 0 0-16,-1-3 0 0,1-3 0 0,14 6 0 0,-8 0 0 15,-10-3 0-15,8 3 0 0,6-6-10 16,-3 6 10-16,-1 0 0 0,-3 0-9 0,1 0 9 0,2 0 0 15,4-7-10-15,-6 7 10 0,-5 0-8 0,4 0 8 16,8 0 0-16,-1 0-10 0,-7 0 10 0,0 0 0 16,-3 0-10-16,7 7 10 0,-1-7-8 0,-6 0 8 15,-4 0 0-15,0 0 0 0,11 0 0 0,-8 6-8 16,-6-3 8-16,7-3-8 0,6 0 8 0,1 0-8 16,0 9 8-16,-1-9 0 0,-6 0 0 0,3 0 0 15,4 7 0-15,-4-7 0 0,-3 0 0 0,-1 3 0 16,8 3 0-16,-4-6 0 0,-3 3 0 0,0-3 0 15,-1 0 0-15,1 7 0 0,7-4 0 0,-8-3 0 16,-6 0 0-16,3 0-8 0,14 0 8 0,-7 6 0 16,-3-6 0-16,-4 3 0 0,7 3 0 0,0-6 0 0,4 7 0 15,0-4 0-15,-8-3 0 0,1 6 0 0,7-3 0 16,-1 3 0-16,-6-6 0 0,3 4 0 0,0-4 0 0,1 6 0 16,-1-3 0-16,3-3 0 0,-2 0 0 0,-1 0 0 15,0 6 0-15,0-6 0 0,0 3 0 0,0 4 0 16,-3-7 0-16,3 6 0 0,0-3 0 0,-3 3 0 15,0-2 0-15,-1 2 0 0,1-3 0 0,0 3 0 16,-1-3 0-16,1 7 0 0,-1-4 0 0,1-3 0 16,0 10 0-16,-1-10 0 0,1 6 0 0,0 1 0 15,3-10 0-15,-4 9-8 0,1-9 8 0,-4 6 0 16,4 4 0-16,-1-10 8 0,1 9-8 0,0-3 0 0,-4-2 0 16,4 2 0-16,3-3 0 0,-4 6 0 0,4-2 0 15,-3-4 0-15,-4 3 0 0,7-3 8 0,-3 3-8 0,7 1 0 16,-8-4 0-16,5-3 8 0,-1 6-8 0,0-3 0 15,0 4 0-15,0-4 9 0,-3-3-9 0,3 6 0 16,-3-6 24-16,3 3-3 0,-4-3 0 0,1 0 0 16,0 0-21-16,-1 6 0 0,1-6-10 0,0 0 10 15,-4 0 0-15,3 0 0 0,1 0 0 0,-4 0 0 16,4 0 0-16,-1 3 0 0,-2-3 0 0,2 0 9 16,1 0-9-16,-1 0 0 0,-2 0 0 0,2 0 8 15,8 7-8-15,-4-7 0 0,-7 0 9 0,7 0-9 16,-7-7 10-16,4 7-2 0,0 0-8 0,-4-3 12 15,3 3-2-15,1 0-1 0,0 0 0 0,-4-6 0 16,0 6-9-16,0-3 10 0,4 3-10 0,-4-6 10 0,0 6-2 16,0-3 0-16,0-4 0 0,0 7 0 0,0 0-8 15,1-3 8-15,-5-3-8 0,4 3 8 0,4-4-8 16,-4 7 0-16,0-6 0 0,-3 3 0 0,3 3 0 0,0-6 8 16,0 3-8-16,4-4 0 0,-4 4 0 0,0-3 0 15,0 3 8-15,0-3-8 0,0 6 0 0,0-10 0 16,0 7 9-16,1-3-9 0,-1-1 0 0,0 4 0 15,3-3 0-15,-3 3 0 0,1-3 0 0,-1-4 0 16,3 1 0-16,-3 9 0 0,1-10 0 0,2 4 0 16,-3 3 0-16,4-3 8 0,-4-4-8 0,0 7 0 15,0-3 0-15,0-3 0 0,-3 9 0 0,3-10 0 16,0 7 0-16,-3-3 0 0,-1-4 0 0,1 4 0 16,-4 3 0-16,4-7 0 0,-4 4 0 0,3-3 0 0,-3 6 0 15,4-4 0-15,-4-2 0 0,0 3 8 0,0 3-8 16,0-4 0-16,4 4 0 0,-4-3 0 0,3-4 0 0,-3 1 0 15,4 6 17-15,0-3-1 0,-4-4 0 0,3 4 0 16,-3-3-25-16,0-1-6 0,4 7-1 0,-1-6 0 16,1 2 16-16,-4-2 0 0,0 9 0 0,4-6 0 15,-4 3 0-15,0-4 0 0,-4 4 0 0,4-3-9 16,-7 6 9-16,7-3 0 0,-7 3 8 0,8-7-8 16,-5 7 0-16,-3 0 0 0,0 0 0 0,7-3 0 15,0-3 14-15,-7 6-2 0,0 0 0 0,4-3 0 16,-1-3-22-16,-3 6-5 0,7-7-1 0,-7 7 0 15,7-3 26-15,-7 3 5 0,0 0 1 0,0 0 0 16,7 0-16-16,-7 0-16 0,7-6 3 0,-7 6 1 16,0 0 12-16,0 0 0 0,0 0 0 0,0 0 0 0,8 0 0 15,-8 0 0-15,0 0 0 0,7-3 0 0,-7 3 0 16,0 0-12-16,0 0 12 0,0 0-12 0,0 0 0 0,0 0 0 16,0 0 0-16,0 0 0 0,0 0 12 0,0 0 0 15,0 0 0-15,0 0 0 0,0 0 0 0,0 0 13 16,0 0-2-16,7 0-1 0,-7 0-10 0,0 0 0 15,0 0 0-15,0 0 0 0,0 0 0 0,0 0 0 16,0 0 0-16,0 0 0 0,0 0-12 0,0 0 1 16,0 0 1-16,0 0 0 0,0 0 0 0,0 0 0 15,7 3 0-15,0-3 0 16,0 6-34-16,-7-6-6 0,0 0-2 0,0 0 0 16,7 3-112-16,-7-3-22 0,14 0-5 0,-14 0-1 0</inkml:trace>
  <inkml:trace contextRef="#ctx0" brushRef="#br0" timeOffset="200129.259">13119 10540 115 0,'0'0'10'0,"0"0"-10"0,0 0 0 0,0 0 0 16,0 0 115-16,0 0 21 0,0 0 4 0,0 0 0 16,0 0-98-16,0 0-20 0,0 0-4 0,0 0-1 15,0 0-5-15,0 0 0 0,0 0-1 0,0 0 0 16,0 0 9-16,0 0 1 0,0 0 1 0,0 0 0 15,0 0 8-15,0 0 2 0,11 0 0 0,-11 0 0 16,0 0-7-16,0 0-1 0,0 0 0 0,0 0 0 16,0 0 4-16,0 0 0 0,7 3 0 0,-7-3 0 15,0 0-13-15,0 0-3 0,0 0 0 0,0 0 0 0,4 6 3 16,-4-6 0-16,3 9 0 0,-3-9 0 0,4 10-4 0,-1-1-1 16,-3-3 0-16,0-6 0 0,0 0 14 0,4 10 2 15,-4-7 1-15,3 6 0 0,-3 4-15 0,0-13-4 16,4 3 0-16,-4-3 0 0,3 9 4 0,-3-9 0 15,4 7 0-15,-1 2 0 0,-3-9-4 0,7 3-8 16,-3 7 12-16,-1-4-4 0,1 3 2 0,-4-9 0 16,3 7 0-16,-3-7 0 0,4 3 14 0,0 6 2 15,-1 1 1-15,-3-10 0 0,0 0-27 0,4 9-14 16,-1 0 2-16,1 4 0 0,-4-4 12 0,3 1 16 16,-3-7-3-16,4 6-1 0,-4-9-12 0,3 10 0 15,1-4 0-15,-4-6 0 0,3 9 8 0,1 1 3 0,-1-4 0 16,-3-6 0-16,4 3 4 0,3 7 1 0,-7-10 0 15,7 6 0-15,0-3-16 0,0 3 11 0,-7-6-11 16,7 3 10-16,-7-3 4 0,7 7 1 0,0-1 0 0,4-3 0 16,-11-3 2-16,7 0 1 0,0 10 0 0,4-10 0 15,-11 0-18-15,7 6-16 0,0-3 4 0,-7-3 0 16,7 9 12-16,3-2 16 0,-6-4-3 0,6 3-1 16,-10-6-12-16,11 0-10 0,0 3 2 0,-1 3 0 15,-3-6 25-15,4 0 6 0,3 7 1 0,0-4 0 16,0-3-14-16,0 0-2 0,-3 0-8 0,-1 6 12 15,4-6-12-15,1 3 0 0,-5-3 0 0,1 0 0 16,3 0 0-16,-4 0 12 0,5 0-3 0,-5 6-1 16,1-6-8-16,3 4 12 0,-4-4-12 0,1 6 12 15,0-6-12-15,-1 3 0 0,1-3 0 0,-1 0 0 16,4 6 0-16,-3-6 0 0,0 3 0 0,3 4-11 16,-4-7 11-16,4 6 0 0,-3-6 0 0,0 3 0 0,3-3 0 15,-4 0 0-15,4 0 0 0,1 0 0 0,-1 6 0 0,0-6 0 16,0 4 0-16,0-4 0 0,-3 0 0 0,3 0 8 15,3 6-8-15,-3-6 11 0,1-6-11 0,-1 12 0 16,3-6 0-16,-3 0 0 0,0 0 0 0,4 0 0 16,0 0 0-16,-1 0 8 0,1 3-8 0,0-3 8 15,-1-3-8-15,-3 3 8 0,8 3-8 0,-5-3-17 16,4-3 4-16,-3 6 1 0,0-3 12 0,-1 0 16 16,1 0-3-16,0 0-1 0,-1 0 7 0,1 0 1 15,0 0 0-15,3 6 0 0,-4-6-20 0,1-6 0 16,3 6 0-16,0 0 0 0,0 0 0 0,1-3-16 15,-5 3 4-15,4-6 0 0,1 6 12 0,-1 0 0 0,3 0 0 16,-2 0 0-16,-1-4 0 0,-4 4 0 0,5 0 0 0,-1 0 10 16,-4-6 5-16,5 6 1 0,-1 0 0 15,0 0 0-15,0 0-16 0,0 0 0 0,0-3 0 0,1 3-10 16,2-6 10-16,-3 6 11 0,1 0-3 0,2 0 0 16,-3 0-8-16,4 0 0 0,-4 0 0 0,4 0-11 15,-4-7 11-15,0 7 0 0,1 0 0 0,2 0 0 16,-3-3 0-16,8 3 0 0,-5 0 8 0,1-6-8 15,-4 6 9-15,4 0-9 0,0-3 12 0,-1-3-12 16,-3 6 8-16,4 0-8 0,-4-4 0 0,0-2 0 16,4 6 0-16,0 0 0 0,-4-3 0 0,4-3 0 15,-1 3 0-15,1-4 0 0,0-2 0 0,-1 9 0 16,5-6 10-16,-1 3-10 0,0-4 8 0,-3 7-8 0,0-3 8 16,3 3-8-16,-4 0 8 0,1-6-8 0,0 6 0 15,-4-3 0-15,4 3 0 0,-1-6 0 0,-2 2 0 16,-1-2 12-16,3 6 0 0,-2-3 0 0,-1-3-12 0,3-1 0 15,1 4-12-15,-4-3 12 0,8 3 0 0,-5-3 0 16,1 2 0-16,3-2 0 0,-3-3 0 0,3 9 0 16,0 0 0-16,0-3 0 0,1-4 0 0,-1 1 0 15,-3 3 0-15,3 3 0 0,-3-6 0 0,-1-4 0 16,1 7 0-16,0-3 0 0,-1-4 0 0,1 7 0 16,3-3 0-16,-3-3 0 0,0 2 17 0,3 4 11 15,-3-3 3-15,-1 3 0 0,4-3-13 0,-3-4-2 16,7 10-1-16,-7-9 0 0,3 6-6 0,0-4-1 15,0 1 0-15,-3 3 0 0,3 3-8 0,0-6 0 0,1 6 0 16,-1-3 0-16,0-4 0 0,4 4 0 0,0-3 0 16,-1 3 0-16,-2-4 0 0,2 4 0 0,1-3 0 15,-4 6 0-15,4-9 0 0,0 9 0 0,-4-7 0 16,0 4 8-16,0-3-8 0,-3 6 12 0,0-3-12 0,0-3 12 16,-1 2-12-16,1-2 10 0,0 6-10 0,-1-9 10 15,5 9-10-15,-5-10 0 0,4 10 9 0,1-6-9 16,2 3 0-16,-2-3 0 0,2 6 0 0,1-3-12 15,3-4 36-15,-3 4 8 0,0-3 0 0,-4-4 1 16,4 10-33-16,-4 0 0 0,0-3 0 0,-3-3 0 16,0 6 0-16,-1-9 0 0,1 9 0 0,0-7 0 15,-1 4 13-15,1 3-4 0,3-6-1 0,1 6 0 16,-1-3-8-16,4-3 0 0,-8 6 0 0,5 0 0 16,2 0 0-16,-3 0 0 0,4-4 0 0,-4 4 0 0,1 0 0 15,-1 0 0-15,0 0 0 0,-3 0 0 0,0 0 0 16,3 0 0-16,0 0 0 0,0 0 0 0,0 4 0 0,1-4 0 15,2 0 0-15,-2 6 0 0,-1-3 0 0,0-3 0 16,4 0 0-16,0 6 0 0,-1-6 0 0,1 3 0 16,-4 4 0-16,0-1 0 0,-3-3 0 0,3 3 0 15,1-3 0-15,-5 4 0 0,5-4 0 0,-1 3 0 16,0-3 0-16,0-3 0 0,4 10 0 0,-4-10 0 16,7 6 0-16,-3-3 0 0,-4 3 0 0,4-6 0 15,3 7 0-15,-3-4 8 0,-4 3-8 0,1-3 0 16,-5-3 0-16,1 6 8 0,3-2-8 0,0-4 0 15,-3 9 0-15,0-9 0 0,0 6 0 0,-1-3 0 16,-3 4 0-16,8 2 0 0,-5-3 0 0,1-3 0 0,3 7 0 16,-3-4 0-16,0-3 0 0,-1 7 0 0,-2-4 0 15,2 3-11-15,-6-2 11 0,3-4 0 0,0 6 8 0,4-3-8 16,-7 4 0-16,3-7 0 0,0 3 0 0,-4 4 0 16,1-4 0-16,3-3 8 0,0 6-8 0,1-2 8 15,-5-4 0-15,1 3 1 0,3-6 0 0,-3 3 0 16,3-3-9-16,-3 10 0 0,-4-10 0 0,3 6 0 15,1-6 0-15,-4 9 0 0,-3-9 10 0,-1 7-10 16,1-4 10-16,3 3-10 0,-4-3 8 0,1 3-8 16,-11-6 0-16,11 4 8 0,10 5-8 0,-7-3 0 15,-4 4 0-15,1-1 8 0,7-3-8 0,-1-2 0 16,-3 5 0-16,-3 0 0 0,3 1 0 0,0-4 0 16,4 3 0-16,-4 1 0 0,-3-1 0 0,-1 1 0 15,8-1 0-15,-8-3 0 0,5 4 0 0,-5-1 0 16,-3 1 0-16,4-1 0 0,-1 0 0 0,1 1 0 0,-8-4 0 15,4-3 0-15,8 3 12 0,-5 1-4 0,-6-4 0 16,3 6 0-16,0-9 0 0,7 10 0 0,-7-4 0 0,4-3-8 16,-4 3 12-16,3-3-4 0,8 4-8 0,-4 2 8 15,-7 1-8-15,4-4 8 0,-1 3-8 0,1-6 0 16,-1 13 9-16,-3-7-9 0,-3 1 0 0,3-1 8 16,7 1-8-16,-3-1 0 0,-11 7 0 0,7-7 0 15,7 1 0-15,-4-1 0 0,-3-3 0 0,4 4 0 16,-4-1 0-16,4-6 0 0,3 3 11 0,-7 4-3 15,-4-4 0-15,1-3 0 0,10 7-8 0,-7-4 0 16,0-3 0-16,-7-3 0 0,4 6 0 0,-1 4 0 0,1-1 10 16,-1-3-10-16,-3 4 0 0,7-7 0 0,0 3 0 15,0-3 0-15,-3 7 13 0,-1-1-4 0,5 4-1 16,-1-4 0-16,3 1-8 0,-6-1 0 0,-1-6 0 0,4 3-11 16,7 4 11-16,-7-1 0 0,-7-9 0 0,4 10 8 15,3-4-8-15,0-3 0 0,-7-3 0 0,0 0 0 16,0 9 8-16,4 1-8 0,3-10 8 0,-7 0-8 15,0 0 0-15,0 0 0 0,0 0 0 0,0 0 0 16,0 0 0-16,0 0 0 0,0 0 0 0,0 0 0 16,10 6 0-16,-10-6 9 0,0 0-9 0,0 0 0 15,0 0 0-15,0 0 0 0,0 0-10 0,0 0 10 16,0 0-24-16,0 0 4 0,0 0 0 0,0 0 0 16,0 0-119-1,0 10-23-15,0-10-5 0</inkml:trace>
  <inkml:trace contextRef="#ctx0" brushRef="#br0" timeOffset="-213507.134">16277 8445 230 0,'-11'6'10'0,"11"-6"2"0,0 0-12 0,0 0 0 0,0 0 0 0,0 0 0 15,0 0 102-15,0 0 18 0,4 3 3 0,-4 7 1 16,-4 2-96-16,4-2-18 0,4-7-10 0,-1 6 10 16,1 1-10-16,-4-1 0 0,0-3 0 0,0 4 0 15,3-4 0-15,-3 3 13 0,0 4-3 0,0-4-1 16,0-2 29-16,0 2 6 0,0 7 0 0,-3-4 1 0,3-2-13 16,-4-1-2-16,4 7-1 0,-3 2 0 0,3-2-13 0,-4-3-4 15,4 2 0-15,-7 4 0 0,4 0-12 0,-4-3 11 16,3-1-11-16,0-2 10 0,1 3 8 15,-1 2 2-15,-3-2 0 0,0-3 0 0,0 2 4 0,-3 4 2 16,3-3 0-16,-4-4 0 0,0 4 12 0,1-7 2 16,3 7 1-16,-4-7 0 0,1 4 12 0,-1-4 3 15,-3 7 0-15,0-6 0 0,0 5-46 0,3-5-10 16,1-1 0-16,-1 0 0 0,0 1 0 0,-3-1 11 16,4 1-3-16,-4-1-8 0,-1 0 13 0,5 4-4 15,-4-10-1-15,0 13 0 0,-4-7-8 0,4 1 12 16,-4-1-12-16,4 0 12 0,-3-2 3 0,-1-4 1 0,0 6 0 0,1-2 0 15,-5-4-8-15,5 6 0 0,-4-3-8 0,3-3 12 16,-3 10-12-16,0-10 8 0,3 7-8 0,-3-4 0 16,0-3 0-16,3 6 0 0,-3-2 0 0,0-4 0 15,3 9 19-15,0-9-3 0,1 7 0 0,-4-4 0 16,7 4-16-16,-8-7 0 0,5 3 8 0,-4-3-8 16,3 3 0-16,-3-2 0 0,3 2 0 0,-3 0 0 15,0-3 0-15,0 3 0 0,-1-2 0 0,1 2 0 16,0-3 0-16,0-3-19 0,0 6 4 0,0-3 1 15,-1-3 14-15,1 7 16 0,0-7-3 0,0 3-1 16,3 3-12-16,-3-6 0 0,0 6 0 0,3-3 0 16,-3-3 0-16,0 0-16 0,3 7 3 0,1-7 1 15,-4 3 20-15,3-3 5 0,0 0 1 0,1 0 0 16,-1 0-14-16,-3 0 0 0,3 0 0 0,1 0 0 16,-5 0 0-16,5-3 0 0,-1 3 0 0,0-7 0 0,-3 7 0 15,4 0 0-15,-1-3 0 0,0-3 0 0,1 6 0 0,-1 0-13 16,-3-6 4-16,3 3 1 0,1 3 8 0,-1 0 8 15,0-7-8-15,1 7 11 0,-1 0-11 0,4 0 0 16,-4-3 0-16,1-3-11 0,-1 6 11 0,0 0 0 16,4-3 0-16,0 3 0 0,-3-6 0 0,2 6 8 15,-2-4-8-15,3-2 11 0,-4 6-11 0,0-3 0 16,1 3-12-16,-1 0 12 0,1-6-9 0,-1 6 9 16,-3 0 0-16,7 0 0 0,-4 0 0 0,0 0 0 15,1 0 12-15,3 0-3 0,-4 0-9 0,0 0 0 16,8 0 0-16,-4 0 0 0,-4 6 0 0,0-3 0 15,4-3 0-15,0 0 0 0,0 0 0 0,0 6-11 16,0-2 3-16,0-4 0 0,0 0 8 0,-1 6 0 0,1-3 0 0,0-3 0 16,0 6 0-16,0-6 0 0,3 3 0 15,-3-3 0-15,0 0 8 0,4 7-8 0,-1-7 8 16,-3 3-8-16,0 3 0 0,0 3 0 0,3-9 0 0,-3 10-8 16,0-4 8-16,0-3 8 0,3 7-8 0,1-4 11 15,-5-3-11-15,5 3 0 0,-4 4 0 0,3-1 0 16,1 1 0-16,-4-4 12 0,6 3-2 0,-2-6 0 15,-1 7-10-15,1-4 0 0,-1 4 0 0,1-1 0 16,2 0 13-16,1 1 1 0,-3-4 0 0,3 3 0 16,-4 1-6-16,4-1 0 0,4 1-8 0,-1-1 12 15,-3 0-12-15,4 1 0 0,-1 2 8 0,0 1-8 16,1-4 0-16,-1 1 8 0,1-1-8 0,3 1 0 16,-7 5 8-16,3-5-8 0,1 5 0 0,3-2 9 0,-7 3-9 15,3-1 0-15,-3-2 0 0,0 6 0 0,4 3 0 16,-5-10 8-16,1 13-8 0,0-6 8 0,4-3 0 0,-4-4 0 15,0 4 0-15,0 3 0 0,0-10 1 0,3 7 0 16,-3-7 0-16,4 7 0 0,-5-7 2 0,5 1 0 16,-1-1 0-16,1 1 0 0,-1-4-3 0,1 3-8 15,-1-6 12-15,1 7-4 0,-1-4-8 0,4-3 0 16,-3 7 9-16,-1-10-9 0,1 6 8 0,3-6-8 16,-4 9 10-16,4-2-10 0,-3-4 10 0,3 6-10 15,-4-3 10-15,4-6-10 0,-3 3 0 0,-1 4 8 16,4-7-8-16,-4 3 0 0,1 3 0 0,-1 4 0 15,4-4 0-15,-3-3 0 0,3 3 0 0,0-6 0 0,-4 3 8 16,1 7-8-16,-1-4 0 0,1-3 11 0,3-3-11 16,-4 6 10-16,4-2-10 0,0-4 0 0,0 0 9 0,-3 6-9 15,3 3 0-15,0-9 9 0,-4 7-9 0,1-4 0 16,-1 6 12-16,4-9-4 0,0 0 0 0,-3 6-8 16,3-3 8-16,0-3-8 0,0 0 0 0,0 0 0 15,0 0 0-15,0 0 0 0,0 0 8 0,0 0-8 16,0 0 0-16,-4 10 0 0,4-10 0 0,0 0 0 15,0 6 0-15,0-6 0 0,0 0 0 0,-3 10 0 16,-1-4 0-16,4-6 0 0,0 0 0 0,0 3 0 16,-3 6 0-16,3-9 0 0,0 0 0 0,0 0 0 15,0 0 8-15,0 0-8 0,0 0 0 0,0 0 0 16,0 0 0-16,0 0 0 0,-4 7 0 0,4-7 0 16,0 0 0-16,0 0 0 0,0 0 0 0,0 0 0 15,0 0 8-15,0 0-8 0,0 0 0 0,0 0 0 0,-4 3 0 16,4-3 0-16,0 0 0 0,0 0 0 0,0 0 0 15,0 0 0-15,0 0 0 0,0 0 0 0,0 0 0 0,0 0 0 16,0 0 0-16,0 0 0 0,0 0 0 0,0 0 0 16,0 0 0-16,0 0 0 0,0 0 0 0,0 6-9 15,0-6 9-15,0 0-12 16,0 0-27-16,0 9-5 0,0-9-2 0,0 0-881 0</inkml:trace>
  <inkml:trace contextRef="#ctx0" brushRef="#br0" timeOffset="-129103.648">29259 6971 756 0,'0'0'33'0,"0"0"7"0,0 0-32 0,0 0-8 16,0 0 0-16,0 0 0 0,0 0 60 0,0 0 11 16,0 0 1-16,0 0 1 0,3-6-4 0,-3 6-1 15,0 0 0-15,0 0 0 0,8-3 12 0,-8 3 1 16,0 0 1-16,0 0 0 0,0 0-27 0,0 0-6 16,0 0-1-16,0 0 0 0,0 0-11 0,0 0-2 15,0 0-1-15,0 0 0 0,0 0-19 0,0 0-4 16,0 0-1-16,0 0 0 0,-8 3 21 0,5 3 4 15,-8 3 1-15,11-2 0 0,-3-4-15 0,-4 6-2 0,3-9-1 16,4 0 0-16,0 0 5 0,-3 6 1 0,-4-2 0 16,-4 2 0-16,11-6 0 0,0 3 0 0,-7 3 0 0,0 1 0 15,-4-4-24-15,8 6 0 0,-4 1 0 0,3-4 0 16,-6-3 20-16,-1 6-1 0,11-2 0 0,0 2 0 16,-7 0-2-16,4-2 0 0,-5 2 0 0,1 0 0 15,-3 1-1-15,10-1 0 0,-7 1 0 0,0-1 0 16,-4 7 2-16,8-7 0 0,-4 1 0 0,3-1 0 15,1 0-18-15,-5 1 0 0,8-1 0 0,-3 1-9 16,-4-4 9-16,7 3 0 0,0 1 0 0,-4 5 0 16,4-5 0-16,0-1 9 0,-3 1-9 0,-1-1 0 15,4 7 11-15,0-7-11 0,-3 1 10 0,-1-1-10 16,4 0 11-16,-7 1-11 0,7 5 12 0,-3-5-12 0,-1 2 15 16,1-2-4-16,-1 5-1 0,-7-5 0 0,11-1 1 15,-10 7 0-15,10-7 0 0,-4 1 0 0,1 5-1 16,-4-2 0-16,7-4 0 0,-4 1 0 0,-3 6-10 0,7-7 12 15,-3 7-12-15,-1-7 12 0,4 10-12 0,0-10 0 16,-3 1 0-16,3-1 8 0,0 7-8 0,0-7 0 16,0 1 0-16,0 5 8 0,0-2-8 0,0-7 0 15,3 10 0-15,-3-7 8 0,-3 1-8 0,3-1 0 16,3 0 9-16,-3 1-9 0,0 5 0 0,0-2 0 16,4-4 0-16,-4 1 0 0,3-1 0 0,-3 7 0 15,0-7 0-15,0 1 8 0,0-1-8 0,0 0 0 16,0 7 0-16,0-6 0 0,7-1 0 0,-7 0 8 15,4 7-8-15,-4-7 0 0,0 7 0 0,0-6 0 16,0 2 0-16,0-2 0 0,0 2 0 0,0 1 8 0,0-7-8 16,0 6 0-16,0-2 9 0,7-1-9 0,-4 7 12 0,-3-7-12 15,4 1 11-15,-4-1-11 0,7 1 10 0,-4 2-10 16,5-3 8-16,-5 4-8 0,1-4 0 0,-1 1 0 16,4-1 9-16,-7 7-9 0,11-7 8 0,-8 1-8 15,4-1 0-15,-3 1 8 0,3 2-8 0,-4-2 0 16,8-1 0-16,-7 0 8 0,6 1-8 0,1-1 0 15,-8 1 0-15,4-1 0 0,-3 0 8 0,6-2-8 16,1 2 0-16,-4-6 0 0,0 3 0 0,4 4 0 16,3-10 8-16,-4 9-8 0,-3-9 12 0,1 10-4 15,2-10-8-15,-3 6-9 0,0-6 9 0,0 3-13 16,-7-3-6-16,0 0-1 0,11 0 0 0,-11 0 0 16,0 0-131-16,3 6-26 0,8-3-6 0,-11-3-853 15</inkml:trace>
  <inkml:trace contextRef="#ctx0" brushRef="#br0" timeOffset="-127073.648">29855 9219 172 0,'0'0'16'0,"0"0"-16"15,0 0 0-15,0 0 0 0,0 0 178 0,0 0 33 16,0 0 6-16,0 0 2 0,0 0-137 0,0 0-27 15,0 0-6-15,0 0-1 0,0 0-19 0,0 0-4 16,0 0-1-16,0 0 0 0,0 0 32 0,0 0 7 16,0 0 1-16,7-6 0 0,-7 6-4 0,0 0-1 15,0 0 0-15,0 0 0 0,0 0-14 0,0 0-2 0,0 0-1 0,0 0 0 16,0 0-9-16,0-9-1 0,0 9-1 0,0-10 0 16,0 10 7-16,0-9 2 0,0-1 0 0,-7 7 0 15,0-3 9-15,7-3 3 0,-10 2 0 0,10 4 0 16,-8-6-27-16,5 3-5 0,-11 2 0 0,14-2-1 15,0 6-5-15,-11-9-1 0,4 9 0 0,0-10 0 16,7 10-13-16,-10 0 0 0,-1 0 0 0,-3 0 0 16,3 0 0-16,-3 0 0 0,4 3 0 0,-1 4 0 15,-3-7 0-15,3 9 0 0,-3-3 12 0,4-2-3 16,-1 5-9-16,-3-3 10 0,3-3-10 0,8 7 10 16,-8-4-10-16,1 3 8 0,6 7-8 0,-6-3 8 15,-1 2 8-15,11 1 2 0,-11-3 0 0,8 5 0 16,-8-2-26-16,1 9-6 0,6-6-1 0,1 0 0 15,-1 0 15-15,1-1 0 0,-8-2 12 0,11 3-12 0,0 0 16 16,0-4-4-16,0 4-1 0,0 0 0 0,11-10-11 16,-8 7 10-16,1 3-10 0,3-3 10 0,3-7-10 0,1 4 0 15,-8-1 0-15,8 1 8 0,3-7-8 0,-3-3 0 16,6 6 0-16,-3-2 0 16,4-7-29-16,-7 0-2 0,10 0 0 0,-7 0 0 15,-4 0-91-15,5-7-18 0,9 4-4 0,-3-3-1 16,-6-3-56-16,6 6-11 0,14-13-3 0,-10 0 0 0</inkml:trace>
  <inkml:trace contextRef="#ctx0" brushRef="#br0" timeOffset="-126283.648">29982 8799 1216 0,'0'0'27'0,"0"0"5"0,0 0 2 0,0 0 0 0,0 0-34 0,0 0 0 16,0 0 0-16,0 0 0 0,0 0 91 0,0 0 11 15,0 0 2-15,0 0 1 0,0 0-18 0,7 3-4 16,-7-3-1-16,4 10 0 0,-4 2-19 0,7-2-4 16,-4-1-1-16,-3 0 0 0,4 1-3 0,-4-1-1 15,0 1 0-15,7 8 0 0,-4-8-12 0,-3 6-2 16,0-1-1-16,0 4 0 0,7 0-21 0,-3 0-4 15,-4 6-1-15,0 3 0 0,0-3-13 0,0 3 0 16,0 10 0-16,0-4 0 0,0 1 8 0,0-7-8 16,0 7 0-16,0-7 0 0,0 0 8 0,0-3-8 15,0 0 0-15,0-6 9 0,0 6-9 0,7-6 0 16,-7 0 9-16,0-4-9 0,4-2 8 0,-1 3-8 0,-3-7 8 16,0 1-8-16,0-1 8 0,0 0-8 0,0-9 8 15,0 7-8-15,0-7 10 0,0 0-2 0,0 0-8 0,0 0 12 16,0 0-4-16,0 0 0 0,0 0-8 0,0 0 12 15,-14-7-12-15,14 4 9 0,-11-6-9 0,11-1 8 16,-3-5-8-16,-4 5 0 0,7-5 0 0,0 5-11 16,0-9 3-16,0 4 0 0,0-4 0 0,7 0 0 15,-4 0-2-15,-3 4 0 0,7-4 0 0,-3 3 0 16,10-3 10-16,-7 0-13 0,-3 10 5 0,3-7 8 16,0 7-10-16,0 0 10 0,-4-4 0 0,8 0-9 15,-4 4 9-15,0 6 0 0,0-3 0 0,-3 3 0 16,10-4 0-16,-7-2 0 0,-4 9 0 0,8-3 8 15,-4-4 1-15,0 7 1 0,4 0 0 0,-4 0 0 16,0 10-2-16,0-4 0 0,-4 4 0 0,8 2 0 16,0-6-8-16,-1 13 0 0,1-3 0 0,-4-4 0 15,0 10 10-15,-4-3-10 0,8 0 12 0,-1 0-12 0,-6 0 13 16,3-1-4-16,-3-2-1 0,-4 3 0 0,10 0-8 16,-6-4 0-16,-4 1-10 0,7-3 10 0,-4 2 0 0,-3-5 8 15,7-1 1-15,-3 1 0 0,-4-1-9 0,10 0 0 16,-6-2 0-16,-4-7 0 15,0 3-24-15,7 3-3 0,-3 3-1 0,-4-9 0 16,0 4-132-16,0-4-26 0,7 6-6 0,0 3 0 16,-7-9 71-16,0 0 14 0,0 0 3 0,0 0 1 0</inkml:trace>
  <inkml:trace contextRef="#ctx0" brushRef="#br0" timeOffset="-125483.649">30748 9310 115 0,'0'0'10'0,"0"0"-10"0,0 0 0 0,0 0 0 0,0 0 361 0,0-3 71 15,3-3 13-15,-3-4 3 0,-3 1-376 0,3 3-72 16,3-4-23-16,-3 7 0 0,-3-6 14 0,3 3 9 16,0-4-12-16,0 1 12 0,-4-1 30 0,-3 4 13 15,7 3 2-15,-3-3 1 0,3-4-3 0,0 10-1 16,-7 0 0-16,3-9 0 0,4 9 8 0,-4 0 2 15,-3-3 0-15,4 3 0 0,-4-7-13 0,-4 7-3 16,8 10 0-16,-8-10 0 0,1 6-8 0,2-3-1 16,1 4-1-16,-3-4 0 0,-1 6 5 0,8-3 1 15,-8 4 0-15,1-1 0 0,3 1-8 0,-1-1 0 16,-2 7-1-16,-1-7 0 0,8 10 5 0,-1-10 0 16,-3 10 1-16,4-9 0 0,-4 5-16 0,7 1-3 0,-4-4-1 15,1 4 0-15,-5 3-9 0,8-3 0 0,0-4 0 16,0 4 0-16,0 3 0 0,0-10 0 0,8 7 0 0,-5-7 0 15,-3 10 0-15,4-10 0 0,3 1 0 0,-4-1 0 16,8-3 0-16,-8 4 0 0,8-1 0 0,-1-2 0 16,1-4 0-16,0 3-11 0,-1-3 3 0,-3-3 0 15,11 0 8-15,-8 0-8 0,5-3 8 0,-1-3-8 16,0 3-3-16,-4-4 0 0,5-2 0 0,-5-7 0 16,1 7 0-16,3-1 0 0,-7-8 0 0,-4-1 0 15,4 3-9-15,0-3-1 0,-7 0-1 0,8 4 0 16,-5-4-34-16,-3-6-8 15,-3 6 0-15,3 6-1 0,3-2 30 0,-3-1 7 16,0 7 0-16,0-4 1 0,0 4 44 0,0 2 9 0,-3-2 2 0,-5 0 0 16,8 2-28-16,0 7 0 0,0 0 0 0,0 0-11 15,0 0 32-15,0 0 7 0,0 0 0 0,0 0 1 0,0 0 7 16,0 0 0-16,0 0 1 0,0 0 0 0,0 0-22 0,0 10-5 16,0 5-1-16,0-5 0 0,0 6 11 0,0-4 3 15,0 4 0-15,8-7 0 0,-5 10 10 0,-3-3 3 16,11-1 0-16,-11-2 0 0,0 6-2 0,0-4 0 15,10 1 0-15,-6-3 0 0,-4 5-21 0,0-8-4 16,10 6-1-16,-3-1 0 0,0-2-8 0,-7-7 10 16,8 3-10-16,-5 1 10 0,8 6-10 0,-11-7-11 15,3-6 3-15,8 6 0 16,-11-2-20-16,0-7-3 0,0 0-1 0,0 0 0 16,0 0-124-16,0 0-26 0,0 0-5 0,0 0-845 0</inkml:trace>
  <inkml:trace contextRef="#ctx0" brushRef="#br0" timeOffset="-125183.648">31062 9370 1209 0,'0'0'108'0,"0"0"-87"0,0 0-21 0,0 0 0 16,0 0 267-16,0 0 49 0,0 0 9 0,0 0 3 16,0 9-223-16,10-6-44 0,-10 7-9 0,0-4-1 15,0 3-11-15,4 1-3 0,3-1 0 0,-4 1 0 16,-3-1 1-16,0 1 0 0,7 2 0 0,-7 1 0 16,4-4-22-16,-4 0-4 0,0 7 0 0,0-6-1 15,0-1-11-15,0 0 0 0,0-2 0 0,0-7 0 16,0 3-36-16,0-3-2 0,0 0-1 0,0 0 0 15,0 0-148-15,0 0-29 0,0 0-7 0,0 0-767 16</inkml:trace>
  <inkml:trace contextRef="#ctx0" brushRef="#br0" timeOffset="-124993.648">31044 8934 2480 0,'0'0'110'0,"0"0"22"0,0 0-105 0,0 0-27 0,0 0 0 0,0 0 0 16,0 0 36-16,0 0 3 0,0 0 0 0,0 0 0 16,0 0-39-16,0 0-23 0,0 0 3 0,0 0 1 31,0 0-30-31,4 9-7 0,-1-2 0 0,4-4-1 16,-7-3-99-16,4 6-19 0,-4-3-4 0</inkml:trace>
  <inkml:trace contextRef="#ctx0" brushRef="#br0" timeOffset="-124403.648">31302 9263 576 0,'0'0'25'0,"0"0"6"0,0 10-31 0,0-1 0 15,0 0 0-15,0 1 0 0,-4-4 259 0,8 4 45 16,-4-1 10-16,0 0 2 0,0 1-174 0,0-4-34 15,0-3-8-15,0 7 0 0,0-1 1 0,0 0 1 16,0 1 0-16,7 2 0 0,-4-2-38 0,-3-1-8 16,0 1-2-16,0-1 0 0,4 0-13 0,-4 1-2 15,0-1-1-15,0 1 0 0,7-4-16 0,-4 3-3 16,-3-9-1-16,0 3 0 0,0-3-18 0,0 0 8 16,7 7-8-16,-7-7 0 0,0 0 10 0,0 0-10 15,0 0 8-15,0 0-8 0,0 0 12 0,0 0-2 16,4-7-1-16,3 4 0 0,-4-3-9 0,-3-3 8 15,4-4-8-15,-4-3 8 0,7 1-8 0,-7-4-12 16,-7-6 2-16,14 6 1 0,-7-9-2 0,4 3 0 0,-4 6 0 16,0-9 0-16,0 9 11 0,0-6 0 0,0 9 0 0,7 4-8 15,-14-4 8-15,14 3-12 0,-4 1 12 0,1 2-12 16,3 7 3-16,-4-3 0 0,-3 6 0 0,7-3 0 16,-3-3 9-16,-4 6 0 0,0 0-9 0,10 0 9 15,4 0 0-15,-6 6 0 0,-5-3-9 0,8 3 9 16,-8-3 0-16,8 4 0 0,-1 2 0 0,-6 0 0 15,6 7 9-15,1-3-1 0,-7-4 0 0,6 7 0 16,-3 3-8-16,-3-4 8 0,10-5-8 0,-7 8 8 16,-4 1-8-16,8 0 12 0,-7-3-12 0,6 3 12 15,1-1-12-15,-8-2 0 0,8 0 0 0,-11-4 8 16,10 4-8-16,-3-7 0 0,-3 10 0 0,7-3 0 16,-8-4 0-16,8-2 10 0,-8 6-10 0,8-7 10 15,-11 0-10-15,10 1 0 0,-10-1 0 0,7-3 8 0,-3 4-8 16,-4-10-9-16,0 0 9 0,0 0-13 0,3 0 1 15,-3 0 0-15,0 0 0 0,0 0 0 16,11-6-115-16,-11 2-22 0,7-5-5 16,-3-7-1-16,-4 7-42 0,0-10-9 0,0 3-2 0,0-2 0 15</inkml:trace>
  <inkml:trace contextRef="#ctx0" brushRef="#br0" timeOffset="-123593.648">31608 8548 748 0,'0'0'67'0,"0"0"-54"0,0 0-13 15,0 0 0-15,0 0 232 0,0 0 43 0,0 0 9 0,0 0 1 16,0 0-203-16,0 0-41 0,0 0-8 0,0 0-1 16,4-6-23-16,-4 6-9 0,0 0 8 0,0 0-8 15,0 0 18-15,0 0-2 0,11 0 0 0,-8 6 0 16,-3-6 28-16,0 0 6 0,11 3 1 0,-1-3 0 16,-6 7-9-16,6 2-2 0,-3-6 0 0,0 7 0 15,4 2-15-15,0 1-3 16,3-4-1-16,-4 1 0 0,1 5 3 0,3 4 1 0,11-3 0 0,-8 3 0 15,1-1-15-15,-7-2-10 0,3 6 12 0,3 0-12 16,1 0 18-16,-7 3-3 0,13 0-1 0,-13 3 0 16,10 0 3-16,-3 7 1 0,3-1 0 0,-7-5 0 15,0 5 8-15,4-6 2 0,-8 1 0 0,-3 2 0 16,4 0-1-16,-1 1 0 0,-6-4 0 0,3 0 0 16,-3-3-4-16,-4 0-1 0,0 4 0 0,0-1 0 15,0-3-10-15,0-3-3 0,0 9 0 0,0-9 0 16,-11 9-1-16,7-9-8 0,4 4 12 0,-10 2-4 0,10 3-8 15,-11 0 0-15,8-5 9 0,-8 2-9 0,8 6 11 16,-4-6-3-16,-4-2 0 0,8 2 0 0,-8-3 0 0,11-6 0 16,-4 0 0-16,-3 6 0 0,4-10-8 0,3 4 0 15,-4-3 0-15,4-4 8 0,-7 4-8 0,7-7 0 16,-3 1 0-16,-4-1 0 0,7 1-23 0,0-10 0 16,-11 0 0-16,8 9 0 15,-1-9-149-15,-3 6-29 0,-4-3-7 0,4-3 0 0</inkml:trace>
  <inkml:trace contextRef="#ctx0" brushRef="#br0" timeOffset="-113633.649">29026 5732 172 0,'0'0'16'0,"0"0"-16"0,0 0 0 0,0 0 0 16,0 0 189-16,0 0 35 0,0 0 8 0,0 0 0 16,0 0-112-16,0 0-22 0,0 0-5 0,0 0-1 15,0 0-23-15,0 0-5 0,0 0 0 0,0 0-1 16,0 0-15-16,0 0-2 0,0 0-1 0,0 0 0 16,0 0-6-16,0 0-2 0,0 0 0 0,0 0 0 15,0 0 2-15,4 7 0 0,-4-7 0 0,3 9 0 16,-3 0 10-16,0 1 3 0,7-1 0 0,-3 1 0 15,-4-1-4-15,0-3 0 0,3 10 0 0,-3-3 0 16,4 2-12-16,-4-5-4 0,0 5 0 0,0-2 0 16,3 6 8-16,-3-4 2 0,0 4 0 0,4 0 0 15,-4 0-13-15,0 6-2 0,0-6-1 0,0 0 0 16,0 6-11-16,0 0-3 0,0 0 0 0,0-3 0 16,0 3 1-16,7 0 0 0,-4-6 0 0,-3 6 0 0,0-3-13 15,0-7 11-15,8 4-11 0,-8 0 10 0,0 0-10 16,0-3 0-16,3-1 9 0,-3-2-9 0,-3 2 0 0,3-5 9 15,0-1-9-15,3 1 0 0,-3-4 0 0,0-6-9 16,0 3-1-16,0-3 0 16,0 0-30-16,0 0-7 0,0 0-1 0,0 0 0 15,0 0-96-15,-11 0-19 0,11-3-4 0,-10-3-516 16,10-4-103-16</inkml:trace>
  <inkml:trace contextRef="#ctx0" brushRef="#br0" timeOffset="-112183.648">29026 6134 172 0,'0'0'16'0,"0"0"-16"0,0 0 0 0,0 0 0 15,0 0 211-15,0 0 39 0,0 0 8 0,0 0 2 16,0 0-103-16,0 0-20 0,0 0-4 0,0 0-1 16,0 0-52-16,0 0-10 0,7 0-2 0,-7-10-1 15,0 7-30-15,7-3-5 0,-3 3-2 0,-1-4 0 16,4-2 6-16,-3 3 0 0,-4 3 1 0,10-7 0 16,-10 4-4-16,11-3-1 0,-4-1 0 0,0 1 0 15,0-1-10-15,0 4-2 0,0-3-1 0,-3 6 0 0,3-7-3 0,-4 1-1 16,12-1 0-16,-8 4 0 0,-4-3 0 0,8 2 0 15,3-2 0-15,-4 0 0 0,1 5-1 0,0-2 0 16,-1 3 0-16,1-3 0 0,-4 6-14 0,3-10 8 16,-3 10-8-16,-7 0 0 0,0 0 0 0,0 0 8 15,7 0-8-15,-7 0 0 0,11 0 0 0,-4 0 0 16,4 0 0-16,-11 0 0 0,0 0 0 0,7 10 0 16,3-10 0-16,-3 9 0 0,0-3 10 0,-7-2-10 15,11 5 10-15,0 0-10 0,-4 7 15 0,-4-7-3 16,1 10-1-16,6-9 0 0,-10 5-22 0,11 4-4 15,-8-3-1-15,-3-4 0 0,7 4 16 0,-3-7 0 16,-4 10 0-16,0-3 0 0,0-3 0 0,0 2 8 16,0 4-8-16,0-3 0 0,-4-1 9 0,-3-2-9 0,7 3 0 0,0-4 9 15,-3-2-9-15,-1 5 0 0,-3 1 9 0,-3-7-9 16,10 1 0-16,-7-1 9 0,0 1-9 0,-4 5 0 16,8-5 10-16,-5-7-10 0,-6 6 8 0,4 1-8 15,10 2 12-15,-11-9-4 0,-3 7 0 0,7-4 0 16,0 3 7-16,-4-6 1 0,1-3 0 0,-1 7 0 15,-3-4-2-15,4-3 0 0,-5 0 0 0,5 6 0 16,-4-6 8-16,3 0 2 0,4 0 0 0,-11 0 0 16,8-6-24-16,-1 6-8 0,-3-3 0 0,4 3 0 15,-5-7 8-15,5 4-8 0,3-3 8 0,-4 3-8 16,4-3 8-16,-3-4 0 0,6 1-9 0,-7 3 9 16,8 2 0-16,-4-5-11 0,7 3 11 0,0-4-8 15,-4 1-6-15,4 0-1 0,0 5 0 0,0 4 0 16,0-6-20-16,4-3-4 0,-4 2-1 0,7 4 0 15,-4-6-116-15,5 3-24 0,-1-4-5 0,0 1-717 16</inkml:trace>
  <inkml:trace contextRef="#ctx0" brushRef="#br0" timeOffset="-111243.649">29548 5971 115 0,'0'0'10'0,"0"0"-10"15,0 0 0-15,0 0 0 0,0 0 292 0,0 0 57 16,0 0 11-16,0 0 3 0,0 0-245 0,0 0-49 16,-3 9-9-16,3-9-3 0,0 0 17 0,0 0 3 15,-7 6 1-15,7-3 0 0,0-3-17 0,-7 10-3 16,3-1-1-16,1-2 0 0,3-7-1 0,-4 3 0 16,-3 6 0-16,7 1 0 0,-4 2-2 0,-3 1-1 15,7-4 0-15,0 0 0 0,0 7-29 0,0-7-5 16,0 10-2-16,-3-9 0 0,3 5 0 0,-4 4 0 15,4-3 0-15,0-4 0 0,4 10-3 0,-1-9-1 16,-3 6 0-16,0-4 0 0,0 1-3 0,7-3-1 0,-3 2 0 16,-4-5 0-16,11 5-1 0,-4-2-8 0,0-7 12 15,0 4-4-15,-4-1-8 0,4 0 10 0,0 1-10 16,4-1 10-16,-4 1-10 0,4-4 8 0,-4-3-8 0,3 3 8 16,4-3-8-16,-3 4 8 0,-1-7-8 0,1 3 8 15,3-3-8-15,-3 0 0 0,-8 6 9 0,8-12-9 16,-1 6 9-16,1-3-9 0,3-4 12 0,-3 7-12 15,-8-9 13-15,8 6-4 0,3-3-1 0,-7-4 0 16,-3 1-8-16,6 3 0 0,1-4 0 0,-8 7-11 16,8-6 11-16,-1-7-8 0,-3 7 8 0,-3-7-8 15,0 6 8-15,3-8-12 0,-4-1 12 0,-3 3-12 16,0 7 12-16,0-4 0 0,0-2 0 0,0-4 0 16,-3 3 0-16,3 3 0 0,-7-2 0 0,7-1 0 15,0 7-12-15,0-4 2 0,0 4 1 0,0-1 0 16,0-2 9-16,0 9-8 0,-4-4 8 0,4 7-8 15,4-9 8-15,-4 9 0 0,-4-9 0 0,4 9 0 0,0 0 0 0,0 0 0 16,0 0 0-16,0 0 0 0,0 0 0 0,0 0 0 16,0 0 0-16,0 0 0 0,0 0 0 0,0 0 0 15,0 9 8-15,4 0-8 0,-4 1 10 0,0 5-2 16,0-5-8-16,7 9 12 0,-4-4-4 0,-3 4 0 16,7-3-8-16,-3-4 12 0,-1 4-3 0,-3 3-1 15,11 0 0-15,-11-4 0 0,0 1 0 0,10-3 0 16,-6 2 0-16,-4-5 0 0,10 5-8 0,-10-2 0 15,8-4 9-15,-5 1-9 0,4-1 21 0,-3-3 0 16,-1 4 0-16,-3-1 0 0,11 1-34 0,-11-1-7 16,0-9-2-16,7 9 0 15,0-2-9-15,-7-7-1 0,0 0-1 0,0 0 0 16,7 3-35-16,-7-3-6 0,0 0-2 0,0 0 0 16,3 6-178-16,-3-6-36 0</inkml:trace>
  <inkml:trace contextRef="#ctx0" brushRef="#br0" timeOffset="-110563.649">30349 6087 172 0,'0'0'16'0,"0"0"-16"15,0 0 0-15,0 0 0 0,0 0 215 0,0 0 40 0,4-7 8 0,-4 7 1 16,0 0-136-16,0 0-27 0,0 0-5 0,0 0-2 16,0 0-7-16,0 0-2 0,7 0 0 0,-4-9 0 15,1 6-5-15,-4 3-2 0,0-6 0 0,0 2 0 16,0-2-16-16,0-3-3 0,0 3-1 0,0 2 0 15,-4-2-25-15,1 3-5 0,-4-3 0 0,7-4-1 16,-11 7 5-16,4-3 2 0,0 3 0 0,7-4 0 16,-11 4-22-16,1-3-4 0,10 6 0 0,-7-6-8 15,0 3 16-15,3 3-4 0,-3 0-1 0,-7 3 0 16,10-3 1-16,-6 6 0 0,-1-6 0 0,1 9 0 16,-1 1 9-16,-3-4 3 0,3 4 0 0,1-1 0 15,-4 0-3-15,3 1 0 0,4 5 0 0,0-2 0 16,-4 3-1-16,1-7 0 0,10 10 0 0,-4 0 0 15,1-4 12-15,3 4 1 0,-7 0 1 0,7-3 0 16,0 3-26-16,7-4-8 0,-4-2 0 0,1 2 0 0,-4 4 11 0,10 0-11 16,-10-3 10-16,11-7-10 0,-4 10 0 15,0-10 8-15,4 7-8 0,3-7 0 0,-4 1 0 16,1-1 0-16,3-2 0 0,-3-4 0 0,3 6 0 0,7-3-10 16,-7-3 10-16,4-3-12 15,-1 0-12-15,4 7-4 0,-6-14 0 0,6 7 0 16,-7 0-32-16,11 0-6 0,-11 0-2 0,-4-3 0 15,4 3-94-15,4-6-19 0,-7-3-4 0,-4-1-475 16,3 7-94-16</inkml:trace>
  <inkml:trace contextRef="#ctx0" brushRef="#br0" timeOffset="-110033.649">30607 5544 576 0,'0'0'25'0,"0"0"6"0,0 0-31 0,0 0 0 16,0 0 0-16,0 0 0 0,0 0 194 0,0 0 33 16,0 0 6-16,0 0 2 0,0 0-86 0,0 0-17 15,0 0-3-15,0 0-1 0,0 0-20 0,0 10-5 16,0-1-1-16,0-3 0 0,0 4-30 0,0 5-5 15,0-2-2-15,7 3 0 0,-4 2-45 0,4 7-8 16,-3-6-3-16,-1 10 0 0,8-4 16 0,-4 3 3 16,-4-3 1-16,12 3 0 0,-8 7 5 0,3-7 1 15,-6 6 0-15,10 4 0 0,-7-4-15 0,-4-5-4 16,12 5 0-16,-8 1 0 0,-4-7-6 0,8 0-2 0,-8 3 0 16,8-2 0-16,-4-10 0 0,-4 6 0 0,4-7 0 15,-3 8 0-15,-1-8 2 0,5 1 0 0,-5-9 0 0,-3 8 0 16,7-8-10-16,-3 5 0 0,-4-5 0 0,0-1 8 31,0 1-30-31,-4-4-6 0,4-6-2 0,0 0 0 16,0 0-78-16,0 0-15 0,0 0-3 0,0 0-1 15,0 0-54-15,0 0-11 0,-7-6-3 0</inkml:trace>
  <inkml:trace contextRef="#ctx0" brushRef="#br0" timeOffset="-109463.648">31069 5952 691 0,'0'0'61'0,"0"0"-49"16,0 0-12-16,0 0 0 0,3-6 184 0,8 6 35 15,-11 0 6-15,3-4 2 0,-3 4-147 0,0 0-30 16,0 0-6-16,0 0 0 0,0 0 20 0,0 0 5 16,0 0 1-16,0 0 0 0,0 0-11 0,0 0-3 15,0 0 0-15,0 0 0 0,0 0 7 0,0 0 1 16,0 0 0-16,0 0 0 0,-10 4-11 0,6-4-1 16,-6 6-1-16,-4-3 0 0,3 3-28 0,0-3-6 0,1 7-1 0,3-4 0 15,-14 10-6-15,10-4-2 0,-3-2 0 0,-7-1 0 16,7 1-8-16,-8 5-9 0,-2-5 9 0,10 5-13 15,0-5 23-15,-8-1 5 0,8 0 1 0,0 1 0 16,-4-1 2-16,4 1 1 0,4-4 0 0,-4 3 0 16,10-9-9-16,-3 4-2 0,7-4 0 0,-10 6 0 15,10-6-8-15,0 0 0 0,0 0 0 0,0 0 8 16,0 0-8-16,0 0 0 0,10 9 0 0,1-9 0 16,-8 10 0-16,8-10 0 0,6 9 0 0,-2-3 0 15,-1-3 0-15,7 7 0 0,-4 2 8 0,5 1-8 16,-1-4 0-16,-4 7 8 0,5-7-8 0,-1 7 8 15,-4-3 0-15,1 2 0 0,0-2 0 0,-8 3 0 16,11-1 3-16,-6-2 0 0,-1 2 0 0,-4-5 0 16,4 6-11-16,4-7 8 0,-4 3-8 0,0-5 8 0,-3 2-8 15,3 1 0-15,-4-1 0 0,5 0 0 16,-5-2 0-16,1-4 0 0,-8 3-12 0,8-3 12 16,-1 3-37-16,-6-2 0 0,7 2 0 0,-1-6 0 15,-10 0-87-15,4 6-16 0,-4-6-4 0,10 3-1 16,-10-3-95-16,0 0-20 0</inkml:trace>
  <inkml:trace contextRef="#ctx0" brushRef="#br0" timeOffset="-108773.648">31397 6300 748 0,'0'0'33'0,"0"0"7"0,0 0-32 0,0 0-8 0,0 0 0 0,0 0 0 15,0 0 192-15,0 0 36 0,0 0 7 0,0 0 1 16,0 0-111-16,0 0-22 0,0 0-5 0,0 0-1 15,0 0-19-15,10-6-4 0,-10 6-1 0,0 0 0 16,14 0-27-16,-14 0-6 0,0 0 0 0,0 0-1 16,11 0 7-16,0 0 2 0,-11 0 0 0,10 0 0 15,1-3-24-15,-4-4-4 0,3 7 0 0,-2 0-1 0,-1 0-19 16,3-3 0-16,1-3 8 0,-4 6-8 0,0-10 0 0,3 10 0 16,1-6 0-16,3 6 0 0,-7-9 29 0,-3 9 3 15,10-10 0-15,-7 10 0 0,-4-3-32 0,8-3 0 16,-7 3 0-16,6-3 0 0,-3-4 0 0,-3 4 0 15,-1 3 0-15,4-4 0 0,-3-2 0 0,-4 6 0 16,0-7 0-16,0 4 0 0,0-3 0 0,0-1 0 16,-4 4 0-16,-3-3 0 0,4-1 0 0,3 1 0 15,-11-4 0-15,8 1 0 16,-8 2-20-16,7 1-9 0,-3 0-3 0,-3-4 0 0,-4 7 10 0,3-4 2 16,1 4 0-16,2 3 0 0,-2-3 20 0,-1 3-11 15,1-4 11-15,-1 7-8 0,-3 0 0 0,3 0 0 0,8 7 0 16,-8-4 0-16,1-3 8 0,-1 9 0 0,-3-3 0 15,3 4 0-15,8 9 0 0,-11-10 0 0,3 7 10 16,1-1-10-16,-1 4 11 0,1 0-11 0,-1 0 12 0,4 6-12 16,0-6 27-16,-4 0-2 0,11-1 0 0,-3 1 0 15,-4 3 2-15,7-3 0 0,0 0 0 0,0-4 0 16,0 4-13-16,10-6-2 0,-3 2-1 0,-3 4 0 16,6 0-11-16,5-3 0 0,-5 3 0 0,4-4 8 15,4-2-8-15,-1-4 0 0,-2 7 0 0,6-7 0 16,-7 7 0-16,7-3-11 0,-7 2 11 0,7-5-8 31,-7-1-38-31,1 0-7 0,6-2-2 0,-11-4 0 0,4 6-6 16,-3-9-2-16,0 0 0 0,-1 0 0 0,-3 0-156 0,4 0-31 15</inkml:trace>
  <inkml:trace contextRef="#ctx0" brushRef="#br0" timeOffset="-108273.649">31968 5704 1810 0,'0'0'80'0,"0"0"17"0,0 0-77 0,0 0-20 0,0 0 0 0,0 0 0 15,0 0 20-15,0 0 0 0,0 0 0 0,0 0 0 16,0 0 37-16,0 0 8 0,0 0 2 0,0 0 0 15,4 10 5-15,-4-4 0 0,0 3 1 0,3 1 0 16,-3-1-1-16,7 7 0 0,-3-4 0 0,-4 7 0 16,0 3-19-16,7 0-4 15,-3 3-1-15,-4 3 0 0,0-3-9 0,3 10-3 0,8-7 0 0,-11 7 0 16,7-7-16-16,-4 6-4 0,4-6-1 0,-3-2 0 16,-1 2 0-16,8-3 0 0,-11-3 0 0,10 3 0 15,-6-6-15-15,7 0 8 0,-11 3-8 0,10-4 0 0,-10 1 8 16,11 0-8-16,-11-3 0 0,3-4 9 0,4 4-9 0,-3 0-12 15,-4-4 2-15,0-3 1 16,0-2-18-16,7 2-3 0,-7-3-1 16,0-6 0-16,0 0-45 0,0 0-10 0,0 0-2 0,0 0 0 15,0 0-112-15,-7-6-24 0,-4 0-4 0</inkml:trace>
  <inkml:trace contextRef="#ctx0" brushRef="#br0" timeOffset="-107953.648">31732 5889 460 0,'0'0'41'0,"0"0"-33"0,0 0-8 0,0 0 0 15,0 0 302-15,0 0 58 0,11 0 12 0,-11 0 3 16,3 0-203-16,-3 0-41 0,11 3-8 0,-11-3-2 15,0 0-22-15,3 0-5 0,8 0-1 0,-1 0 0 16,1 0-8-16,-1 7-1 0,-6-7-1 0,7 0 0 16,-1 3-28-16,1-3-6 0,-1 0-1 0,4 0 0 15,1 0 1-15,-1 6 0 0,-4-6 0 0,15 0 0 16,-4 0-23-16,0 0-5 0,4 3-1 0,-7-3 0 16,3 0-20-16,3 0-8 0,1-3 0 0,-11 3 0 15,7-6-94-15,1 6-18 16,-5-3-4-16,4 3-1 0,-6-7-109 0,6 4-22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BBF5E2F-2EA4-4BED-BDB7-3263066D10D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61C2587-C0BF-41B9-B0FA-D76263C040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34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0A1846-15C1-4F35-AD6E-2FC96FAC81C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6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5EC7-C509-45E9-A595-C7C08F50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1D1F-B34A-4BF8-908F-7A2369939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230188" indent="-230188">
              <a:buFont typeface="Wingdings" panose="05000000000000000000" pitchFamily="2" charset="2"/>
              <a:buChar char="§"/>
              <a:defRPr/>
            </a:lvl2pPr>
            <a:lvl3pPr marL="460375" indent="-230188">
              <a:buFont typeface="Wingdings" panose="05000000000000000000" pitchFamily="2" charset="2"/>
              <a:buChar char="§"/>
              <a:defRPr/>
            </a:lvl3pPr>
            <a:lvl4pPr marL="684213" indent="-223838">
              <a:buFont typeface="Wingdings" panose="05000000000000000000" pitchFamily="2" charset="2"/>
              <a:buChar char="§"/>
              <a:defRPr/>
            </a:lvl4pPr>
            <a:lvl5pPr marL="914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6A89D-691A-4F7C-98F1-F0C593DC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837" y="636238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4E5DC575-B3DA-4894-AC1D-D96F1860F1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5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DF3-C675-4FE4-A910-AC4D963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326A-32E2-4FAA-B286-2C7318FA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807-F2AA-4847-A712-DB46B50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B119-C720-495E-B60C-22CBB658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A286-1540-4D00-A534-703021A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3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E853-5CAF-42AD-AB47-7F5A49B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8E34-F3E7-4F97-A3DF-30EEE989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B9D5-42F1-4DA5-90B3-823D47216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76C05-7108-4656-9F43-674919B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A914-9DAA-4AE9-A76A-42447258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452A-1F51-42B5-8497-BB68481E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1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A46B-388C-4D77-BE61-52E7B1C9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CDA0-3BD6-450B-8B96-C3684DC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CCF2-765D-4D39-83E7-42743CE9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D599-93B8-46A3-9EF0-230980A89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E1B5-5F66-4EE8-9EE1-86A03BA8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E6235-3EAC-4DFF-9A14-1ADA715C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BF57-DA9A-4492-A076-AB71F5B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5FCD9-5D4E-4E57-9402-7599F98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3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0DDE-4BCF-4525-91BE-72A54FC8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6FE61-20C8-49B5-BF10-C0DCB24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D872-320C-4D19-B900-0E59609A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071D-2650-40F5-8B1E-46DF9DB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7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47EB5-7CA0-4A83-9D1B-19C14360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C3624-E3A1-4C8A-95B8-43FE56CE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764B-81AF-4873-8E85-B90AF32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2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3DD2-9E90-4EBF-9B07-2194BDC3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BFE9-2F23-4BCD-B60A-0983EBBC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FE31-2336-4B0E-BC8F-3572FA6EC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D6EC-511A-455D-8BD9-982DE43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B1AA-215E-4D2A-873E-12B2C91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E25FC-1B80-4F9E-AB2D-C76EBB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6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9F35-1611-42F7-A008-1247A6AC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8273-8ED8-4A31-9442-466BDD24B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F42B4-A61A-4FDA-B0DC-F40834BD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FEBD-503F-464B-B22C-555050B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58AB-1586-418B-A030-C9B1CAB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F43F4-342D-4F33-99B8-27ACFF6C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AEEE-3587-4C7D-BAA3-0C3E401F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4F2-609F-41BE-BF94-9566C0BC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AD64-81FE-45C7-87BE-C99041D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082A-2241-44ED-B9AD-9750B21A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290-45AC-4A7C-9A77-667E4B9C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7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DDBF4-DC75-4000-B4CD-4560FF8BC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8E350-8C93-428E-9B85-FE7F2198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166D-1728-4813-9139-87CA0135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C6B2-CD29-4F7A-8C8F-E7523A74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101A-1A5F-4B8A-B35C-38FD5CC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0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2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6627" y="1783959"/>
            <a:ext cx="5170390" cy="3663172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122</a:t>
            </a:r>
            <a:br>
              <a:rPr lang="en-US" dirty="0"/>
            </a:br>
            <a:r>
              <a:rPr lang="en-US" dirty="0"/>
              <a:t>Hash Table</a:t>
            </a:r>
            <a:br>
              <a:rPr lang="en-US" dirty="0"/>
            </a:br>
            <a:r>
              <a:rPr lang="en-US" dirty="0"/>
              <a:t>Implementation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close up of a logo&#10;&#10;Description generated with high confidence">
            <a:extLst>
              <a:ext uri="{FF2B5EF4-FFF2-40B4-BE49-F238E27FC236}">
                <a16:creationId xmlns:a16="http://schemas.microsoft.com/office/drawing/2014/main" id="{AA5B363E-1D9B-4292-9FD3-93365CFB6C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07" r="2352"/>
          <a:stretch/>
        </p:blipFill>
        <p:spPr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31446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434-B8FC-4B22-9345-A8380DB6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2202900" cy="627812"/>
          </a:xfrm>
        </p:spPr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9867-BE83-44DA-B527-679E24DCE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4474151" cy="3983865"/>
          </a:xfrm>
        </p:spPr>
        <p:txBody>
          <a:bodyPr/>
          <a:lstStyle/>
          <a:p>
            <a:r>
              <a:rPr lang="en-US" dirty="0"/>
              <a:t>Hash tables</a:t>
            </a:r>
          </a:p>
          <a:p>
            <a:r>
              <a:rPr lang="en-US" dirty="0"/>
              <a:t>Generics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F4B25A-A567-4CE2-A621-7C68BB2B8189}"/>
              </a:ext>
            </a:extLst>
          </p:cNvPr>
          <p:cNvSpPr txBox="1">
            <a:spLocks/>
          </p:cNvSpPr>
          <p:nvPr/>
        </p:nvSpPr>
        <p:spPr>
          <a:xfrm>
            <a:off x="4182364" y="1122193"/>
            <a:ext cx="4474151" cy="3983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Hash tables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Library interface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Client interface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Library implementation</a:t>
            </a:r>
          </a:p>
          <a:p>
            <a:r>
              <a:rPr lang="en-US" dirty="0"/>
              <a:t>Hash set implementation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025396-6B6F-46DD-A41C-5D58674A98DF}"/>
              </a:ext>
            </a:extLst>
          </p:cNvPr>
          <p:cNvSpPr txBox="1">
            <a:spLocks/>
          </p:cNvSpPr>
          <p:nvPr/>
        </p:nvSpPr>
        <p:spPr>
          <a:xfrm>
            <a:off x="4052577" y="367131"/>
            <a:ext cx="2202900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Today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69671F-21BA-48F3-8FD7-BE71F9C8388F}"/>
              </a:ext>
            </a:extLst>
          </p:cNvPr>
          <p:cNvSpPr txBox="1">
            <a:spLocks/>
          </p:cNvSpPr>
          <p:nvPr/>
        </p:nvSpPr>
        <p:spPr>
          <a:xfrm>
            <a:off x="8720739" y="367131"/>
            <a:ext cx="2202900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90B3AC-390D-4FC5-8614-BCEA0743B65E}"/>
              </a:ext>
            </a:extLst>
          </p:cNvPr>
          <p:cNvSpPr txBox="1">
            <a:spLocks/>
          </p:cNvSpPr>
          <p:nvPr/>
        </p:nvSpPr>
        <p:spPr>
          <a:xfrm>
            <a:off x="8832827" y="1113177"/>
            <a:ext cx="2930487" cy="3983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More Generics!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57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E245E-8DA4-4AEC-952F-23EFB781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Teams!</a:t>
            </a:r>
          </a:p>
        </p:txBody>
      </p:sp>
      <p:pic>
        <p:nvPicPr>
          <p:cNvPr id="1026" name="Picture 2" descr="Image result for boston symphony orchestra">
            <a:extLst>
              <a:ext uri="{FF2B5EF4-FFF2-40B4-BE49-F238E27FC236}">
                <a16:creationId xmlns:a16="http://schemas.microsoft.com/office/drawing/2014/main" id="{42395278-696A-49BC-A516-53DDB2A40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090" y="1127531"/>
            <a:ext cx="3797283" cy="303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boston symphony orchestra">
            <a:extLst>
              <a:ext uri="{FF2B5EF4-FFF2-40B4-BE49-F238E27FC236}">
                <a16:creationId xmlns:a16="http://schemas.microsoft.com/office/drawing/2014/main" id="{03D34A5B-3F34-46D4-9FF5-EC14CDE3A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237" y="1127531"/>
            <a:ext cx="4455770" cy="297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guardians of the galaxy">
            <a:extLst>
              <a:ext uri="{FF2B5EF4-FFF2-40B4-BE49-F238E27FC236}">
                <a16:creationId xmlns:a16="http://schemas.microsoft.com/office/drawing/2014/main" id="{20944D6F-4AD1-4B0B-9154-9C41F899D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40" y="4273947"/>
            <a:ext cx="5735867" cy="245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guardians of the galaxy logo">
            <a:extLst>
              <a:ext uri="{FF2B5EF4-FFF2-40B4-BE49-F238E27FC236}">
                <a16:creationId xmlns:a16="http://schemas.microsoft.com/office/drawing/2014/main" id="{A44BEEBB-30E5-4C51-A920-762E698DD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090" y="4475413"/>
            <a:ext cx="4742250" cy="201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902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BDDF-3988-408F-A983-33BA6098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types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FA6DCC-6955-4142-A1BD-F45C04F8C672}"/>
                  </a:ext>
                </a:extLst>
              </p14:cNvPr>
              <p14:cNvContentPartPr/>
              <p14:nvPr/>
            </p14:nvContentPartPr>
            <p14:xfrm>
              <a:off x="434187" y="1219514"/>
              <a:ext cx="8090280" cy="2336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FA6DCC-6955-4142-A1BD-F45C04F8C6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827" y="1210154"/>
                <a:ext cx="8109000" cy="235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7EB4BA-8352-43BF-ABAC-EBA56C8ED808}"/>
                  </a:ext>
                </a:extLst>
              </p14:cNvPr>
              <p14:cNvContentPartPr/>
              <p14:nvPr/>
            </p14:nvContentPartPr>
            <p14:xfrm>
              <a:off x="8738678" y="120254"/>
              <a:ext cx="2962080" cy="2198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7EB4BA-8352-43BF-ABAC-EBA56C8ED8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29318" y="110894"/>
                <a:ext cx="2980800" cy="22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BC7206F-26EC-4705-9EEE-62DC35427DFB}"/>
                  </a:ext>
                </a:extLst>
              </p14:cNvPr>
              <p14:cNvContentPartPr/>
              <p14:nvPr/>
            </p14:nvContentPartPr>
            <p14:xfrm>
              <a:off x="7360640" y="3974214"/>
              <a:ext cx="4239720" cy="2447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BC7206F-26EC-4705-9EEE-62DC35427D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51280" y="3964854"/>
                <a:ext cx="4258440" cy="246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288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BDDF-3988-408F-A983-33BA6098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5447D1-8EEB-444C-82F3-0E4F03EEA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0"/>
            <a:ext cx="11756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9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B9D4-4C24-4B77-A3FD-9F89CEB79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62E8F-0F94-4AE3-8C3A-65796916A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(int);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*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pv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(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hastag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(string*, </a:t>
            </a:r>
            <a:r>
              <a:rPr lang="en-US" sz="2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pv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pv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cc0 –d main.c1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./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a.out</a:t>
            </a:r>
            <a:endParaRPr 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untagging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pointer failed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39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23AA-01C4-4C53-9AE5-B32D52DB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D6D40-957C-4B73-824E-5F37E98F4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0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0965A-40BF-4375-9A91-F556941EC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Zip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843D4-D5EA-4955-BF83-150778172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key 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  <a:sym typeface="Wingdings" panose="05000000000000000000" pitchFamily="2" charset="2"/>
              </a:rPr>
              <a:t> value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  <a:sym typeface="Wingdings" panose="05000000000000000000" pitchFamily="2" charset="2"/>
              </a:rPr>
              <a:t>zip code  neighborhood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insert  key, 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  <a:sym typeface="Wingdings" panose="05000000000000000000" pitchFamily="2" charset="2"/>
              </a:rPr>
              <a:t>value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682FE7E-FE44-424A-B6A9-42A34A665EBB}"/>
                  </a:ext>
                </a:extLst>
              </p14:cNvPr>
              <p14:cNvContentPartPr/>
              <p14:nvPr/>
            </p14:nvContentPartPr>
            <p14:xfrm>
              <a:off x="584280" y="3371400"/>
              <a:ext cx="8292240" cy="3498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682FE7E-FE44-424A-B6A9-42A34A665E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4920" y="3362040"/>
                <a:ext cx="8310960" cy="351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3413E6C-8264-4BA0-8D79-674901C077B3}"/>
                  </a:ext>
                </a:extLst>
              </p14:cNvPr>
              <p14:cNvContentPartPr/>
              <p14:nvPr/>
            </p14:nvContentPartPr>
            <p14:xfrm>
              <a:off x="7427396" y="256915"/>
              <a:ext cx="4212505" cy="3916787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3413E6C-8264-4BA0-8D79-674901C077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18036" y="247555"/>
                <a:ext cx="4231226" cy="39355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0559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9104-4C6D-4A97-A52E-07CC6F94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Pseudorandom hash functions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C3B81ED-0D98-4DF1-BA0B-06061E2ED16F}"/>
                  </a:ext>
                </a:extLst>
              </p14:cNvPr>
              <p14:cNvContentPartPr/>
              <p14:nvPr/>
            </p14:nvContentPartPr>
            <p14:xfrm>
              <a:off x="437040" y="865080"/>
              <a:ext cx="11596680" cy="5279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C3B81ED-0D98-4DF1-BA0B-06061E2ED1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680" y="855720"/>
                <a:ext cx="11615400" cy="529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8546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B114-2989-409D-8F73-7605BEC12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0AE0A-DA11-4AB7-8C8B-520F8764E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8" y="1113178"/>
            <a:ext cx="11149977" cy="2039539"/>
          </a:xfrm>
        </p:spPr>
        <p:txBody>
          <a:bodyPr/>
          <a:lstStyle/>
          <a:p>
            <a:r>
              <a:rPr lang="en-US" dirty="0"/>
              <a:t>Load factor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Entries per bucket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tx1"/>
                </a:solidFill>
              </a:rPr>
              <a:t>num_entries</a:t>
            </a:r>
            <a:r>
              <a:rPr lang="en-US" dirty="0">
                <a:solidFill>
                  <a:schemeClr val="tx1"/>
                </a:solidFill>
              </a:rPr>
              <a:t> / length(table)</a:t>
            </a:r>
          </a:p>
          <a:p>
            <a:r>
              <a:rPr lang="en-US" dirty="0"/>
              <a:t>Load factor threshold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Constant threshold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Resize table when load factor &gt; threshold</a:t>
            </a:r>
          </a:p>
          <a:p>
            <a:r>
              <a:rPr lang="en-US" dirty="0"/>
              <a:t>Hash function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Keep load evenly distributed</a:t>
            </a:r>
          </a:p>
          <a:p>
            <a:r>
              <a:rPr lang="en-US" dirty="0"/>
              <a:t>Amortized Efficiency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O(1) insert/lookup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Time depends on constant threshold, not </a:t>
            </a:r>
            <a:r>
              <a:rPr lang="en-US" dirty="0" err="1">
                <a:solidFill>
                  <a:schemeClr val="tx1"/>
                </a:solidFill>
              </a:rPr>
              <a:t>num_entries</a:t>
            </a:r>
            <a:r>
              <a:rPr lang="en-US" dirty="0">
                <a:solidFill>
                  <a:schemeClr val="tx1"/>
                </a:solidFill>
              </a:rPr>
              <a:t> or length(table)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29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E245E-8DA4-4AEC-952F-23EFB781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Teams!</a:t>
            </a:r>
          </a:p>
        </p:txBody>
      </p:sp>
      <p:pic>
        <p:nvPicPr>
          <p:cNvPr id="1026" name="Picture 2" descr="Image result for boston symphony orchestra">
            <a:extLst>
              <a:ext uri="{FF2B5EF4-FFF2-40B4-BE49-F238E27FC236}">
                <a16:creationId xmlns:a16="http://schemas.microsoft.com/office/drawing/2014/main" id="{42395278-696A-49BC-A516-53DDB2A40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090" y="1127531"/>
            <a:ext cx="3797283" cy="303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boston symphony orchestra">
            <a:extLst>
              <a:ext uri="{FF2B5EF4-FFF2-40B4-BE49-F238E27FC236}">
                <a16:creationId xmlns:a16="http://schemas.microsoft.com/office/drawing/2014/main" id="{03D34A5B-3F34-46D4-9FF5-EC14CDE3A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237" y="1127531"/>
            <a:ext cx="4455770" cy="297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guardians of the galaxy">
            <a:extLst>
              <a:ext uri="{FF2B5EF4-FFF2-40B4-BE49-F238E27FC236}">
                <a16:creationId xmlns:a16="http://schemas.microsoft.com/office/drawing/2014/main" id="{20944D6F-4AD1-4B0B-9154-9C41F899D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40" y="4273947"/>
            <a:ext cx="5735867" cy="245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guardians of the galaxy logo">
            <a:extLst>
              <a:ext uri="{FF2B5EF4-FFF2-40B4-BE49-F238E27FC236}">
                <a16:creationId xmlns:a16="http://schemas.microsoft.com/office/drawing/2014/main" id="{A44BEEBB-30E5-4C51-A920-762E698DD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090" y="4475413"/>
            <a:ext cx="4742250" cy="201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887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6DF-EFBA-429E-B77A-F27375D3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 fruit – You are the client!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C118D-2A2E-4A53-9227-402442740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015" y="1460984"/>
            <a:ext cx="3750630" cy="5209980"/>
          </a:xfrm>
        </p:spPr>
        <p:txBody>
          <a:bodyPr/>
          <a:lstStyle/>
          <a:p>
            <a:r>
              <a:rPr lang="en-US" dirty="0"/>
              <a:t>Entries you’ve allocated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0xA0:</a:t>
            </a:r>
          </a:p>
          <a:p>
            <a:r>
              <a:rPr lang="en-US" sz="2400" kern="0" dirty="0">
                <a:solidFill>
                  <a:schemeClr val="tx1"/>
                </a:solidFill>
              </a:rPr>
              <a:t>--- </a:t>
            </a:r>
            <a:r>
              <a:rPr lang="en-US" sz="2400" kern="0" dirty="0">
                <a:solidFill>
                  <a:prstClr val="black"/>
                </a:solidFill>
              </a:rPr>
              <a:t>"</a:t>
            </a:r>
            <a:r>
              <a:rPr lang="en-US" sz="2400" b="1" kern="0" dirty="0">
                <a:solidFill>
                  <a:srgbClr val="FF0000"/>
                </a:solidFill>
              </a:rPr>
              <a:t>apple</a:t>
            </a:r>
            <a:r>
              <a:rPr lang="en-US" sz="2400" kern="0" dirty="0">
                <a:solidFill>
                  <a:prstClr val="black"/>
                </a:solidFill>
              </a:rPr>
              <a:t>", 20, $3</a:t>
            </a:r>
          </a:p>
          <a:p>
            <a:r>
              <a:rPr lang="en-US" sz="2400" dirty="0">
                <a:solidFill>
                  <a:schemeClr val="tx1"/>
                </a:solidFill>
              </a:rPr>
              <a:t>0xB0:</a:t>
            </a:r>
          </a:p>
          <a:p>
            <a:r>
              <a:rPr lang="en-US" sz="2400" kern="0" dirty="0">
                <a:solidFill>
                  <a:schemeClr val="tx1"/>
                </a:solidFill>
              </a:rPr>
              <a:t>--- </a:t>
            </a:r>
            <a:r>
              <a:rPr lang="en-US" sz="2400" kern="0" dirty="0">
                <a:solidFill>
                  <a:prstClr val="black"/>
                </a:solidFill>
              </a:rPr>
              <a:t>"</a:t>
            </a:r>
            <a:r>
              <a:rPr lang="en-US" sz="2400" b="1" kern="0" dirty="0">
                <a:solidFill>
                  <a:srgbClr val="FFC000"/>
                </a:solidFill>
              </a:rPr>
              <a:t>banana</a:t>
            </a:r>
            <a:r>
              <a:rPr lang="en-US" sz="2400" kern="0" dirty="0">
                <a:solidFill>
                  <a:prstClr val="black"/>
                </a:solidFill>
              </a:rPr>
              <a:t>", 10, $2</a:t>
            </a:r>
          </a:p>
          <a:p>
            <a:r>
              <a:rPr lang="en-US" sz="2400" dirty="0">
                <a:solidFill>
                  <a:schemeClr val="tx1"/>
                </a:solidFill>
              </a:rPr>
              <a:t>0xC0:</a:t>
            </a:r>
          </a:p>
          <a:p>
            <a:r>
              <a:rPr lang="en-US" sz="2400" kern="0" dirty="0">
                <a:solidFill>
                  <a:schemeClr val="tx1"/>
                </a:solidFill>
              </a:rPr>
              <a:t>--- </a:t>
            </a:r>
            <a:r>
              <a:rPr lang="en-US" sz="2400" kern="0" dirty="0">
                <a:solidFill>
                  <a:prstClr val="black"/>
                </a:solidFill>
              </a:rPr>
              <a:t>"</a:t>
            </a:r>
            <a:r>
              <a:rPr lang="en-US" sz="2400" b="1" kern="0" dirty="0">
                <a:solidFill>
                  <a:srgbClr val="F79646">
                    <a:lumMod val="75000"/>
                  </a:srgbClr>
                </a:solidFill>
              </a:rPr>
              <a:t>pumpkin</a:t>
            </a:r>
            <a:r>
              <a:rPr lang="en-US" sz="2400" kern="0" dirty="0">
                <a:solidFill>
                  <a:prstClr val="black"/>
                </a:solidFill>
              </a:rPr>
              <a:t>", 50, $10</a:t>
            </a:r>
          </a:p>
          <a:p>
            <a:r>
              <a:rPr lang="en-US" sz="2400" dirty="0">
                <a:solidFill>
                  <a:schemeClr val="tx1"/>
                </a:solidFill>
              </a:rPr>
              <a:t>0xD0:</a:t>
            </a:r>
          </a:p>
          <a:p>
            <a:r>
              <a:rPr lang="en-US" sz="2400" kern="0" dirty="0">
                <a:solidFill>
                  <a:schemeClr val="tx1"/>
                </a:solidFill>
              </a:rPr>
              <a:t>--- </a:t>
            </a:r>
            <a:r>
              <a:rPr lang="en-US" sz="2400" kern="0" dirty="0">
                <a:solidFill>
                  <a:prstClr val="black"/>
                </a:solidFill>
              </a:rPr>
              <a:t>"</a:t>
            </a:r>
            <a:r>
              <a:rPr lang="en-US" sz="2400" b="1" kern="0" dirty="0">
                <a:solidFill>
                  <a:srgbClr val="FFC000"/>
                </a:solidFill>
              </a:rPr>
              <a:t>banana</a:t>
            </a:r>
            <a:r>
              <a:rPr lang="en-US" sz="2400" kern="0" dirty="0">
                <a:solidFill>
                  <a:prstClr val="black"/>
                </a:solidFill>
              </a:rPr>
              <a:t>", 20, $1</a:t>
            </a:r>
          </a:p>
          <a:p>
            <a:r>
              <a:rPr lang="en-US" sz="2400" dirty="0">
                <a:solidFill>
                  <a:schemeClr val="tx1"/>
                </a:solidFill>
              </a:rPr>
              <a:t>0xE0:</a:t>
            </a:r>
          </a:p>
          <a:p>
            <a:r>
              <a:rPr lang="en-US" sz="2400" kern="0" dirty="0">
                <a:solidFill>
                  <a:schemeClr val="tx1"/>
                </a:solidFill>
              </a:rPr>
              <a:t>--- </a:t>
            </a:r>
            <a:r>
              <a:rPr lang="en-US" sz="2400" kern="0" dirty="0">
                <a:solidFill>
                  <a:prstClr val="black"/>
                </a:solidFill>
              </a:rPr>
              <a:t>"</a:t>
            </a:r>
            <a:r>
              <a:rPr lang="en-US" sz="2400" b="1" kern="0" dirty="0">
                <a:solidFill>
                  <a:srgbClr val="E3DE00"/>
                </a:solidFill>
              </a:rPr>
              <a:t>lemon</a:t>
            </a:r>
            <a:r>
              <a:rPr lang="en-US" sz="2400" kern="0" dirty="0">
                <a:solidFill>
                  <a:prstClr val="black"/>
                </a:solidFill>
              </a:rPr>
              <a:t>", 5, $3</a:t>
            </a:r>
          </a:p>
          <a:p>
            <a:endParaRPr lang="en-US" kern="0" dirty="0">
              <a:solidFill>
                <a:prstClr val="black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0CE36B-BB9A-42C2-896B-9C09C6F4FFF6}"/>
              </a:ext>
            </a:extLst>
          </p:cNvPr>
          <p:cNvSpPr txBox="1">
            <a:spLocks/>
          </p:cNvSpPr>
          <p:nvPr/>
        </p:nvSpPr>
        <p:spPr>
          <a:xfrm>
            <a:off x="4185260" y="1460985"/>
            <a:ext cx="2602954" cy="627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Hash function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F04FAD-C817-4643-B54A-8CA29ED0A513}"/>
              </a:ext>
            </a:extLst>
          </p:cNvPr>
          <p:cNvSpPr txBox="1">
            <a:spLocks/>
          </p:cNvSpPr>
          <p:nvPr/>
        </p:nvSpPr>
        <p:spPr>
          <a:xfrm>
            <a:off x="8532529" y="1460985"/>
            <a:ext cx="3507071" cy="40479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Operations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insert entry 0xA0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insert entry 0xB0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insert entry 0xC0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lookup </a:t>
            </a:r>
            <a:r>
              <a:rPr lang="en-US" kern="0" dirty="0">
                <a:solidFill>
                  <a:prstClr val="black"/>
                </a:solidFill>
              </a:rPr>
              <a:t>"</a:t>
            </a:r>
            <a:r>
              <a:rPr lang="en-US" b="1" kern="0" dirty="0">
                <a:solidFill>
                  <a:srgbClr val="FF0000"/>
                </a:solidFill>
              </a:rPr>
              <a:t>apple</a:t>
            </a:r>
            <a:r>
              <a:rPr lang="en-US" kern="0" dirty="0">
                <a:solidFill>
                  <a:prstClr val="black"/>
                </a:solidFill>
              </a:rPr>
              <a:t>" </a:t>
            </a:r>
          </a:p>
          <a:p>
            <a:pPr marL="514350" indent="-51435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lookup "</a:t>
            </a:r>
            <a:r>
              <a:rPr lang="en-US" b="1" kern="0" dirty="0">
                <a:solidFill>
                  <a:srgbClr val="00B050"/>
                </a:solidFill>
              </a:rPr>
              <a:t>lime</a:t>
            </a:r>
            <a:r>
              <a:rPr lang="en-US" kern="0" dirty="0">
                <a:solidFill>
                  <a:prstClr val="black"/>
                </a:solidFill>
              </a:rPr>
              <a:t>“</a:t>
            </a:r>
          </a:p>
          <a:p>
            <a:pPr marL="514350" indent="-51435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insert entry 0xD0</a:t>
            </a:r>
          </a:p>
          <a:p>
            <a:pPr marL="514350" indent="-51435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insert entry 0xE0</a:t>
            </a: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81D5B8-8CC6-45AA-A58C-E1E2B7354D5E}"/>
              </a:ext>
            </a:extLst>
          </p:cNvPr>
          <p:cNvSpPr/>
          <p:nvPr/>
        </p:nvSpPr>
        <p:spPr>
          <a:xfrm>
            <a:off x="4185260" y="1831500"/>
            <a:ext cx="3812805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32175" algn="r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apple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   	-1290151091</a:t>
            </a:r>
          </a:p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32175" algn="r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berry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   	-514151789</a:t>
            </a:r>
          </a:p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32175" algn="r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</a:rPr>
              <a:t>banana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	207055587</a:t>
            </a:r>
          </a:p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32175" algn="r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</a:rPr>
              <a:t>grape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   	-581390202</a:t>
            </a:r>
          </a:p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32175" algn="r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3DE00"/>
                </a:solidFill>
                <a:effectLst/>
                <a:uLnTx/>
                <a:uFillTx/>
              </a:rPr>
              <a:t>lemon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	-665562942</a:t>
            </a:r>
          </a:p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32175" algn="r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</a:rPr>
              <a:t>lime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	2086736531</a:t>
            </a:r>
          </a:p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32175" algn="r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</a:rPr>
              <a:t>pumpkin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"	-1189657311</a:t>
            </a:r>
          </a:p>
        </p:txBody>
      </p:sp>
    </p:spTree>
    <p:extLst>
      <p:ext uri="{BB962C8B-B14F-4D97-AF65-F5344CB8AC3E}">
        <p14:creationId xmlns:p14="http://schemas.microsoft.com/office/powerpoint/2010/main" val="4148042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6DF-EFBA-429E-B77A-F27375D3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C118D-2A2E-4A53-9227-402442740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342" y="1460986"/>
            <a:ext cx="3750630" cy="627813"/>
          </a:xfrm>
        </p:spPr>
        <p:txBody>
          <a:bodyPr/>
          <a:lstStyle/>
          <a:p>
            <a:r>
              <a:rPr lang="en-US" dirty="0"/>
              <a:t>Client application</a:t>
            </a:r>
          </a:p>
          <a:p>
            <a:endParaRPr lang="en-US" kern="0" dirty="0">
              <a:solidFill>
                <a:prstClr val="black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0CE36B-BB9A-42C2-896B-9C09C6F4FFF6}"/>
              </a:ext>
            </a:extLst>
          </p:cNvPr>
          <p:cNvSpPr txBox="1">
            <a:spLocks/>
          </p:cNvSpPr>
          <p:nvPr/>
        </p:nvSpPr>
        <p:spPr>
          <a:xfrm>
            <a:off x="3922027" y="1457746"/>
            <a:ext cx="3420882" cy="627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Client interface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Client implementation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F04FAD-C817-4643-B54A-8CA29ED0A513}"/>
              </a:ext>
            </a:extLst>
          </p:cNvPr>
          <p:cNvSpPr txBox="1">
            <a:spLocks/>
          </p:cNvSpPr>
          <p:nvPr/>
        </p:nvSpPr>
        <p:spPr>
          <a:xfrm>
            <a:off x="8194965" y="1460985"/>
            <a:ext cx="3844636" cy="40479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Library interface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Library implementation</a:t>
            </a:r>
          </a:p>
          <a:p>
            <a:pPr marL="514350" indent="-51435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525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6DF-EFBA-429E-B77A-F27375D3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C118D-2A2E-4A53-9227-402442740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342" y="1460986"/>
            <a:ext cx="3750630" cy="627813"/>
          </a:xfrm>
        </p:spPr>
        <p:txBody>
          <a:bodyPr/>
          <a:lstStyle/>
          <a:p>
            <a:r>
              <a:rPr lang="en-US" dirty="0"/>
              <a:t>Client application</a:t>
            </a:r>
          </a:p>
          <a:p>
            <a:endParaRPr lang="en-US" kern="0" dirty="0">
              <a:solidFill>
                <a:prstClr val="black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0CE36B-BB9A-42C2-896B-9C09C6F4FFF6}"/>
              </a:ext>
            </a:extLst>
          </p:cNvPr>
          <p:cNvSpPr txBox="1">
            <a:spLocks/>
          </p:cNvSpPr>
          <p:nvPr/>
        </p:nvSpPr>
        <p:spPr>
          <a:xfrm>
            <a:off x="3922027" y="1457746"/>
            <a:ext cx="3420882" cy="627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Client interface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Client implementation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F04FAD-C817-4643-B54A-8CA29ED0A513}"/>
              </a:ext>
            </a:extLst>
          </p:cNvPr>
          <p:cNvSpPr txBox="1">
            <a:spLocks/>
          </p:cNvSpPr>
          <p:nvPr/>
        </p:nvSpPr>
        <p:spPr>
          <a:xfrm>
            <a:off x="8194965" y="1460985"/>
            <a:ext cx="3844636" cy="40479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Library interface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Library implementation</a:t>
            </a:r>
          </a:p>
          <a:p>
            <a:pPr marL="514350" indent="-51435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820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6DF-EFBA-429E-B77A-F27375D3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 interfaces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0CE36B-BB9A-42C2-896B-9C09C6F4FFF6}"/>
              </a:ext>
            </a:extLst>
          </p:cNvPr>
          <p:cNvSpPr txBox="1">
            <a:spLocks/>
          </p:cNvSpPr>
          <p:nvPr/>
        </p:nvSpPr>
        <p:spPr>
          <a:xfrm>
            <a:off x="552099" y="1077975"/>
            <a:ext cx="3420882" cy="44650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Client interface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F04FAD-C817-4643-B54A-8CA29ED0A513}"/>
              </a:ext>
            </a:extLst>
          </p:cNvPr>
          <p:cNvSpPr txBox="1">
            <a:spLocks/>
          </p:cNvSpPr>
          <p:nvPr/>
        </p:nvSpPr>
        <p:spPr>
          <a:xfrm>
            <a:off x="5728857" y="1077975"/>
            <a:ext cx="3844636" cy="404505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Library interface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499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EF7A-25E6-4DCC-BE34-4B8B243A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functions – client-side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705F65-AD6F-4D4B-A4D3-97DC80995B53}"/>
              </a:ext>
            </a:extLst>
          </p:cNvPr>
          <p:cNvSpPr/>
          <p:nvPr/>
        </p:nvSpPr>
        <p:spPr>
          <a:xfrm>
            <a:off x="6152140" y="1532734"/>
            <a:ext cx="409985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3825875" algn="r"/>
              </a:tabLst>
            </a:pPr>
            <a:r>
              <a:rPr lang="en-US" sz="2400" dirty="0">
                <a:solidFill>
                  <a:srgbClr val="0000FF"/>
                </a:solidFill>
              </a:rPr>
              <a:t>"</a:t>
            </a:r>
            <a:r>
              <a:rPr lang="en-US" sz="2400" b="1" dirty="0">
                <a:solidFill>
                  <a:srgbClr val="0000FF"/>
                </a:solidFill>
              </a:rPr>
              <a:t>blue</a:t>
            </a:r>
            <a:r>
              <a:rPr lang="en-US" sz="2400" dirty="0">
                <a:solidFill>
                  <a:srgbClr val="0000FF"/>
                </a:solidFill>
              </a:rPr>
              <a:t>"   </a:t>
            </a:r>
            <a:r>
              <a:rPr lang="en-US" sz="2400" dirty="0"/>
              <a:t>	-449049616</a:t>
            </a:r>
          </a:p>
          <a:p>
            <a:pPr>
              <a:tabLst>
                <a:tab pos="3825875" algn="r"/>
              </a:tabLst>
            </a:pPr>
            <a:r>
              <a:rPr lang="en-US" sz="2400" dirty="0">
                <a:solidFill>
                  <a:srgbClr val="008000"/>
                </a:solidFill>
              </a:rPr>
              <a:t>"</a:t>
            </a:r>
            <a:r>
              <a:rPr lang="en-US" sz="2400" b="1" dirty="0">
                <a:solidFill>
                  <a:srgbClr val="008000"/>
                </a:solidFill>
              </a:rPr>
              <a:t>green</a:t>
            </a:r>
            <a:r>
              <a:rPr lang="en-US" sz="2400" dirty="0">
                <a:solidFill>
                  <a:srgbClr val="008000"/>
                </a:solidFill>
              </a:rPr>
              <a:t>"  </a:t>
            </a:r>
            <a:r>
              <a:rPr lang="en-US" sz="2400" dirty="0"/>
              <a:t>	-1678412276</a:t>
            </a:r>
          </a:p>
          <a:p>
            <a:pPr>
              <a:tabLst>
                <a:tab pos="3825875" algn="r"/>
              </a:tabLst>
            </a:pPr>
            <a:r>
              <a:rPr lang="en-US" sz="2400" dirty="0">
                <a:solidFill>
                  <a:schemeClr val="accent6"/>
                </a:solidFill>
              </a:rPr>
              <a:t>"</a:t>
            </a:r>
            <a:r>
              <a:rPr lang="en-US" sz="2400" b="1" dirty="0">
                <a:solidFill>
                  <a:schemeClr val="accent6"/>
                </a:solidFill>
              </a:rPr>
              <a:t>orange</a:t>
            </a:r>
            <a:r>
              <a:rPr lang="en-US" sz="2400" dirty="0">
                <a:solidFill>
                  <a:schemeClr val="accent6"/>
                </a:solidFill>
              </a:rPr>
              <a:t>"</a:t>
            </a:r>
            <a:r>
              <a:rPr lang="en-US" sz="2400" dirty="0"/>
              <a:t>	-493941954</a:t>
            </a:r>
          </a:p>
          <a:p>
            <a:pPr>
              <a:tabLst>
                <a:tab pos="3825875" algn="r"/>
              </a:tabLst>
            </a:pPr>
            <a:r>
              <a:rPr lang="en-US" sz="2400" dirty="0">
                <a:solidFill>
                  <a:srgbClr val="660066"/>
                </a:solidFill>
              </a:rPr>
              <a:t>"</a:t>
            </a:r>
            <a:r>
              <a:rPr lang="en-US" sz="2400" b="1" dirty="0">
                <a:solidFill>
                  <a:srgbClr val="660066"/>
                </a:solidFill>
              </a:rPr>
              <a:t>purple</a:t>
            </a:r>
            <a:r>
              <a:rPr lang="en-US" sz="2400" dirty="0">
                <a:solidFill>
                  <a:srgbClr val="660066"/>
                </a:solidFill>
              </a:rPr>
              <a:t>" </a:t>
            </a:r>
            <a:r>
              <a:rPr lang="en-US" sz="2400" dirty="0"/>
              <a:t>	362144806</a:t>
            </a:r>
          </a:p>
          <a:p>
            <a:pPr>
              <a:tabLst>
                <a:tab pos="3825875" algn="r"/>
              </a:tabLst>
            </a:pPr>
            <a:r>
              <a:rPr lang="en-US" sz="2400" dirty="0">
                <a:solidFill>
                  <a:srgbClr val="FF0000"/>
                </a:solidFill>
              </a:rPr>
              <a:t>"</a:t>
            </a:r>
            <a:r>
              <a:rPr lang="en-US" sz="2400" b="1" dirty="0">
                <a:solidFill>
                  <a:srgbClr val="FF0000"/>
                </a:solidFill>
              </a:rPr>
              <a:t>red</a:t>
            </a:r>
            <a:r>
              <a:rPr lang="en-US" sz="2400" dirty="0">
                <a:solidFill>
                  <a:srgbClr val="FF0000"/>
                </a:solidFill>
              </a:rPr>
              <a:t>"    </a:t>
            </a:r>
            <a:r>
              <a:rPr lang="en-US" sz="2400" dirty="0"/>
              <a:t>	326899972</a:t>
            </a:r>
          </a:p>
          <a:p>
            <a:pPr>
              <a:tabLst>
                <a:tab pos="3825875" algn="r"/>
              </a:tabLst>
            </a:pPr>
            <a:r>
              <a:rPr lang="en-US" sz="2400" dirty="0">
                <a:solidFill>
                  <a:srgbClr val="858500"/>
                </a:solidFill>
              </a:rPr>
              <a:t>"</a:t>
            </a:r>
            <a:r>
              <a:rPr lang="en-US" sz="2400" b="1" dirty="0">
                <a:solidFill>
                  <a:srgbClr val="858500"/>
                </a:solidFill>
              </a:rPr>
              <a:t>yellow</a:t>
            </a:r>
            <a:r>
              <a:rPr lang="en-US" sz="2400" dirty="0">
                <a:solidFill>
                  <a:srgbClr val="858500"/>
                </a:solidFill>
              </a:rPr>
              <a:t>" </a:t>
            </a:r>
            <a:r>
              <a:rPr lang="en-US" sz="2400" dirty="0"/>
              <a:t>	2011814402</a:t>
            </a:r>
          </a:p>
          <a:p>
            <a:pPr>
              <a:tabLst>
                <a:tab pos="3825875" algn="r"/>
              </a:tabLst>
            </a:pPr>
            <a:endParaRPr lang="en-US" sz="2400" dirty="0"/>
          </a:p>
          <a:p>
            <a:pPr>
              <a:tabLst>
                <a:tab pos="3825875" algn="r"/>
              </a:tabLst>
            </a:pPr>
            <a:r>
              <a:rPr lang="en-US" sz="2400" dirty="0"/>
              <a:t>"apple"   	-1290151091</a:t>
            </a:r>
          </a:p>
          <a:p>
            <a:pPr>
              <a:tabLst>
                <a:tab pos="3825875" algn="r"/>
              </a:tabLst>
            </a:pPr>
            <a:r>
              <a:rPr lang="en-US" sz="2400" dirty="0"/>
              <a:t>"berry"   	-514151789</a:t>
            </a:r>
          </a:p>
          <a:p>
            <a:pPr>
              <a:tabLst>
                <a:tab pos="3825875" algn="r"/>
              </a:tabLst>
            </a:pPr>
            <a:r>
              <a:rPr lang="en-US" sz="2400" dirty="0"/>
              <a:t>"banana"	207055587</a:t>
            </a:r>
          </a:p>
          <a:p>
            <a:pPr>
              <a:tabLst>
                <a:tab pos="3825875" algn="r"/>
              </a:tabLst>
            </a:pPr>
            <a:r>
              <a:rPr lang="en-US" sz="2400" dirty="0"/>
              <a:t>"grape"   	-581390202</a:t>
            </a:r>
          </a:p>
          <a:p>
            <a:pPr>
              <a:tabLst>
                <a:tab pos="3825875" algn="r"/>
              </a:tabLst>
            </a:pPr>
            <a:r>
              <a:rPr lang="en-US" sz="2400" dirty="0"/>
              <a:t>"pumpkin“	-1189657311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0D12DA-313A-4260-8D6E-3E9A2898B956}"/>
              </a:ext>
            </a:extLst>
          </p:cNvPr>
          <p:cNvSpPr/>
          <p:nvPr/>
        </p:nvSpPr>
        <p:spPr>
          <a:xfrm>
            <a:off x="700630" y="1532734"/>
            <a:ext cx="4840456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008000"/>
                </a:solidFill>
              </a:rPr>
              <a:t>"</a:t>
            </a:r>
            <a:r>
              <a:rPr lang="en-US" sz="2400" b="1" dirty="0">
                <a:solidFill>
                  <a:srgbClr val="008000"/>
                </a:solidFill>
              </a:rPr>
              <a:t>green </a:t>
            </a:r>
            <a:r>
              <a:rPr lang="en-US" sz="2400" dirty="0">
                <a:solidFill>
                  <a:srgbClr val="008000"/>
                </a:solidFill>
              </a:rPr>
              <a:t>apple" </a:t>
            </a:r>
            <a:r>
              <a:rPr lang="en-US" sz="2400" dirty="0"/>
              <a:t>	-1513416036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FF0000"/>
                </a:solidFill>
              </a:rPr>
              <a:t>"</a:t>
            </a:r>
            <a:r>
              <a:rPr lang="en-US" sz="2400" b="1" dirty="0">
                <a:solidFill>
                  <a:srgbClr val="FF0000"/>
                </a:solidFill>
              </a:rPr>
              <a:t>red </a:t>
            </a:r>
            <a:r>
              <a:rPr lang="en-US" sz="2400" dirty="0">
                <a:solidFill>
                  <a:srgbClr val="FF0000"/>
                </a:solidFill>
              </a:rPr>
              <a:t>apple"      </a:t>
            </a:r>
            <a:r>
              <a:rPr lang="en-US" sz="2400" dirty="0"/>
              <a:t>	1626673108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858500"/>
                </a:solidFill>
              </a:rPr>
              <a:t>"</a:t>
            </a:r>
            <a:r>
              <a:rPr lang="en-US" sz="2400" b="1" dirty="0">
                <a:solidFill>
                  <a:srgbClr val="858500"/>
                </a:solidFill>
              </a:rPr>
              <a:t>yellow </a:t>
            </a:r>
            <a:r>
              <a:rPr lang="en-US" sz="2400" dirty="0">
                <a:solidFill>
                  <a:srgbClr val="858500"/>
                </a:solidFill>
              </a:rPr>
              <a:t>apple" </a:t>
            </a:r>
            <a:r>
              <a:rPr lang="en-US" sz="2400" dirty="0"/>
              <a:t>	-856976542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FF0000"/>
                </a:solidFill>
              </a:rPr>
              <a:t>"</a:t>
            </a:r>
            <a:r>
              <a:rPr lang="en-US" sz="2400" b="1" dirty="0">
                <a:solidFill>
                  <a:srgbClr val="FF0000"/>
                </a:solidFill>
              </a:rPr>
              <a:t>red </a:t>
            </a:r>
            <a:r>
              <a:rPr lang="en-US" sz="2400" dirty="0">
                <a:solidFill>
                  <a:srgbClr val="FF0000"/>
                </a:solidFill>
              </a:rPr>
              <a:t>berry"      </a:t>
            </a:r>
            <a:r>
              <a:rPr lang="en-US" sz="2400" dirty="0"/>
              <a:t>	-1892294886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0000FF"/>
                </a:solidFill>
              </a:rPr>
              <a:t>"</a:t>
            </a:r>
            <a:r>
              <a:rPr lang="en-US" sz="2400" b="1" dirty="0">
                <a:solidFill>
                  <a:srgbClr val="0000FF"/>
                </a:solidFill>
              </a:rPr>
              <a:t>blue </a:t>
            </a:r>
            <a:r>
              <a:rPr lang="en-US" sz="2400" dirty="0">
                <a:solidFill>
                  <a:srgbClr val="0000FF"/>
                </a:solidFill>
              </a:rPr>
              <a:t>berry"     </a:t>
            </a:r>
            <a:r>
              <a:rPr lang="en-US" sz="2400" dirty="0"/>
              <a:t>	1290986406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008000"/>
                </a:solidFill>
              </a:rPr>
              <a:t>"</a:t>
            </a:r>
            <a:r>
              <a:rPr lang="en-US" sz="2400" b="1" dirty="0">
                <a:solidFill>
                  <a:srgbClr val="008000"/>
                </a:solidFill>
              </a:rPr>
              <a:t>green </a:t>
            </a:r>
            <a:r>
              <a:rPr lang="en-US" sz="2400" dirty="0">
                <a:solidFill>
                  <a:srgbClr val="008000"/>
                </a:solidFill>
              </a:rPr>
              <a:t>banana"</a:t>
            </a:r>
            <a:r>
              <a:rPr lang="en-US" sz="2400" dirty="0"/>
              <a:t>	759700454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858500"/>
                </a:solidFill>
              </a:rPr>
              <a:t>"</a:t>
            </a:r>
            <a:r>
              <a:rPr lang="en-US" sz="2400" b="1" dirty="0">
                <a:solidFill>
                  <a:srgbClr val="858500"/>
                </a:solidFill>
              </a:rPr>
              <a:t>yellow </a:t>
            </a:r>
            <a:r>
              <a:rPr lang="en-US" sz="2400" dirty="0">
                <a:solidFill>
                  <a:srgbClr val="858500"/>
                </a:solidFill>
              </a:rPr>
              <a:t>banana"	</a:t>
            </a:r>
            <a:r>
              <a:rPr lang="en-US" sz="2400" dirty="0"/>
              <a:t>-446488076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008000"/>
                </a:solidFill>
              </a:rPr>
              <a:t>"</a:t>
            </a:r>
            <a:r>
              <a:rPr lang="en-US" sz="2400" b="1" dirty="0">
                <a:solidFill>
                  <a:srgbClr val="008000"/>
                </a:solidFill>
              </a:rPr>
              <a:t>green </a:t>
            </a:r>
            <a:r>
              <a:rPr lang="en-US" sz="2400" dirty="0">
                <a:solidFill>
                  <a:srgbClr val="008000"/>
                </a:solidFill>
              </a:rPr>
              <a:t>grape"	</a:t>
            </a:r>
            <a:r>
              <a:rPr lang="en-US" sz="2400" dirty="0"/>
              <a:t>-804655147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660066"/>
                </a:solidFill>
              </a:rPr>
              <a:t>"</a:t>
            </a:r>
            <a:r>
              <a:rPr lang="en-US" sz="2400" b="1" dirty="0">
                <a:solidFill>
                  <a:srgbClr val="660066"/>
                </a:solidFill>
              </a:rPr>
              <a:t>purple </a:t>
            </a:r>
            <a:r>
              <a:rPr lang="en-US" sz="2400" dirty="0">
                <a:solidFill>
                  <a:srgbClr val="660066"/>
                </a:solidFill>
              </a:rPr>
              <a:t>grape"	</a:t>
            </a:r>
            <a:r>
              <a:rPr lang="en-US" sz="2400" dirty="0"/>
              <a:t>-282532705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0000FF"/>
                </a:solidFill>
              </a:rPr>
              <a:t>"</a:t>
            </a:r>
            <a:r>
              <a:rPr lang="en-US" sz="2400" b="1" dirty="0">
                <a:solidFill>
                  <a:srgbClr val="0000FF"/>
                </a:solidFill>
              </a:rPr>
              <a:t>blue </a:t>
            </a:r>
            <a:r>
              <a:rPr lang="en-US" sz="2400" dirty="0">
                <a:solidFill>
                  <a:srgbClr val="0000FF"/>
                </a:solidFill>
              </a:rPr>
              <a:t>pumpkin"	</a:t>
            </a:r>
            <a:r>
              <a:rPr lang="en-US" sz="2400" dirty="0"/>
              <a:t>-1505769812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orange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pumpkin" 	</a:t>
            </a:r>
            <a:r>
              <a:rPr lang="en-US" sz="2400" dirty="0"/>
              <a:t>984657850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2835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363AA-84DB-4188-A7B8-F75BEC3F2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D38AB-11AB-48B9-A0FE-C332D5507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88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DA11FA2B-8FCA-4322-93DA-6C8F53468DA7}" vid="{856CF231-596A-4CB8-93D6-B29F8EE288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310</Words>
  <Application>Microsoft Office PowerPoint</Application>
  <PresentationFormat>Widescreen</PresentationFormat>
  <Paragraphs>136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Wingdings</vt:lpstr>
      <vt:lpstr>Office Theme</vt:lpstr>
      <vt:lpstr>122 Hash Table Implementation</vt:lpstr>
      <vt:lpstr>Last time</vt:lpstr>
      <vt:lpstr>Teams!</vt:lpstr>
      <vt:lpstr>Generic types</vt:lpstr>
      <vt:lpstr>Generic types</vt:lpstr>
      <vt:lpstr>Generics</vt:lpstr>
      <vt:lpstr>Hash tables</vt:lpstr>
      <vt:lpstr>Zip codes</vt:lpstr>
      <vt:lpstr>Pseudorandom hash functions</vt:lpstr>
      <vt:lpstr>Hash table efficiency</vt:lpstr>
      <vt:lpstr>Teams!</vt:lpstr>
      <vt:lpstr>Hashing fruit – You are the client!</vt:lpstr>
      <vt:lpstr>Interfaces</vt:lpstr>
      <vt:lpstr>Interfaces</vt:lpstr>
      <vt:lpstr>Hash table interfaces</vt:lpstr>
      <vt:lpstr>Hash functions – client-side</vt:lpstr>
      <vt:lpstr>Hash sets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122 Hash Tables</dc:title>
  <dc:creator>Pat Virtue</dc:creator>
  <cp:lastModifiedBy>Pat Virtue</cp:lastModifiedBy>
  <cp:revision>54</cp:revision>
  <dcterms:created xsi:type="dcterms:W3CDTF">2018-10-11T11:39:27Z</dcterms:created>
  <dcterms:modified xsi:type="dcterms:W3CDTF">2018-11-02T02:38:00Z</dcterms:modified>
</cp:coreProperties>
</file>