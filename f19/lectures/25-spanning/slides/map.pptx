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78" r:id="rId3"/>
    <p:sldId id="274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6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-576" y="-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171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1065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3084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7490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0936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2086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190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614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192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2430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9374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2E69E-88D6-C045-B1B8-1B993219FB25}" type="datetimeFigureOut">
              <a:rPr lang="en-US" smtClean="0"/>
              <a:pPr/>
              <a:t>12/3/2017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806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626508" y="274637"/>
            <a:ext cx="2517492" cy="6303583"/>
          </a:xfrm>
        </p:spPr>
        <p:txBody>
          <a:bodyPr/>
          <a:lstStyle/>
          <a:p>
            <a:r>
              <a:rPr lang="en-US" dirty="0" smtClean="0"/>
              <a:t>How are maze screen-savers generated?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16" y="0"/>
            <a:ext cx="6619693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pipe screensavers?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2" y="1684931"/>
            <a:ext cx="9130357" cy="51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2" name="TextBox 111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3" name="TextBox 122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4" name="TextBox 123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5" name="TextBox 124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A-B (11)</a:t>
            </a:r>
          </a:p>
          <a:p>
            <a:r>
              <a:rPr lang="en-US" sz="2800" dirty="0" smtClean="0"/>
              <a:t>A</a:t>
            </a:r>
            <a:r>
              <a:rPr lang="en-US" sz="2800" dirty="0"/>
              <a:t>-C (6)</a:t>
            </a:r>
          </a:p>
          <a:p>
            <a:r>
              <a:rPr lang="en-US" sz="2800" dirty="0"/>
              <a:t>A-H (8)</a:t>
            </a:r>
          </a:p>
          <a:p>
            <a:r>
              <a:rPr lang="en-US" sz="2800" dirty="0" smtClean="0"/>
              <a:t>A</a:t>
            </a:r>
            <a:r>
              <a:rPr lang="en-US" sz="2800" dirty="0"/>
              <a:t>-I (5)</a:t>
            </a:r>
            <a:br>
              <a:rPr lang="en-US" sz="2800" dirty="0"/>
            </a:br>
            <a:r>
              <a:rPr lang="en-US" sz="2800" dirty="0"/>
              <a:t>B-C (7)</a:t>
            </a:r>
          </a:p>
          <a:p>
            <a:r>
              <a:rPr lang="en-US" sz="2800" dirty="0" smtClean="0"/>
              <a:t>B</a:t>
            </a:r>
            <a:r>
              <a:rPr lang="en-US" sz="2800" dirty="0"/>
              <a:t>-E (5)</a:t>
            </a:r>
          </a:p>
          <a:p>
            <a:r>
              <a:rPr lang="en-US" sz="2800" dirty="0" smtClean="0"/>
              <a:t>C</a:t>
            </a:r>
            <a:r>
              <a:rPr lang="en-US" sz="2800" dirty="0"/>
              <a:t>-D (2)</a:t>
            </a:r>
          </a:p>
          <a:p>
            <a:r>
              <a:rPr lang="en-US" sz="2800" dirty="0" smtClean="0"/>
              <a:t>C-E (2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C-H(11)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C-I </a:t>
            </a:r>
            <a:r>
              <a:rPr lang="en-US" sz="2800" dirty="0"/>
              <a:t>(2)</a:t>
            </a:r>
          </a:p>
          <a:p>
            <a:r>
              <a:rPr lang="en-US" sz="2800" dirty="0"/>
              <a:t>D-E (2)</a:t>
            </a:r>
          </a:p>
          <a:p>
            <a:r>
              <a:rPr lang="en-US" sz="2800" dirty="0" smtClean="0"/>
              <a:t>D</a:t>
            </a:r>
            <a:r>
              <a:rPr lang="en-US" sz="2800" dirty="0"/>
              <a:t>-I (3)</a:t>
            </a:r>
          </a:p>
          <a:p>
            <a:r>
              <a:rPr lang="en-US" sz="2800" dirty="0"/>
              <a:t>F-H (3)</a:t>
            </a:r>
          </a:p>
          <a:p>
            <a:r>
              <a:rPr lang="en-US" sz="2800" dirty="0" smtClean="0"/>
              <a:t>F-I (9)</a:t>
            </a:r>
          </a:p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/>
              <a:t>G-H (1)</a:t>
            </a:r>
          </a:p>
          <a:p>
            <a:r>
              <a:rPr lang="en-US" sz="2800" dirty="0" smtClean="0"/>
              <a:t>H-J (7)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593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2" name="TextBox 111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6" name="TextBox 115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3" name="TextBox 122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4" name="TextBox 123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5" name="TextBox 124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G-H (1)</a:t>
            </a:r>
          </a:p>
          <a:p>
            <a:r>
              <a:rPr lang="en-US" sz="2800" dirty="0" smtClean="0"/>
              <a:t>C-E (2)</a:t>
            </a:r>
          </a:p>
          <a:p>
            <a:r>
              <a:rPr lang="en-US" sz="2800" dirty="0" smtClean="0"/>
              <a:t>C-I (2)</a:t>
            </a:r>
          </a:p>
          <a:p>
            <a:r>
              <a:rPr lang="en-US" sz="2800" dirty="0" smtClean="0"/>
              <a:t>D-E (2)</a:t>
            </a:r>
          </a:p>
          <a:p>
            <a:r>
              <a:rPr lang="en-US" sz="2800" dirty="0" smtClean="0"/>
              <a:t>C-D (2)</a:t>
            </a:r>
          </a:p>
          <a:p>
            <a:r>
              <a:rPr lang="en-US" sz="2800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51839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3" name="TextBox 122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dirty="0" smtClean="0"/>
              <a:t>C-E (2)</a:t>
            </a:r>
          </a:p>
          <a:p>
            <a:r>
              <a:rPr lang="en-US" sz="2800" dirty="0" smtClean="0"/>
              <a:t>C-I (2)</a:t>
            </a:r>
          </a:p>
          <a:p>
            <a:r>
              <a:rPr lang="en-US" sz="2800" dirty="0" smtClean="0"/>
              <a:t>D-E (2)</a:t>
            </a:r>
          </a:p>
          <a:p>
            <a:r>
              <a:rPr lang="en-US" sz="2800" dirty="0" smtClean="0"/>
              <a:t>C-D (2)</a:t>
            </a:r>
          </a:p>
          <a:p>
            <a:r>
              <a:rPr lang="en-US" sz="2800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sp>
        <p:nvSpPr>
          <p:cNvPr id="64" name="TextBox 63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5" name="TextBox 64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7" name="TextBox 66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8" name="TextBox 67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306750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dirty="0" smtClean="0"/>
              <a:t>C-I (2)</a:t>
            </a:r>
          </a:p>
          <a:p>
            <a:r>
              <a:rPr lang="en-US" sz="2800" dirty="0" smtClean="0"/>
              <a:t>D-E (2)</a:t>
            </a:r>
          </a:p>
          <a:p>
            <a:r>
              <a:rPr lang="en-US" sz="2800" dirty="0" smtClean="0"/>
              <a:t>C-D (2)</a:t>
            </a:r>
          </a:p>
          <a:p>
            <a:r>
              <a:rPr lang="en-US" sz="2800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sp>
        <p:nvSpPr>
          <p:cNvPr id="65" name="TextBox 64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7" name="TextBox 66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8" name="TextBox 67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9" name="TextBox 68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307426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dirty="0" smtClean="0"/>
              <a:t>D-E (2)</a:t>
            </a:r>
          </a:p>
          <a:p>
            <a:r>
              <a:rPr lang="en-US" sz="2800" dirty="0" smtClean="0"/>
              <a:t>C-D (2)</a:t>
            </a:r>
          </a:p>
          <a:p>
            <a:r>
              <a:rPr lang="en-US" sz="2800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sp>
        <p:nvSpPr>
          <p:cNvPr id="65" name="TextBox 64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7" name="TextBox 66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8" name="TextBox 67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9" name="TextBox 68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336750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dirty="0" smtClean="0"/>
              <a:t>C-D (2)</a:t>
            </a:r>
          </a:p>
          <a:p>
            <a:r>
              <a:rPr lang="en-US" sz="2800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sp>
        <p:nvSpPr>
          <p:cNvPr id="65" name="TextBox 64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7" name="TextBox 66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8" name="TextBox 67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9" name="TextBox 68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113641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</p:cNvCxnSpPr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81" name="Straight Connector 80"/>
          <p:cNvCxnSpPr>
            <a:stCxn id="85" idx="1"/>
            <a:endCxn id="83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5" idx="7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4" name="TextBox 63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5" name="TextBox 64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93297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dirty="0" smtClean="0"/>
              <a:t>F-H (3)</a:t>
            </a:r>
          </a:p>
          <a:p>
            <a:r>
              <a:rPr lang="en-US" sz="2800" dirty="0" smtClean="0"/>
              <a:t>B-E (5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73" name="Straight Connector 72"/>
          <p:cNvCxnSpPr>
            <a:stCxn id="79" idx="1"/>
            <a:endCxn id="76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79" idx="7"/>
            <a:endCxn id="77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4" name="TextBox 63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5" name="TextBox 64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97810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dirty="0" smtClean="0"/>
              <a:t>B-E (</a:t>
            </a:r>
            <a:r>
              <a:rPr lang="en-US" sz="2800" dirty="0" smtClean="0"/>
              <a:t>5)</a:t>
            </a:r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357571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  <a:endParaRPr lang="en-US" sz="2800" dirty="0" smtClean="0"/>
          </a:p>
          <a:p>
            <a:r>
              <a:rPr lang="en-US" sz="2800" dirty="0" smtClean="0"/>
              <a:t>A-I (5</a:t>
            </a:r>
            <a:r>
              <a:rPr lang="en-US" sz="2800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</a:t>
            </a:r>
            <a:r>
              <a:rPr lang="en-US" sz="2800" dirty="0" smtClean="0"/>
              <a:t>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51426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A-I (5</a:t>
            </a:r>
            <a:r>
              <a:rPr lang="en-US" sz="2800" b="1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F-J </a:t>
            </a:r>
            <a:r>
              <a:rPr lang="en-US" sz="2800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104343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A-I (5</a:t>
            </a:r>
            <a:r>
              <a:rPr lang="en-US" sz="2800" b="1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F-J </a:t>
            </a:r>
            <a:r>
              <a:rPr lang="en-US" sz="2800" b="1" dirty="0" smtClean="0"/>
              <a:t>(6)</a:t>
            </a:r>
          </a:p>
          <a:p>
            <a:r>
              <a:rPr lang="en-US" sz="2800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6120359" y="1849018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411702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A-I (5</a:t>
            </a:r>
            <a:r>
              <a:rPr lang="en-US" sz="2800" b="1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F-J </a:t>
            </a:r>
            <a:r>
              <a:rPr lang="en-US" sz="2800" b="1" dirty="0" smtClean="0"/>
              <a:t>(6)</a:t>
            </a:r>
          </a:p>
          <a:p>
            <a:r>
              <a:rPr lang="en-US" sz="2800" i="1" strike="sngStrike" dirty="0" smtClean="0"/>
              <a:t>A-C (6)</a:t>
            </a:r>
          </a:p>
          <a:p>
            <a:r>
              <a:rPr lang="en-US" sz="2800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7" name="TextBox 76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355202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A-I (5</a:t>
            </a:r>
            <a:r>
              <a:rPr lang="en-US" sz="2800" b="1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F-J </a:t>
            </a:r>
            <a:r>
              <a:rPr lang="en-US" sz="2800" b="1" dirty="0" smtClean="0"/>
              <a:t>(6)</a:t>
            </a:r>
          </a:p>
          <a:p>
            <a:r>
              <a:rPr lang="en-US" sz="2800" i="1" strike="sngStrike" dirty="0" smtClean="0"/>
              <a:t>A-C (6)</a:t>
            </a:r>
          </a:p>
          <a:p>
            <a:r>
              <a:rPr lang="en-US" sz="2800" i="1" strike="sngStrike" dirty="0" smtClean="0"/>
              <a:t>B-C (7)</a:t>
            </a:r>
          </a:p>
          <a:p>
            <a:r>
              <a:rPr lang="en-US" sz="2800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4" name="TextBox 73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6" name="TextBox 75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92532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A-I (5</a:t>
            </a:r>
            <a:r>
              <a:rPr lang="en-US" sz="2800" b="1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F-J </a:t>
            </a:r>
            <a:r>
              <a:rPr lang="en-US" sz="2800" b="1" dirty="0" smtClean="0"/>
              <a:t>(6)</a:t>
            </a:r>
          </a:p>
          <a:p>
            <a:r>
              <a:rPr lang="en-US" sz="2800" i="1" strike="sngStrike" dirty="0" smtClean="0"/>
              <a:t>A-C (6)</a:t>
            </a:r>
          </a:p>
          <a:p>
            <a:r>
              <a:rPr lang="en-US" sz="2800" i="1" strike="sngStrike" dirty="0" smtClean="0"/>
              <a:t>B-C (7)</a:t>
            </a:r>
          </a:p>
          <a:p>
            <a:r>
              <a:rPr lang="en-US" sz="2800" i="1" strike="sngStrike" dirty="0" smtClean="0"/>
              <a:t>H-J (7)</a:t>
            </a:r>
          </a:p>
          <a:p>
            <a:r>
              <a:rPr lang="en-US" sz="2800" dirty="0" smtClean="0"/>
              <a:t>A-H (8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F-I (9)</a:t>
            </a:r>
            <a:endParaRPr lang="en-US" sz="2800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2" name="TextBox 71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3" name="TextBox 72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427087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2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304" y="5747566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Juarez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336836" y="4656258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Fort Worth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405585" y="303020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Columbus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553719" y="1680014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Erie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150170" y="1179203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Boston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61864" y="2971518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Indianapolis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24358" y="1723695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Detroit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8409" y="4848210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Atlanta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687615" y="587928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Houston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276316" y="638296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Galveston</a:t>
            </a:r>
            <a:endParaRPr lang="en-US" sz="2400" dirty="0"/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747015" y="5680110"/>
            <a:ext cx="2153919" cy="2799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711619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2727899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5478798" y="2375822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6128060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3021785" y="6080879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3107240" y="3163378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2813354" y="3303387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3142636" y="4917317"/>
            <a:ext cx="2985424" cy="1042711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5478798" y="3303387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6248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6914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6490074" y="1846216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6334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961289" y="4955932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6</a:t>
            </a:r>
            <a:endParaRPr lang="en-US" sz="4000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1390838" y="539362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3935315" y="3770263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9</a:t>
            </a:r>
            <a:endParaRPr lang="en-US" sz="4000" i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4655334" y="4029234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17" name="TextBox 116"/>
          <p:cNvSpPr txBox="1"/>
          <p:nvPr/>
        </p:nvSpPr>
        <p:spPr>
          <a:xfrm>
            <a:off x="4807734" y="488952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8</a:t>
            </a:r>
            <a:endParaRPr lang="en-US" sz="4000" i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5602086" y="381202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49140" y="367529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2332" y="3598763"/>
            <a:ext cx="8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11</a:t>
            </a:r>
            <a:endParaRPr lang="en-US" sz="4000" i="1" dirty="0"/>
          </a:p>
        </p:txBody>
      </p:sp>
      <p:sp>
        <p:nvSpPr>
          <p:cNvPr id="126" name="TextBox 125"/>
          <p:cNvSpPr txBox="1"/>
          <p:nvPr/>
        </p:nvSpPr>
        <p:spPr>
          <a:xfrm>
            <a:off x="5490769" y="2379029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127" name="TextBox 126"/>
          <p:cNvSpPr txBox="1"/>
          <p:nvPr/>
        </p:nvSpPr>
        <p:spPr>
          <a:xfrm>
            <a:off x="7167169" y="218536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7</a:t>
            </a:r>
            <a:endParaRPr lang="en-US" sz="4000" i="1" dirty="0"/>
          </a:p>
        </p:txBody>
      </p:sp>
      <p:sp>
        <p:nvSpPr>
          <p:cNvPr id="128" name="TextBox 127"/>
          <p:cNvSpPr txBox="1"/>
          <p:nvPr/>
        </p:nvSpPr>
        <p:spPr>
          <a:xfrm>
            <a:off x="7296555" y="1629684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5</a:t>
            </a:r>
            <a:endParaRPr lang="en-US" sz="4000" i="1" dirty="0"/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5514194" y="3077923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-106959" y="6463972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607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272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37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128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088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5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2900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72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G-H (1)</a:t>
            </a:r>
          </a:p>
          <a:p>
            <a:r>
              <a:rPr lang="en-US" sz="2800" b="1" dirty="0" smtClean="0"/>
              <a:t>C-E (2)</a:t>
            </a:r>
          </a:p>
          <a:p>
            <a:r>
              <a:rPr lang="en-US" sz="2800" b="1" dirty="0" smtClean="0"/>
              <a:t>C-I (2)</a:t>
            </a:r>
          </a:p>
          <a:p>
            <a:r>
              <a:rPr lang="en-US" sz="2800" b="1" dirty="0" smtClean="0"/>
              <a:t>D-E (2)</a:t>
            </a:r>
          </a:p>
          <a:p>
            <a:r>
              <a:rPr lang="en-US" sz="2800" i="1" strike="sngStrike" dirty="0" smtClean="0"/>
              <a:t>C-D (2)</a:t>
            </a:r>
          </a:p>
          <a:p>
            <a:r>
              <a:rPr lang="en-US" sz="2800" i="1" strike="sngStrike" dirty="0" smtClean="0"/>
              <a:t>D-I (3)</a:t>
            </a:r>
          </a:p>
          <a:p>
            <a:r>
              <a:rPr lang="en-US" sz="2800" b="1" dirty="0" smtClean="0"/>
              <a:t>F-H (3)</a:t>
            </a:r>
          </a:p>
          <a:p>
            <a:r>
              <a:rPr lang="en-US" sz="2800" b="1" dirty="0" smtClean="0"/>
              <a:t>B-E (5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A-I (5</a:t>
            </a:r>
            <a:r>
              <a:rPr lang="en-US" sz="2800" b="1" dirty="0" smtClean="0"/>
              <a:t>)</a:t>
            </a:r>
            <a:endParaRPr lang="en-US" sz="28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753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F-J </a:t>
            </a:r>
            <a:r>
              <a:rPr lang="en-US" sz="2800" b="1" dirty="0" smtClean="0"/>
              <a:t>(6)</a:t>
            </a:r>
          </a:p>
          <a:p>
            <a:r>
              <a:rPr lang="en-US" sz="2800" i="1" strike="sngStrike" dirty="0" smtClean="0"/>
              <a:t>A-C (6)</a:t>
            </a:r>
          </a:p>
          <a:p>
            <a:r>
              <a:rPr lang="en-US" sz="2800" i="1" strike="sngStrike" dirty="0" smtClean="0"/>
              <a:t>B-C (7)</a:t>
            </a:r>
          </a:p>
          <a:p>
            <a:r>
              <a:rPr lang="en-US" sz="2800" i="1" strike="sngStrike" dirty="0" smtClean="0"/>
              <a:t>H-J (7)</a:t>
            </a:r>
          </a:p>
          <a:p>
            <a:r>
              <a:rPr lang="en-US" sz="2800" b="1" dirty="0" smtClean="0"/>
              <a:t>A-H (8</a:t>
            </a:r>
            <a:r>
              <a:rPr lang="en-US" sz="2800" b="1" dirty="0" smtClean="0"/>
              <a:t>)</a:t>
            </a:r>
            <a:endParaRPr lang="en-US" sz="2800" dirty="0" smtClean="0"/>
          </a:p>
          <a:p>
            <a:r>
              <a:rPr lang="en-US" sz="2800" dirty="0" smtClean="0"/>
              <a:t>F-I (9)</a:t>
            </a:r>
            <a:endParaRPr lang="en-US" sz="2800" b="1" dirty="0" smtClean="0"/>
          </a:p>
          <a:p>
            <a:r>
              <a:rPr lang="en-US" sz="2800" dirty="0" smtClean="0"/>
              <a:t>C-H (11)</a:t>
            </a:r>
          </a:p>
          <a:p>
            <a:r>
              <a:rPr lang="en-US" sz="2800" dirty="0" smtClean="0"/>
              <a:t>A-B (11)</a:t>
            </a:r>
          </a:p>
          <a:p>
            <a:endParaRPr lang="en-US" sz="2800" dirty="0"/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6007209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6454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86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672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248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5887311" y="2337570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0" name="TextBox 59"/>
          <p:cNvSpPr txBox="1"/>
          <p:nvPr/>
        </p:nvSpPr>
        <p:spPr>
          <a:xfrm>
            <a:off x="2611000" y="5171395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3</a:t>
            </a:r>
            <a:endParaRPr lang="en-US" sz="4000" i="1" dirty="0"/>
          </a:p>
        </p:txBody>
      </p:sp>
      <p:sp>
        <p:nvSpPr>
          <p:cNvPr id="62" name="TextBox 61"/>
          <p:cNvSpPr txBox="1"/>
          <p:nvPr/>
        </p:nvSpPr>
        <p:spPr>
          <a:xfrm>
            <a:off x="6120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66" name="TextBox 65"/>
          <p:cNvSpPr txBox="1"/>
          <p:nvPr/>
        </p:nvSpPr>
        <p:spPr>
          <a:xfrm>
            <a:off x="5636528" y="2750716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  <p:sp>
        <p:nvSpPr>
          <p:cNvPr id="72" name="TextBox 71"/>
          <p:cNvSpPr txBox="1"/>
          <p:nvPr/>
        </p:nvSpPr>
        <p:spPr>
          <a:xfrm>
            <a:off x="2848750" y="5879281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1</a:t>
            </a:r>
            <a:endParaRPr lang="en-US" sz="4000" i="1" dirty="0"/>
          </a:p>
        </p:txBody>
      </p:sp>
      <p:sp>
        <p:nvSpPr>
          <p:cNvPr id="73" name="TextBox 72"/>
          <p:cNvSpPr txBox="1"/>
          <p:nvPr/>
        </p:nvSpPr>
        <p:spPr>
          <a:xfrm>
            <a:off x="6406211" y="2290367"/>
            <a:ext cx="57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2</a:t>
            </a:r>
            <a:endParaRPr lang="en-US" sz="4000" i="1" dirty="0"/>
          </a:p>
        </p:txBody>
      </p:sp>
    </p:spTree>
    <p:extLst>
      <p:ext uri="{BB962C8B-B14F-4D97-AF65-F5344CB8AC3E}">
        <p14:creationId xmlns="" xmlns:p14="http://schemas.microsoft.com/office/powerpoint/2010/main" val="336042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6386</TotalTime>
  <Words>1527</Words>
  <Application>Microsoft Macintosh PowerPoint</Application>
  <PresentationFormat>On-screen Show (4:3)</PresentationFormat>
  <Paragraphs>705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How are maze screen-savers generated?</vt:lpstr>
      <vt:lpstr>What about pipe screensavers?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Pfenning</dc:creator>
  <cp:lastModifiedBy>iliano</cp:lastModifiedBy>
  <cp:revision>33</cp:revision>
  <dcterms:created xsi:type="dcterms:W3CDTF">2014-06-25T13:24:12Z</dcterms:created>
  <dcterms:modified xsi:type="dcterms:W3CDTF">2017-12-03T22:32:51Z</dcterms:modified>
</cp:coreProperties>
</file>