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2"/>
  </p:notesMasterIdLst>
  <p:sldIdLst>
    <p:sldId id="257" r:id="rId3"/>
    <p:sldId id="595" r:id="rId4"/>
    <p:sldId id="615" r:id="rId5"/>
    <p:sldId id="636" r:id="rId6"/>
    <p:sldId id="691" r:id="rId7"/>
    <p:sldId id="690" r:id="rId8"/>
    <p:sldId id="692" r:id="rId9"/>
    <p:sldId id="637" r:id="rId10"/>
    <p:sldId id="631" r:id="rId11"/>
    <p:sldId id="693" r:id="rId12"/>
    <p:sldId id="672" r:id="rId13"/>
    <p:sldId id="674" r:id="rId14"/>
    <p:sldId id="677" r:id="rId15"/>
    <p:sldId id="676" r:id="rId16"/>
    <p:sldId id="675" r:id="rId17"/>
    <p:sldId id="673" r:id="rId18"/>
    <p:sldId id="678" r:id="rId19"/>
    <p:sldId id="682" r:id="rId20"/>
    <p:sldId id="681" r:id="rId21"/>
    <p:sldId id="684" r:id="rId22"/>
    <p:sldId id="686" r:id="rId23"/>
    <p:sldId id="685" r:id="rId24"/>
    <p:sldId id="656" r:id="rId25"/>
    <p:sldId id="657" r:id="rId26"/>
    <p:sldId id="658" r:id="rId27"/>
    <p:sldId id="659" r:id="rId28"/>
    <p:sldId id="660" r:id="rId29"/>
    <p:sldId id="661" r:id="rId30"/>
    <p:sldId id="662" r:id="rId31"/>
    <p:sldId id="663" r:id="rId32"/>
    <p:sldId id="664" r:id="rId33"/>
    <p:sldId id="665" r:id="rId34"/>
    <p:sldId id="666" r:id="rId35"/>
    <p:sldId id="667" r:id="rId36"/>
    <p:sldId id="668" r:id="rId37"/>
    <p:sldId id="669" r:id="rId38"/>
    <p:sldId id="670" r:id="rId39"/>
    <p:sldId id="671" r:id="rId40"/>
    <p:sldId id="694" r:id="rId4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 Virtue" initials="PV" lastIdx="1" clrIdx="0">
    <p:extLst>
      <p:ext uri="{19B8F6BF-5375-455C-9EA6-DF929625EA0E}">
        <p15:presenceInfo xmlns:p15="http://schemas.microsoft.com/office/powerpoint/2012/main" userId="aff125923c5632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5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2-04T14:41:30.32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26367 8098 403 0,'0'0'36'0,"0"0"-36"0,0 0 0 0,0 0 0 16,-7 0 50-16,0 6 3 0,-1-6 1 0,8 0 0 15,-3 0-14-15,3 0-2 0,-7 0-1 0,7 0 0 16,0 0 53-16,0 0 10 0,0 0 3 0,-7 0 0 16,7 0-15-16,0 0-2 0,0 0-1 0,-7 3 0 15,7-3-41-15,-4 0-8 0,4 0-1 0,0 0-1 0,-7 6-22 16,7-6-4-16,0 0 0 0,0 0-8 0,0 0 24 0,4 4-1 15,3 5-1-15,0-9 0 0,3 6 11 0,-3-3 3 16,4-3 0-16,0 0 0 0,3 7-13 0,-4-7-3 16,4 0 0-16,1 0 0 0,-5 3-6 0,4-3-2 15,4-3 0-15,0 3 0 0,-4 0 0 0,3 0 0 16,4 0 0-16,-3 0 0 0,3-7-3 0,-7 7-1 16,4 0 0-16,0-3 0 0,3 3 11 0,0 0 1 15,-3 0 1-15,-1 0 0 0,1 0-21 0,0 3 0 16,-1-3 0-16,-3 7 0 0,0-7 0 0,0 3 0 15,4-3 0-15,-4 6 0 0,-3-6 0 0,3 0 0 16,0 0 0-16,-3 6 0 0,3-6-8 0,-4 3-7 16,4-3-1-16,1 7 0 0,-5-7 16 0,4 3 0 0,0-3 0 15,0 0 0-15,1 0 8 0,2 0-8 0,1 0 9 0,-1-3-9 16,1 3 8-16,0-7-8 0,-4 7 0 0,0 0 9 16,4 0-9-16,-1-3 12 0,-3 3-12 0,4-6 12 15,0 6-12-15,-4 0 0 0,0-6 0 0,0 6 0 16,-3 0 0-16,3 0 0 0,-4 0 0 0,1 0 0 15,3 0 8-15,-3-3 0 0,-1 3 0 0,1 0 0 16,-1-7-8-16,1 7 0 0,-4 0 0 0,4 0 0 16,-1 0 0-16,-3-3 0 0,0 3 0 0,4 0 0 15,-4-6 0-15,0 6-14 0,3 0 5 0,-2 0 1 16,-8 0 8-16,10 0 0 0,-3 0 0 0,0 0 0 16,-7 0 0-16,7 0 0 0,0 0 0 0,4-3 0 15,-11 3 0-15,7 0 0 0,0-6 0 0,0 6 0 16,0 0 0-16,4 0 9 0,-4-4-1 0,-7 4-8 0,0 0 13 15,7 0-4-15,0-6-1 0,-7 6 0 0,0 0-8 0,7 0 0 16,-7 0 0-16,0 0 8 0,0 0-8 0,7-9 0 16,-3 9 9-16,-4 0-9 0,0 0 9 0,0 0-9 15,7-7 12-15,-7 7-12 0,3-3 19 0,-3 3-3 16,0 0-1-16,7-6 0 0,-3 3 1 0,-4 3 1 16,0 0 0-16,0 0 0 0,0-6-5 0,0 6 0 15,3-4-1-15,-3 4 0 0,-3-6-11 0,3 6 0 16,0-3 0-16,0 3 0 0,-4-6 0 0,4 6 8 15,0 0-8-15,0 0 0 0,-7 0 9 0,4-3-9 16,-1-4 10-16,-3 7-10 0,3 0 18 0,-3-3-2 0,4-3-1 16,-4 0 0-16,3 3 3 0,1 3 1 0,-4-7 0 15,0-2 0-15,0 6 1 0,0-4 0 0,0-2 0 16,-1 6 0-16,5-3-8 0,-8-4-2 0,4 10 0 16,0-6 0-16,0 3-10 0,0-3 0 0,0 2 0 0,4-2 0 15,-5 6 0-15,5-3 0 0,-4-3 0 0,7 6 0 16,0 0 0-16,0 0 0 0,-4 0 0 0,4 0 0 15,-7 0 0-15,7 0 0 0,0 0 0 0,0 0 0 16,-3-10 0-16,3 10 0 0,0 0 0 0,0 0 0 16,0 0 0-16,0 0 0 0,0 0 0 0,0 0 0 15,0 0 0-15,0 0 0 0,0 0 0 0,0 0 0 16,0 0-9-16,7 7 9 0,-7-7 0 0,7 3 0 16,3 3 0-16,-2-3 0 0,2 3 0 0,-3-2 0 15,0 5 0-15,0-3 0 0,4-3 0 0,-4 4 0 16,0 2 0-16,0-3 0 0,0-3 0 0,0-3 0 0,-7 0 0 15,7 10 0-15,4-4 0 0,-4-3 0 0,-7-3 0 16,7 7 0-16,0-4 0 0,-7-3 0 0,7 6 0 0,-7-6 0 16,7 9 0-16,-7-9 0 0,7 7 0 0,0-4 0 15,-7-3 0-15,7 9 0 0,-7-9 0 0,4 6 0 16,-4-6 0-16,0 0 0 0,0 4 0 0,-4 5 0 16,4-3 0-16,-3 4 0 0,-1-4 0 0,-3-3-10 15,4 7 10-15,-1-4-8 0,-3-3 8 0,3 6 11 16,-3-2-3-16,0-4 0 0,0 3-8 0,4-6 0 15,-4 9 0-15,0-9 8 0,0 10 3 0,3-4 0 16,-6-3 0-16,2-3 0 0,1 7-3 0,0-4-8 16,0 3 12-16,0-3-4 0,0 3-8 0,0-3 0 0,-3 4 0 15,2-1 0-15,1-3 0 0,0 3 0 0,-3-2 0 16,6 2 0-16,-3-3 0 0,4-3-11 0,-4 6 3 16,7-6 0-1,0 0-39-15,0 0-7 0,0 0-2 0,0 0 0 16,0 0-139-16,0 0-28 0,0 0-5 0,17 0-2 0</inkml:trace>
  <inkml:trace contextRef="#ctx0" brushRef="#br0" timeOffset="1349.446">28395 8044 230 0,'0'0'20'0,"0"0"-20"0,-7 0 0 0,7 0 0 16,-7 0 79-16,0-3 11 0,3-3 2 0,4 6 1 16,0 0-30-16,0 0-7 0,-7 0 0 0,7 0-1 15,0 0-3-15,-3 0-1 0,-4-6 0 0,7 6 0 16,0 0 9-16,0 0 3 0,0 0 0 0,0 0 0 16,0 0 5-16,0 0 2 0,0 0 0 0,0 0 0 15,0 0-29-15,0 0-5 0,0 0-2 0,7 6 0 16,3-6-10-16,1 0-1 0,0 6-1 0,-4-3 0 15,7-3 3-15,-4 0 1 0,1 7 0 0,-1-7 0 16,5 3-14-16,-1-3-2 0,0 0-1 0,-4 0 0 0,5 0-9 16,-1 6 0-16,3-12 9 0,-3 6-9 0,4 0 0 15,0 0 8-15,-1 0-8 0,1-3 0 0,3 3 0 16,-3-7 8-16,6 7-8 0,-2 0 0 0,-1 0 0 0,0 0 0 16,0-3 0-16,0 3 0 0,0 0 8 0,-3 0-8 15,-4 0 8-15,4 0-8 0,-8 0 11 0,8 3-3 16,-11-3 0-16,11 0 0 0,-8 0 0 0,-3 0-8 15,7 0 12-15,-3 7-4 0,0-4-8 0,-1-3 0 16,1 0 9-16,-1 0-9 0,-3 0 0 0,4 0 0 16,0 0 0-16,-4 6 0 0,-7-6 0 0,7 0 8 15,3 0-8-15,-10 0 0 0,7 0 0 0,-7 0 0 16,7-6 0-16,-7 6 0 0,0 0 12 0,0 0-3 0,11 0 0 16,-11 0 0-16,0 0-1 0,0 0 0 0,0-3 0 0,0 3 0 15,0 0-8-15,0 0 0 0,0 0 0 16,14 0 8-16,-7-7-8 0,-7 7 0 0,0 0 0 0,7 0 8 15,-7 0-8-15,7-3 0 0,-7-3 0 0,0 6 0 16,0 0 0-16,0 0 0 0,0 0 0 0,0 0 0 16,0 0 0-16,11-6 0 0,-8 3 0 0,-3 3 0 15,0 0 0-15,0 0 8 0,0 0-8 0,0 0 0 16,0 0 11-16,0 0-3 0,0 0-8 0,0 0 12 16,0 0-12-16,7-7 0 0,-7 7 8 0,0 0-8 15,0 0 0-15,0 0 0 0,0 0 0 0,0-9 0 16,0 6 8-16,0 3-8 0,0-7 0 0,-3-2 0 15,-1 9 12-15,4 0-4 0,-3-9-8 0,-8 2 12 16,11 4 4-16,-7-3 0 0,0 3 0 0,0-3 0 0,4 2 8 16,-8-2 1-16,7-3 1 0,-3 6 0 0,0-4-11 15,0 4-3-15,4-3 0 0,3 6 0 0,-7-6-12 16,3 6 0-16,-3-3 8 0,4 3-8 0,3 0 0 0,-11-7 0 16,11 7 0-16,0 0 0 0,0 0 0 0,0 0 0 15,-7-3 0-15,7 3 0 0,0 0 0 0,-7-6 0 16,-4 6 0-16,11 0 0 0,0 0 0 0,0 0 0 15,0 0 0-15,0 0 0 0,0 0 0 0,0 0 0 16,0 0 8-16,0 0-8 0,0 0 0 0,0 0 0 16,0 0 0-16,0 0 0 0,14-3 0 0,-6 3 0 15,-5 0 0-15,11 0 0 0,-7 3 0 0,0-3 0 0,0 0-8 16,4 6 8-16,-1-3 0 0,-6-3 0 0,7 7 0 16,-1-4 0-16,-3 3 0 0,0-6 0 0,7 6 0 0,-7-3 0 15,-3 4 0-15,7-4 0 0,-11-3 0 0,10 0 0 16,-3 6 0-16,0-3 0 0,4 3 0 0,-11-6 0 15,7 4 0-15,0-4 0 0,-7 0 0 0,7 6 0 16,-7-6 0-16,7 3 0 0,-7-3 0 0,0 0 0 16,7 6 0-16,-7-6 0 0,0 0 0 0,0 0 0 15,0 0-8-15,0 10 8 0,0-10 0 0,0 9 0 16,-3 0 0-16,3-9 16 0,-4 7-2 0,-3-4 0 16,0 6-14-16,7-2-16 0,0-7 3 0,-7 9 1 15,3-3 12-15,-3-3 12 0,0 4-3 0,0-4 0 16,0 6 3-16,0-9 1 0,0 6 0 0,0-2 0 15,0 5 2-15,0-9 0 0,-4 6 0 0,4 4 0 16,0-10-4-16,-3 9-1 0,-1-9 0 0,7 10 0 0,-6-4-10 16,-1-3 12-16,11-3-12 0,-7 6 12 0,4-3-12 15,3-3 0-15,0 0 9 0,0 0-9 0,-4 0 0 0,4 0-10 16,-7 7 1-16,7-7 0 16,0 0-89-16,0 0-18 0,0 0-3 0,0 9-818 15</inkml:trace>
  <inkml:trace contextRef="#ctx0" brushRef="#br0" timeOffset="3138.012">26356 9615 172 0,'0'0'16'0,"0"0"-16"0,0 0 0 0,0 0 0 0,0 0 25 0,0 0 3 16,0 0 0-16,0 0 0 0,0 0 18 0,0 0 4 15,-7 0 1-15,7 0 0 0,0 0 57 0,0 0 12 16,0 0 3-16,0 0 0 0,0 0-19 0,0 0-3 15,0 0-1-15,-4-9 0 0,1 9-7 0,3 0-1 16,0 0-1-16,0 0 0 0,0 0-20 0,0 0-4 16,0 0-1-16,0 0 0 0,-7 0-40 0,7 0-8 15,0 0-2-15,0 0 0 0,-4 0 1 0,4 0 0 16,0 0 0-16,0 0 0 0,0 0 6 0,0 0 1 16,0 0 0-16,0 0 0 0,0 0-11 0,0 0-1 0,0 0-1 0,0 0 0 15,7 0 3-15,4 6 1 16,0-6 0-16,3 0 0 0,-4 0 5 0,1 0 2 0,3 0 0 0,4 0 0 15,-1 0-2-15,1 0 0 0,0 0 0 16,3 0 0-16,3 0-9 0,-2 0-3 0,-1 0 0 0,0 0 0 16,0 3-8-16,4-3 0 0,-4 0 0 0,0 7 8 15,0-4-8-15,0-3 10 0,4 6-10 0,-4-6 10 16,-3 3-10-16,3-3 0 0,-3 0 0 0,3 0 0 16,0 0 0-16,-3 0 0 0,-1 0 0 0,4 0 0 15,-3 0 0-15,0 0 0 0,-1 0 0 0,5 0 0 16,-5 7 0-16,1-7 0 0,3-7 0 0,-3 7 0 15,-1 0 0-15,-3 0 0 0,1 0 0 0,-1 7 0 16,0-7 0-16,0 3 0 0,0-3 8 0,4 0-8 16,-4 0 0-16,0 0 0 0,0 6 0 0,0-6 8 15,0 0-8-15,0 0 0 0,-3 0 0 0,3 0 0 0,0 0 0 16,0 0 0-16,-3 0 0 0,-1 0 0 0,1 0 0 0,0 0 8 16,-1 0-8-16,1 0 8 0,-1 3-8 15,-3 3 0-15,0-12 9 0,4 6-9 0,-8 0 0 0,8 0 0 16,-11 0 0-16,7-3 0 0,0 3 0 0,-7 0 9 15,7 0-9-15,0 0 0 0,-7 0 13 0,7 0-4 16,-7 0-1-16,0 0 0 0,0 0 5 0,4 0 1 16,3 0 0-16,-7 0 0 0,0 0 1 0,0 0 0 15,3-6 0-15,5 6 0 0,-8 0-15 0,0 0 9 16,7 0-9-16,0-3 8 0,-4-4-8 0,-3 7 0 16,7 0 0-16,-7 0 0 0,7-3 0 0,-7 3 0 15,7 0 0-15,-7 0 0 0,0 0 0 0,0 0 0 0,0 0 0 16,0 0 0-16,0 0 0 0,0 0 0 0,0 0 9 15,0 0-9-15,0 0 19 0,0 0-1 0,0 0 0 0,0 0 0 16,0-6 1-16,0-4 0 0,0 10 0 0,-3-9 0 16,3 0-6-16,-7 2-1 0,3 4 0 0,1-3 0 15,-1-3-1-15,1 5-1 0,3-5 0 0,-4 0 0 16,-3-7 1-16,4 10 0 0,-5-4 0 0,5 7 0 16,-4-3-11-16,0-4 10 0,0 1-10 0,3 0 10 15,-3 2-10-15,0 7 10 0,0-9-10 0,0 0 10 16,0-1-10-16,0 7 10 0,0-3-10 0,3 3 10 15,-3-4-10-15,7 7 0 0,0 0 0 0,-3-6 8 16,-1 3-8-16,4 3 0 0,0 0 0 0,0 0 0 16,0 0 0-16,0 0 0 0,0 0 0 0,0 0 0 15,0 0 0-15,0 0 0 0,0 0-12 0,0 0 12 16,0 0 0-16,0 0 0 0,0 0 0 0,0 0 0 0,0 0 0 16,0 0 0-16,7 9 0 0,-3 1 0 0,3-4 0 0,0-3 0 15,0 7-9-15,-4-4 9 0,-3-6 0 16,8 3 0-16,2 6 0 0,1 1 0 0,-4-4 0 15,3 3 0-15,-3-9 0 0,0 10 0 0,4-4 0 0,-4-3 0 16,4 7 0-16,-4-4 0 0,3-3 0 0,1 10 0 16,-4-10 0-16,0 6 0 0,0-3 0 0,0-2-8 15,0 5 8-15,0-3 0 0,-7-6 0 0,4 10-10 16,3-7 10-16,-4 3-8 0,-3-6 8 0,0 0 0 16,4 9 0-16,-1 1 8 0,-3-10-8 0,0 9 0 15,0-9 0-15,0 10-8 0,0-10 8 0,-3 6 0 16,-1-3 0-16,-3 3 0 0,4 4 0 0,-4-4 0 15,0-3 8-15,0 3-8 0,0-2 0 0,-1 2 0 0,-2-3 0 16,3 3-8-16,0-3 8 0,-4 4 0 0,1-4 0 0,-4 3 0 16,3 3 0-16,0-9 0 0,-3 10 0 0,4-4 0 15,-1-3 0-15,0 4 11 0,1-4-3 0,3-3 0 16,0 6-8-16,0-3 0 0,3 3 0 0,4-6 0 16,-3 0 0-16,3 0 0 0,0 0 0 0,0 0 0 15,0 0-12-15,0 0-5 0,0 0-1 0,0 0 0 31,0 0-103-31,0 0-21 0,7 0-4 0,3 0-586 0,1-6-116 0</inkml:trace>
  <inkml:trace contextRef="#ctx0" brushRef="#br0" timeOffset="4542.272">28385 9625 288 0,'0'0'12'0,"0"0"4"0,0 0-16 0,0 0 0 16,0 0 0-16,0 0 0 0,0 0 162 0,0 0 30 16,0 0 5-16,0 0 2 0,0 0-79 0,0 0-16 15,0 0-4-15,0 0 0 0,0 0-25 0,0 0-6 16,0 0-1-16,3 0 0 0,-3 0 0 0,0 0 0 16,0 0 0-16,11 0 0 0,-4 6-16 0,3-6-3 15,-3 3-1-15,4-3 0 0,-4 0-23 0,0 0-5 16,0 7 0-16,4-7-1 0,-1 3-2 0,1-3 0 15,-1 0 0-15,5 0 0 0,-1 0 7 0,0-3 2 0,3 3 0 16,1 0 0-16,0-7-26 0,3 7 0 0,0 0-9 16,0-3 9-16,0-3 0 0,0 6 0 0,4 0 12 0,-4 0-3 15,4-3-9-15,-4 3 0 0,0 0 0 0,1 0 0 16,-1 0 0-16,-4 0 0 0,1-7 0 0,-4 7 0 16,7 7 0-16,-7-7 13 0,0-7-3 0,-3 7-1 15,10 0-9-15,-10 0 0 0,3 0 0 0,-3 0-11 16,3 0 11-16,-4-3 0 0,4 3 0 0,-3-6 0 15,-1 6 0-15,5-6 8 0,-5 6-8 0,1-3 8 16,-1 3-8-16,4 0 11 0,-10 0-11 0,7 0 12 16,-1 0-4-16,-10 0-8 0,0 0 12 0,0 0-4 15,0 0-8-15,0 0 10 0,7 0-10 0,-7 0 10 16,0 0-10-16,0 0 0 0,7 0 0 0,-7 0 0 16,0 0 8-16,0 0-8 0,7 0 0 0,-7 0 8 15,4 0-8-15,3 0 0 0,0 0 0 0,-7 0 8 16,0 0-8-16,0 0 0 0,11 0 9 0,-11 0-9 0,7 0 0 15,-7 0 9-15,0 0-9 0,0 0 0 0,7 0 9 0,-7 0-9 16,0 0 0-16,3 0 9 0,-3 0 8 0,7-7 2 16,4 7 0-16,-11 0 0 0,0 0-19 0,0 0 0 15,3-3 0-15,-3 3 0 0,7 0 8 0,-7 0-8 16,0 0 0-16,4-6 0 0,10 6 0 0,-14 0-19 16,0 0 4-16,0 0 1 0,7 0 14 0,-7 0 16 15,4-3-3-15,-4 3-1 0,0 0-12 0,0 0 0 16,0 0 8-16,0-10-8 0,-4 4 13 0,4 6 0 0,0 0 0 15,-3-9 0-15,-4 6-3 0,-4-4-1 0,11-2 0 16,-11 9 0-16,4-6 0 0,-3-4 0 0,-1 7 0 16,1-3 0-16,-1 6-9 0,4-10 8 0,-11 1-8 0,11 3 8 15,-3 3 0-15,-1-4-8 0,4-2 12 16,-4 0-4-16,-3 9 0 0,11-10 0 0,-4 7 0 0,3-3 0 16,-6-4 6-16,6 10 1 0,4 0 0 0,0 0 0 15,0 0-15-15,0 0-10 0,-7 0 2 0,7 0 0 16,0 0 8-16,0 0 11 0,0 0-3 0,0 0 0 15,0 0-16-15,0 0-4 0,0 0-1 0,0 0 0 16,11 10 13-16,-4-10 0 0,-7 0 0 0,7 9 0 16,0-3 8-16,-4-2 4 0,11 2 0 0,-7-3 1 15,-7-3-13-15,4 6-16 0,10-3 3 0,0 4 1 16,-7-7 12-16,7 3 0 0,-3 3 0 0,3 0 0 16,0-3 0-16,0 4 0 0,0-4 0 0,-10 3 0 15,10-3 0-15,-3 3 0 0,-11-6 0 0,3 4 0 0,4 2 0 16,4-3 0-16,-4 3 0 0,-4-6 0 0,-3 0 0 0,4 10 0 15,-4-10 0-15,7 6 0 0,-7-3 0 0,0 7-9 16,0-1 9-16,0-9 0 0,-7 6 0 0,7 4 0 16,-4-7 0-16,1 3 0 0,3-6 0 0,-4 9 0 15,1 1 0-15,-1-4 0 0,-3-3 12 0,-3 7 0 16,3-4 1-16,-4-6 0 0,0 9-13 0,1 1 9 16,-1-10-9-16,4 9 8 0,-3-9-8 0,3 6 0 15,-4-2 0-15,4 5 8 0,0-9-8 0,3 6 0 16,4-6 9-16,-7 0-9 0,7 0 0 0,0 0 0 15,0 0 0-15,0 0 0 16,0 0-28-16,0 0-11 0,0 0-1 0,0 0-1 16,0 0-147-16,0 0-30 0</inkml:trace>
  <inkml:trace contextRef="#ctx0" brushRef="#br0" timeOffset="5960.602">30148 9669 288 0,'0'0'12'0,"0"0"4"0,0 0-16 0,0 0 0 0,0 0 0 0,0 0 0 16,0 0 122-16,0 0 22 0,0 0 4 0,0 0 0 15,0 0-115-15,0 0-23 0,0 0-10 0,0 0 8 16,0 0 21-16,0 0 4 0,0 0 1 0,0 0 0 15,0 0 30-15,0 0 7 0,0 0 1 0,0 0 0 16,0 0-11-16,0 0-1 0,0 0-1 0,0 0 0 16,0 0-3-16,0 0 0 0,0 0 0 0,0 0 0 15,0 0-8-15,0 0-3 0,0 0 0 0,0 0 0 16,0 0-17-16,0 0-3 0,0 0-1 0,0 0 0 16,0 0 8-16,4 0 2 0,7 0 0 0,-1 0 0 15,1-3-10-15,-1 3-1 0,1-7-1 0,-4 7 0 0,3 0-13 16,8 0-9-16,-4 0 12 0,0-6-12 15,0 3 15-15,4 3-4 0,0 0-1 0,-4 0 0 0,3-6 0 16,1 6 0-16,0 0 0 0,-4 0 0 0,0 0-10 0,0 6 0 16,7-6 0-16,-7 0 8 0,4 3-8 0,0 3 0 15,-4-6 0-15,7 7-11 0,-7-4 11 0,4-3 0 16,-1 6 8-16,-3-3-8 0,8-3 0 0,-8 0 0 16,3 0 0-16,1 0 0 0,0 0 0 0,-1-3 0 15,-3 3 0-15,4 0 0 0,0-6 0 0,-8 6 0 16,4 0 0-16,-3 0 8 0,3-10-8 0,-3 10 0 15,-1 0 0-15,-3-6 0 0,-7 6 0 0,7 0 0 16,4 0 8-16,-4 0-8 0,-7 0 0 0,7-3 0 0,-7 3 0 16,7 0 0-16,-7 0 0 0,0 0 0 0,0 0 0 15,0 0 8-15,0 0-8 0,0 0 0 0,0 0 0 0,0 0 0 16,0 0 0-16,4 0 0 0,6 0 0 0,-10 0 8 16,0 0-8-16,0 0 0 0,14 0 0 0,-14 0 0 15,0 0 0-15,0 0 0 0,11 0 0 0,-4 0 0 16,-7 0 0-16,0 0 0 0,0 0 0 0,11 0 0 15,-4 0 0-15,-7 0 0 0,0 0 0 0,0 0 0 16,10 0 0-16,-10 0 0 0,0 0 0 0,0 0 0 16,0 0 11-16,0 0-3 0,11 0 0 0,-11 0 0 15,0 0-8-15,0 0 0 0,3-6 0 0,-3 6 8 16,0 0 10-16,0 0 2 0,0 0 0 0,0 0 0 16,7 0-6-16,-7 0-1 0,0 0 0 0,0 0 0 15,0-3 14-15,0 3 2 0,-7-7 1 0,7 7 0 16,0 0-15-16,-3-9-3 0,3 9-1 0,-11-3 0 15,8-4 0-15,-4 4 0 0,0-3 0 0,-1-3 0 0,-2 2 1 16,-1 4 1-16,4-3 0 0,0 6 0 0,-3-9 5 16,6 5 1-16,-3-2 0 0,0 3 0 0,0-3-11 0,3-4-8 15,-3 4 12-15,4 3-12 0,-1-3 0 0,4 6 0 16,-7-4 0-16,7 4 0 0,-3 0 0 0,3 0 0 16,0 0 0-16,0 0 0 0,0 0 0 0,0 0 0 15,0 0 0-15,0 0 0 0,0 0 0 0,0 0 0 16,0 0 0-16,0 0 0 0,0-6 0 0,0 6 0 15,0 0 0-15,0 0 0 0,0 0 0 0,3-3 0 16,-3 3 0-16,0 0 0 0,11-6 0 0,-11 6 0 0,3 0 0 16,-3 0 0-16,11 0 0 0,3 0 0 15,-7 0 0-15,-7 0 0 0,4 0 0 0,-4 0 0 0,10 0 0 16,-10 0 0-16,11 6 0 0,-1-3 0 0,-6 3-8 16,6-2 8-16,-10-4 0 0,0 0 16 0,0 0-3 0,8 6-1 15,-1-3-12-15,-7 3 0 0,0-6 0 0,10 10 0 16,1-4 0-16,-8-3 0 0,-3-3 0 0,0 0 0 15,7 6 0-15,-3 4-16 0,3-7 3 0,-4 3 1 16,-3-6 12-16,7 3 16 0,1 4-3 0,-8-7-1 16,0 9-12-16,0-9-18 0,0 0 4 0,7 9 1 15,-4 1 13-15,-3-4 0 0,0-6 0 0,0 0 0 16,11 10 8-16,-11-7 4 0,0-3 0 0,-11 6 1 16,11 3-22-16,-10 1-5 0,10-10-1 0,-4 9 0 15,-7-9 15-15,1 10 0 0,6-4 0 0,-3-3 0 16,0 6 0-16,0-2 0 0,-3 2 8 0,3-3-8 15,3 4 12-15,-10-7 0 0,3 6-1 0,8-2 0 0,-8-4-11 16,8 3 0-16,-4-3 0 0,0 3 0 0,3-6 0 0,0 10 0 16,4-10 0-16,-10 0 0 0,6 6 0 15,-3-3-14-15,7-3 3 0,0 0 1 16,0 0-78-16,0 0-16 0,0 0-4 16,0 0-621-16,0 0-125 0</inkml:trace>
  <inkml:trace contextRef="#ctx0" brushRef="#br0" timeOffset="8087.223">26501 11161 684 0,'0'0'30'0,"0"0"6"0,0 0-28 0,0 0-8 0,0 0 0 0,0 0 0 16,0 0 69-16,0 0 13 0,0 0 2 0,0 0 1 15,-7 0-17-15,0 0-4 0,7 0-1 0,-7 0 0 16,-4 7-16-16,4-7-3 0,7 0-1 0,-7 0 0 15,0 6 1-15,7-6 0 0,0 0 0 0,0 0 0 16,-4 0 5-16,4 0 2 0,0 0 0 0,0 0 0 0,0 0-7 0,0 0-2 16,0 0 0-16,0 0 0 0,0 0 2 0,0 0 0 15,0 0 0-15,0 0 0 0,0 0-7 16,0 0-1-16,0 0 0 0,0 0 0 0,7-6-5 0,0 6-2 16,0 0 0-16,4 0 0 0,0 0-29 0,-1 0 0 15,1 0 0-15,3 9 0 0,-4-9 0 0,5 6 0 16,-1-3 0-16,0-3 0 0,0 7 0 0,4-4 14 15,-1-3-4-15,4 6-1 0,0-3-9 0,1-3 0 16,-1 0 0-16,4 0 0 0,-1 0 0 0,1 0 0 16,-4 0 12-16,4 0-4 0,-4 0-8 0,4 7 0 15,-4-7 9-15,3 3-9 0,-2-3 0 0,2 6 9 16,-2-6-9-16,-1 0 0 0,3 9 9 0,-6-9-9 16,0 0 0-16,3 7 9 0,-4-4-9 0,5 3 0 0,-5-6 0 15,1 3 0-15,3 3 0 0,-3-6 0 0,-1 4 0 16,1-4 0-16,0 0 0 0,-1 0 8 0,1 6-8 0,-4-6 0 15,7 0 8-15,-7 0-8 0,4 3 0 16,-4-3 8-16,0 0-8 0,0 0 0 0,0 0 0 0,-3 0 0 16,0-3 0-16,-1 3 8 0,1 0-8 0,-4 0 0 15,-7 0 0-15,7 0 0 0,-7 0 8 0,0 0-8 16,0 0 0-16,0 0 0 0,7 0 0 0,-7 0 8 16,0 0-8-16,0 0 0 0,7 0 9 0,-7 0-9 15,11 0 12-15,-11 0-3 0,3-6 0 0,-3 6 0 16,7 0 4-16,-7 0 1 0,7-4 0 0,-7 4 0 15,7-6-14-15,-7 6 9 0,4 0-9 0,-4 0 8 16,0 0-8-16,0 0 0 0,7-3 9 0,-7 3-9 16,0 0 0-16,7 0 0 0,-7 0 0 0,7-6 0 0,0 6 0 0,-4 0 0 15,5 0 0-15,-1-3 0 0,-4 3 0 16,4-7 0-16,-7 7 0 0,0 0 0 0,0 0 0 0,0 0 0 16,0 0 0-16,0 0 0 0,0 0 0 0,0 0 8 15,7 0-8-15,-7 0 0 0,0 0 11 0,0 0-3 16,0 0 0-16,0 0 0 0,0 0 2 0,0 0 0 15,0 0 0-15,0 0 0 0,4 0-10 0,-4 0 12 16,0 0-12-16,7-9 12 0,-7 9-12 0,3 0 0 16,-3 0 0-16,0 0 8 0,4-9 0 0,-4 9-8 15,0-7 12-15,0 7-4 0,-4-9 4 0,1 6 0 16,-1-4 0-16,1 4 0 0,-4-3 3 0,3-3 1 0,-3 9 0 16,0-10 0-16,0 4-4 0,3 6 0 0,-6-9 0 15,3-1 0-15,0 7 0 0,0-6 0 0,0 2 0 16,0 4 0-16,3-3-12 0,-3-3 8 0,4 9-8 0,-5-7 0 15,5 4 0-15,-4-3 0 0,3 3 0 0,4 3 0 16,-7-7 0-16,0 7 0 0,7 0 0 0,-7-3 0 16,4-3 0-16,3 6 0 0,0 0 0 0,0 0 0 15,-7 0 0-15,7 0 0 0,-7 0 0 0,7 0 0 16,0 0 0-16,0 0 0 0,0 0 0 0,-4-3 0 16,4 3 0-16,0 0 0 0,0 0 0 0,0 0 0 15,0 0 0-15,0 0-8 0,0 0 8 0,0 0 0 16,0 0 0-16,0 0-8 0,0 0 8 0,0 0 0 15,0 0 0-15,7 3-8 0,0 6 8 0,0-9 0 16,0 7 0-16,0-4 0 0,0 6 0 0,4-2 0 16,-4-4 0-16,0 3 0 0,0 3 0 0,0-2 0 0,4-4 0 15,-4 3 0-15,0-3 0 0,0 7 0 0,0-10 0 16,0 9 0-16,4-9 0 0,-8 6 0 0,-3-6 0 0,11 10 0 16,-4-4 0-16,3-3 0 0,-3 3 0 0,0-3 0 15,-3 4 0-15,3-4 0 0,0 3 0 0,0-3 0 16,-7-3 0-16,7 7 0 0,0-4 0 0,-7-3 0 15,0 0 0-15,4 6 0 0,-1 3 0 0,1-2 0 16,-4-7 0-16,0 0 0 0,0 0 0 0,0 3 0 16,0-3 0-16,0 9 0 0,-4 1 0 0,4-10 0 15,-3 9 0-15,-1-3 0 0,1-3 0 0,-4 4 0 16,3 2 0-16,-3-3 0 0,0-3 0 0,0 7 0 0,-4-4 0 16,1-3 0-16,3 4 0 0,0-4 0 0,-4 3 0 15,4-6 0-15,0 9 0 0,0-2 0 0,0-4 0 16,0 3 0-16,0-6 0 0,0 3 8 0,0 3-8 0,0-2 0 15,-4 5 0-15,4-3 0 0,0 4 0 0,-4-4 0 16,1-3 0-16,3 7 0 0,0-4 0 0,0 3 0 16,0-6 0-16,-1 4-16 0,1-4 1 0,4 3 1 31,3-6-33-31,-4 6-6 0,4-6-2 0,0 0 0 16,0 0-125-16,0 0-24 0,0 0-6 0</inkml:trace>
  <inkml:trace contextRef="#ctx0" brushRef="#br0" timeOffset="9571.65">28430 11230 172 0,'0'0'8'0,"0"0"1"0,0 0-9 0,0 0 0 0,0 0 0 0,-3-9 0 15,-1 9 52-15,1-6 8 0,-4 3 1 0,3 3 1 16,1 0 23-16,3 0 5 0,-7-7 1 0,3 7 0 15,-3-3-7-15,4-3-2 0,-1 6 0 0,0 0 0 16,1-3-1-16,3 3 0 0,-4-7 0 0,4 7 0 16,-3 0-3-16,3 0-1 0,-4-3 0 0,4 3 0 15,0 0-32-15,0 0-6 0,0 0-2 0,0 0 0 16,0 0-17-16,0 0-3 0,0 0-1 0,0 0 0 16,0 0-1-16,0 0-1 0,0 0 0 0,0 0 0 0,0 0 14 0,0 0 2 15,0 0 1-15,0 0 0 0,0 0 1 16,0 0 1-16,7 3 0 0,0-3 0 0,-7 0-10 0,11 7-3 15,0-4 0-15,3-3 0 0,0 6-3 0,-4-6-1 16,5 0 0-16,-1 3 0 0,0-3 3 0,3 0 0 16,-2 7 0-16,2-7 0 0,1 0-19 0,-1 0-12 15,-2 0 1-15,6 0 1 0,-4 0 10 0,1 0 0 16,3 0 0-16,0 0 8 0,-3 0-8 0,0 0 0 16,3 0 8-16,0 0-8 0,0-7 0 0,0 7 0 15,0 0 0-15,-3 0 0 0,3 0 0 0,0 0 8 16,-6 0-8-16,2 0 0 0,1 0 12 0,-8 0-1 0,4 0-1 15,-3 0 0-15,3 0-10 0,-3 7-12 0,-1-7 2 16,1 0 1-16,0 3 9 0,-8-3 12 0,8 0-2 0,-4 0-1 16,-7 0-9-16,7 0 0 0,3 0 0 15,-10 0-11-15,0 0 20 0,0 0 4 0,0 0 1 0,7 0 0 16,-7 0 2-16,0 0 0 0,0 0 0 0,7 0 0 16,-7 0-16-16,7-3 11 0,-7 3-11 0,4 0 10 15,-4 0-10-15,7-7 0 0,0 7 0 0,-7 0 0 16,0 0 0-16,0 0 0 0,7 0 0 0,-7 0 0 15,7-3 0-15,-7 3 0 0,0 0 0 0,0 0 0 16,7 0 0-16,-7 0 0 0,0 0 0 0,0 0 0 16,0 0 0-16,0 0 0 0,0 0 0 0,0 0 0 15,0 0 0-15,0 0 0 0,0 0 0 0,0 0 0 16,7 0 0-16,-7 0 0 0,0 0 0 0,0 0 0 0,0 0 0 16,7 0 8-16,0-6-8 0,-3 6 0 0,-4 0 0 15,0 0 0-15,11 0 8 0,-4-3-8 0,-7 3 0 0,0 0 0 16,0 0 0-16,7 0 0 0,-7 0 0 0,0 0 0 15,0 0 0-15,0 0 0 0,0 0 0 0,0 0 0 16,0 0 0-16,0 0 0 0,0 0-8 0,0 0 8 16,0 0 0-16,0 0 0 0,0 0 0 0,0 0 0 15,0 0 0-15,0 0 0 0,0 0 0 0,0 0 10 16,0 0-2-16,0 0-8 0,0 0 19 0,0 0-3 16,0 0-1-16,0 0 0 0,-4-7 1 0,4 7 1 15,0-9 0-15,-3 0 0 0,-1 2 4 0,1 4 1 16,-8-3 0-16,11-3 0 0,-4 5-6 0,-3-2 0 0,0-3-1 15,0 6 0-15,0-4-5 0,0-2-1 0,-3 3 0 16,6 3 0-16,-3-4-9 0,0 4 0 0,0-3 0 0,-4-4 8 16,11 10-8-16,-7-3 0 0,4-3 0 0,-1 3 0 15,-3-3 0-15,7 6 0 0,0 0 0 0,-3-7 0 16,3 4 0-16,0 3 0 0,0 0 0 0,0 0 0 16,-4-6 0-16,4 6 0 0,0 0 0 0,0 0 0 15,0 0 0-15,0 0 0 0,0 0 0 0,0 0-11 16,0 0 11-16,0 0 0 0,0 0-9 0,0 0 9 15,0 0 0-15,7 6-9 0,-7-6 9 0,11 10 0 16,-4-1-8-16,-4-9 8 0,8 9 0 0,-1-2 0 16,-10-7 0-16,4 3 0 0,10 3 0 0,-3-3 0 15,-4 4 0-15,-4-4 0 0,-3-3 0 0,14 6 0 0,-7 0 0 16,-3-3 0-16,7 4 0 0,-4-4 0 16,0 3-8-16,-7-6 8 0,7 3 0 0,-4 3 0 0,8-2 0 15,-11-4-8-15,0 0 8 0,0 0 0 0,0 0 0 0,7 9 0 16,0-3 0-16,-7-6 0 0,0 0 0 0,0 10 0 15,0-10 0-15,11 6 0 0,-11-6 8 0,3 9 6 16,-3-9 1-16,0 0 0 0,0 0-25 0,4 3-5 16,-4 7-1-16,0-10 0 0,0 0 16 0,0 9 0 15,-4-2 0-15,4-4 0 0,-3 3 0 0,3-6 0 16,0 0 0-16,-11 9 0 0,7 1 0 0,-3-4 0 16,4-3 0-16,-8 7 0 0,8-4 0 0,-4-3 0 15,7-3 10-15,-7 6-10 0,0 4 8 0,-4-10-8 16,11 9 8-16,-4-3-8 0,4-6 0 0,-7 3 0 0,0 4 8 15,0-4-8-15,4 3 0 0,-4-3 0 0,3-3 9 0,-3 7-9 16,7-7 0-16,-3 3-8 0,3-3 0 16,-11 6 0-1,11-6-38-15,-7 6-7 0,3-3-2 0,1-3 0 16,-8 7-137-16,11-7-27 0,0 3-5 0</inkml:trace>
  <inkml:trace contextRef="#ctx0" brushRef="#br0" timeOffset="11137.925">30159 11246 115 0,'0'0'10'0,"0"0"-10"0,0 0 0 0,0 0 0 16,0 0 120-16,0 0 21 0,0 0 5 0,0 0 1 15,0 0-111-15,0 0-21 0,-7-6-5 0,7 6-1 16,0 0 41-16,0 0 8 0,0-3 2 0,0 3 0 16,0 0 11-16,0 0 2 0,0 0 1 0,0 0 0 15,0 0 15-15,0 0 3 0,0 0 1 0,0 0 0 16,0 0-7-16,0 0-2 0,0 0 0 0,0 0 0 0,0 0-48 15,0 0-11-15,0 0-1 0,0 0-1 0,0 0 14 0,11-7 3 16,-4 7 1-16,3 0 0 0,-3 0-29 0,4 0-12 16,-1 0 8-16,1 0-8 0,3 0 21 0,0 0-1 15,-3 0 0-15,3 0 0 0,4 0-4 0,-1 0-2 16,4 0 0-16,-7 0 0 0,4-3-6 0,3 3-8 16,-10 0 11-16,10 0-11 0,-7 0 8 0,7-6-8 15,-7 12 0-15,4-6 0 0,0 0 19 0,-4 0 0 16,7 0 0-16,-7 0 0 0,0 3-28 0,-3-3-6 15,6 0-1-15,-3 0 0 0,1 0 16 0,-5 0 0 16,4 0 0-16,-3 0 0 0,3-3 13 0,-3 3-4 0,-4 0-1 16,0 0 0-16,3-6-8 0,4 6 0 15,-7 0 9-15,-3 0-9 0,10-6 0 0,-7 6 0 0,-3-3 0 0,6 3 0 16,-10 0 0-16,7 0 0 0,0 0 0 0,4 0 0 16,-4 0 0-16,0 0 0 0,4 0 0 0,-11 0 0 15,0 0 0-15,0 0 0 0,10 0 0 0,1 0 0 16,-11 0 0-16,0 0 0 0,0 0 0 0,3 0 8 15,-3 0-8-15,0 0 0 0,0 0 0 0,11 0 0 16,-11 0 0-16,14 0 0 0,-14 0 0 0,7 0 0 16,-7 0 0-16,11 3 0 0,-11-3 0 0,0 0 0 15,0 0 0-15,3 0 0 0,11 0 0 0,-14 0 0 16,0 0 0-16,0 0 0 0,0 0 0 0,0 0 0 16,7 6 0-16,-7-6 0 0,0 0 0 0,0 0 0 15,0 0 0-15,0 0 0 0,0 0 0 0,0 0 8 0,0 0-8 16,0 0 8-16,0 0-8 0,0 0 8 0,0 0-8 15,0 0 0-15,4 0 0 0,6 0 0 0,-10 0 0 0,0 0 0 16,0 0 0-16,0 0 0 0,0 0 8 16,0 0 1-16,0 0 0 0,0 0 0 0,8 0 3 0,-8 0 1 15,0 0 0-15,0 0 0 0,0 0-5 0,0 0-8 16,0 0 11-16,0 0-11 0,0 0 8 0,0 0-8 16,0 0 0-16,0 0 0 0,0 0 0 0,0 0 0 15,0 0 0-15,-8-9 0 0,5 2 0 0,-4 4 15 16,3-3-3-16,-3-4-1 0,4 7-2 0,-8-3 0 15,8 3 0-15,-8-3 0 0,4-1-9 0,-7 4 12 16,3-3-12-16,4-3 12 0,-3 9 4 0,-1-4 2 0,4-2 0 16,0 6 0-16,-4-3-18 0,4-3 10 0,4 3-10 15,3 3 8-15,0 0-8 0,-11-7 10 0,11 7-10 0,0 0 10 16,0 0-10-16,0 0 0 0,-10-9 0 0,10 9 0 16,0 0 0-16,0 0 0 0,0 0 0 0,0 0 0 15,0 0 0-15,0 0 0 0,0-6 0 0,0 6 0 16,0 0 0-16,0 0 0 0,0 0 0 0,0 0 0 15,0 0-10-15,0 0 10 0,0 0 0 0,0 0-9 16,0 0 9-16,0 0 0 0,0 0 0 0,0 0 0 16,0 6 0-16,0-6 0 0,0 0 0 0,0 0 0 15,10 9 0-15,-3 1 0 0,-7-10 0 0,7 6 0 16,0-3 0-16,-3 3 0 0,-4-6 0 0,14 4 0 16,-7-4 0-16,-3 9 0 0,6-9 0 0,1 0 0 15,-8 6 0-15,8-6 0 0,-1 0 0 0,-2 3 0 16,-1 4 0-16,3-7 0 0,-10 0 0 0,11 6 0 0,-1-3 0 15,-10-3 0-15,0 0 0 0,4 0 0 0,-4 0 0 0,0 0 0 16,0 0 0-16,0 0 0 0,0 0 0 0,0 0 0 16,0 0 0-16,0 0 0 0,0 0 0 0,0 0 0 15,14 9 0-15,-14-9 8 0,0 0-8 0,0 0 0 16,7 0 0-16,-3 7 0 0,-4-7 0 0,0 0 0 16,0 0 0-16,0 0-8 0,10 3 8 0,-10-3 0 15,0 0 0-15,0 0 0 0,0 9 0 0,0-9 0 16,0 0 0-16,0 7 8 0,0 2-8 0,0 0 0 15,-10-2 0-15,10-4-8 0,-4 6 8 0,-3-3 8 16,3-2-8-16,-6 5 11 0,10-3-3 0,-11-3-8 0,11 4 12 16,-3-1-4-16,-8-3-8 0,11 6 12 0,-10-9-12 15,6 10 12-15,-3-10-12 0,3 6 0 0,-6-3 9 0,6 4-9 16,-3-7 0-16,4 3 9 0,-8 3-9 0,11-6 0 16,-10 6 8-16,6-3-8 0,-3-3 0 0,0 0 0 15,-4 7-9-15,1-7-6 0,-1 3-1 0,1-3 0 31,-1 6-134-31,-3-6-27 0,3 3-6 0,-3-3-778 0</inkml:trace>
  <inkml:trace contextRef="#ctx0" brushRef="#br0" timeOffset="12954.384">26480 12695 172 0,'0'0'16'0,"0"0"-16"0,0 0 0 0,0 0 0 16,0 0 139-16,0 0 25 0,0 0 4 0,0 0 2 15,0 0-75-15,0 0-15 0,0 0-4 0,0 0 0 16,0 0-24-16,0 0-4 0,7-10-2 0,-7 10 0 15,0 0 21-15,0 0 4 0,0 0 1 0,0 0 0 16,0 0 2-16,0 0 1 0,0 0 0 0,0 0 0 16,0 0-14-16,0 0-2 0,0 0-1 0,0 0 0 15,0 0-17-15,0 0-3 0,0 0-1 0,0 0 0 16,0 0-13-16,0 0-2 0,0 0-1 0,0 0 0 16,0 0-12-16,0 0-9 0,0 0 12 0,0 0-12 15,0 0 11-15,0 0-11 0,10 0 10 0,1 0-10 16,-1 0 15-16,1 7-3 0,3-7-1 0,0 0 0 15,7 3 5-15,-10-3 0 0,-1 0 1 0,5 6 0 16,2-6-5-16,-3 3-2 0,7-3 0 0,-3 10 0 16,3-10-10-16,0 6 10 0,1-6-10 0,-1 9 10 0,3-9-10 15,-2 7 0-15,2-7 0 0,1 0 0 0,0 0 0 16,-4 0 8-16,4-7-8 0,6 7 0 0,-2 0 8 0,2 0-8 16,-6-6 0-16,3 6 8 0,0 0-8 0,4 0 0 15,-4 0 0-15,1 0 0 0,-1 0 0 0,-3 0 0 16,-1 6 0-16,1-6-11 0,-4 0 11 0,0 7 14 15,-3-4-3-15,-4-3-1 0,0 0 10 0,0 0 1 16,0 0 1-16,-3 0 0 0,0 0-22 0,-1 0 0 16,-3 0 0-16,4 0-8 0,-4 0 8 0,-4-3 0 15,-3 3 8-15,0 0-8 0,11-7 11 0,-11 7-3 16,3 0 0-16,-3 0 0 0,0 0-8 0,0 0 8 0,0 0-8 16,0 0 8-16,0 0 0 0,0 0 0 0,0 0 0 15,0 0 0-15,8 0-8 0,-8 0 0 0,0 0 0 0,0 0 0 16,0 0 0-16,0 0 0 0,3-6-10 0,4 3 10 15,-3 3 0-15,-4 0 0 0,0 0 0 0,0 0 10 16,7 0-10-16,-7 0 0 0,7-6 0 0,-4 6 0 16,-3 0 0-16,7-4 8 0,0-2-8 0,0 6 8 15,-7 0-8-15,7-3 0 0,1-3 0 0,-1 6 0 16,-4-3 0-16,-3 3 0 0,11 0 0 0,-4-7 8 16,-7 7-8-16,0 0 0 0,0 0 0 0,0 0-11 15,3 0 11-15,-3 0 0 0,0 0 0 0,0 0 0 16,0 0 0-16,0 0 9 0,0 0-1 0,0 0-8 15,0 0 35-15,0 0 0 0,0 0 0 0,-3-9 0 0,3 6-35 16,0 3 0-16,0 0 0 0,-4-6 0 0,1-4 14 16,3 10-1-16,0 0 0 0,0-6 0 0,-4 3-4 15,4-7-1-15,-7 4 0 0,4-3 0 0,-1-1-8 16,1 1 8-16,-1 3-8 0,-3 2 8 0,3-2-8 0,1-3 0 16,-4 6 0-16,3-4 0 0,-3-2 0 0,4 6 0 15,3 3 0-15,-7-6 0 0,3 6 0 0,4 0 0 16,0 0 0-16,0 0 0 0,0 0 0 0,0 0 0 15,-3-10 0-15,3 10 0 0,0 0 0 0,0 0 0 16,0 0 0-16,0 0 0 0,0 0 0 0,0 0 0 16,0 0 0-16,0 0 0 0,0 0 0 0,0 0 0 15,0 0 0-15,0 0-11 0,0 0 11 0,3 10 0 0,8-4 0 16,-11-6 0-16,7 3 0 0,-7-3 0 16,7 9 0-16,0-2 0 0,-4-4 0 0,-3-3 0 0,0 0-9 15,11 9 9-15,-11-9 0 0,7 6 0 0,-7-6 0 0,0 0 0 16,4 4 0-16,-4-4 0 0,7 9 0 0,-7-9 0 15,0 0 0-15,7 6 0 0,0 4 0 0,-7-10 0 16,0 0 0-16,7 6 0 0,3-3 0 0,-3 6 0 16,-7-9 0-16,8 7 0 0,-8-7 0 0,7 3 0 15,0 3 0-15,-7-6 0 0,0 0 0 0,7 3 0 16,0 4 0-16,-7-7 0 0,0 0 0 0,0 0 0 16,0 0 0-16,0 0 0 0,0 0 0 0,0 0 0 15,0 0 0-15,0 0 0 0,0 0 0 0,0 0 0 16,0 0 0-16,0 0 0 0,3 6 0 0,1 3 0 15,-4-9 0-15,0 0 0 0,0 3 0 0,0-3 0 0,0 0 0 16,-4 10 0-16,4-10 0 0,0 0 0 16,0 0 0-16,0 9 0 0,0-9 0 0,-3 10 0 0,-4-4 0 15,7-6 0-15,-4 3 0 0,-3 10 0 0,0-10 8 16,0 6-8-16,0-3 8 0,0-2-8 0,-4 5 12 0,4-3-4 16,4 4 0-16,-4-1 0 0,0-3-8 0,-4-3 0 15,7 7 0-15,-3-4 0 0,-3-3 0 0,6 7 0 16,-3-4 0-16,4-6 0 0,-1 9 0 0,4-9 0 15,0 0 0-15,-7 7 0 0,4-4 0 0,3-3 0 16,0 0 0-16,0 0 0 0,-4 0-8 0,4 0-4 16,0 0-1-16,0 0 0 15,0 0-88-15,0 0-18 0,0 0-3 0,0 0-1 16,0 0-85-16,0 0-18 0,0 0-3 0,0 0-1 0</inkml:trace>
  <inkml:trace contextRef="#ctx0" brushRef="#br0" timeOffset="14529.127">26441 14181 518 0,'0'0'46'0,"0"0"-37"16,0 0-9-16,0 0 0 0,0 0 158 0,0 0 30 16,0 0 5-16,0 0 2 0,0 0-156 0,0 0-31 15,0 0-8-15,0 0 0 0,0 0 0 0,0 0 0 16,3 3 0-16,-3-3 0 0,7 7 33 0,-3-4 6 15,3-3 1-15,3 6 0 0,1-3 18 0,0-3 4 16,-1 0 1-16,1 6 0 0,3-6-32 0,4 4-7 16,-1-4 0-16,-3 0-1 0,-3 0 14 0,7 6 3 15,-1-12 1-15,1 6 0 0,-1 6 13 0,8-6 2 16,0-6 1-16,-4 6 0 0,4 0-36 0,-4-4-7 16,0-2-2-16,4 6 0 0,-1 0-12 0,1 0 0 15,0-3 8-15,-1-3-8 0,5 6 0 0,-5 0 8 0,5-3-8 16,-1-4 0-16,0 7 8 0,0 0-8 0,-3 0 0 15,3 0 9-15,0 0-9 0,1 0 0 0,-1 0 0 16,-3-3 0-16,-1 3 0 0,1-6 12 0,-4 6-12 0,-3 0 12 16,-1 0 20-16,-2 0 5 0,2-6 1 0,-6 2 0 15,3 4-21-15,-7 0-4 0,3-6-1 0,1 6 0 16,-4 0-3-16,0 0-1 0,0-3 0 0,0 3 0 16,0-6-8-16,-7 6 0 0,0 0 0 0,7 0 8 15,-7 0-8-15,7 0 0 0,1 0 0 0,-8 0 0 16,0 0 0-16,0 0 12 0,3 0-12 0,-3 0 12 15,0 0-12-15,0 0 0 0,0 0-12 0,7 6 12 16,-7-6 0-16,7 3 8 0,-7-3 2 0,7 0 0 16,0 0 18-16,-7 0 3 0,0 0 1 0,7 0 0 15,-7 0-32-15,0 0 0 0,7-3 0 0,-7 3 0 0,0 0 0 16,0 0 0-16,7 0 0 0,4 0 0 0,-11 0 0 16,0 0 0-16,0 0 0 0,0 0 0 0,0-6 0 0,0 6 0 15,0 0 0-15,7 0 0 0,-3 0 16 0,-4 0-4 16,0 0 0-16,0 0 0 0,0 0 0 0,0-3-1 15,-4-4 0-15,1 7 0 0,-1-9 8 0,4 9 1 16,-4-3 1-16,1-3 0 0,-1-1-1 0,1 4 0 16,3 3 0-16,-4-9 0 0,1 2-20 0,-1 4 0 15,1-3 0-15,-4 3 0 0,3-3 11 0,4-4-3 16,0 10 0-16,0 0 0 0,-7-3-8 0,4-3 0 16,3 6 0-16,-4 0 0 0,1-10 0 0,-1 10 8 0,1-6-8 15,-5 6 8-15,8 0-8 0,0 0 0 0,-3-3 0 16,3 3 0-16,-7-6 0 0,7 6 0 0,-4 0 0 15,-3-3 0-15,4-4 8 0,3 7-8 0,0 0 12 16,-4-3-4-16,-3-3-8 0,7 6 0 0,-3-3 0 0,3 3 0 16,-4-6 10-16,4 6-10 0,-7 0 12 0,7 0-12 15,0 0 0-15,0 0 0 0,0 0 0 0,0 0 0 16,0 0 0-16,0 0 0 0,0 0 0 0,0 0 0 16,0 0 0-16,0 0 0 0,0 0 0 0,0 0 0 15,0 0 0-15,0 0 0 0,0 0 0 0,0 0 0 16,0 0 0-16,0 0-9 0,0 0 9 0,0 0 0 15,11 0 0-15,-4 0 0 0,-7 0 0 0,7 9 0 16,0-9 0-16,0 9 0 0,3-9 0 0,-2 7 0 16,-8-7 0-16,10 3 0 0,-3-3 0 0,0 6 0 15,-7-6 0-15,11 3 0 0,-4 3 0 0,0-6 0 16,-7 0 0-16,7 4 8 0,-7-4-8 0,7 6 8 0,0 0-8 16,-7-6 0-16,0 0 0 0,0 0 0 0,7 3 0 0,-7-3-8 15,7 10 8-15,-7-10 0 0,0 0 0 0,0 0-8 16,7 6 8-16,-7-6 0 0,0 9 0 0,0-9 0 15,4 3 0-15,-4-3 0 0,0 0 0 0,0 10 0 16,-4-4 0-16,4-6 0 0,0 0 0 0,-3 10 0 16,-4-1 0-16,0-3 0 0,3-3 0 0,-3 7 0 15,0-4 0-15,0 3 8 0,0-5-8 0,0 8 0 16,-4-9 0-16,4 7 0 0,-3-4 0 0,3-3 0 16,-1 3 0-16,1-2 8 0,0 2-8 0,0 3 0 15,0-9 0-15,0 10 0 0,7-10-8 0,0 0 8 0,-3 6-8 16,3-6 8-1,0 0-53-15,0 0-6 0,0 0-1 0,0 0 0 16,0 0-99-16,0 0-20 0,0 0-4 0,10 3-777 0</inkml:trace>
  <inkml:trace contextRef="#ctx0" brushRef="#br0" timeOffset="15973.281">28533 14175 403 0,'0'0'36'0,"0"0"-36"0,0 0 0 0,0 0 0 16,0 0 137-16,0 0 21 0,-4-6 4 0,4 6 1 15,0 0-54-15,0 0-10 0,-10-4-3 0,10 4 0 16,0 0-38-16,0 0-8 0,-4-6-2 0,4 6 0 16,0 0-17-16,0 0-4 0,0 0-1 0,-7 0 0 15,7 0 22-15,0 0 4 0,0 0 0 0,0 0 1 16,0 0-5-16,-7-3-2 0,7 3 0 0,0 0 0 15,0 0-15-15,0 0-3 0,0 0-1 0,0 0 0 16,0 0-19-16,0 0-8 0,0 0 8 0,0 0-8 16,0 0 16-16,0 0-3 0,0 0 0 0,0 0 0 15,0 0 21-15,0 0 4 0,0 0 1 0,0 0 0 16,7 0-31-16,4 0-8 0,-4 0 0 0,3 0 0 16,1-6 0-16,-1 6 0 0,4 6 0 0,-6-6 8 15,13 0-8-15,-7 0 0 0,0-6 8 0,4 6-8 0,-1 0 0 16,1 0 0-16,-1 0 0 0,8 6 0 0,-4-6 9 15,-7 0-9-15,11 0 12 0,0 0-12 0,-4 0 0 0,0 3 0 16,0-3 0-16,1 0 0 0,-5 0 0 0,1 0 0 16,3 0 0-16,-7 6 0 0,0-6 0 0,4 0 0 15,-4 0 0-15,0 4-12 0,4 2 12 0,-4-6 0 16,0 0 12-16,0 0-12 0,-3 0 8 0,3 6-8 16,-4-6 0-16,4 0 0 0,-3 3 0 0,3-3 0 15,0-3 0-15,-7 3 0 0,7-6 13 0,-3 6-1 16,-4 0 0-16,4 0 0 0,-4 0 4 0,3 0 0 15,-3 0 0-15,0-6 0 0,-7 6-8 0,0 0 0 16,0 0-8-16,11 0 12 0,-11 0-12 0,11-4 8 0,-11 4-8 16,0 0 0-16,0 0 17 0,0 0-2 0,7 0-1 15,-7 0 0-15,0 0-14 0,0 0 0 0,10 0 0 0,-10 0 0 16,7 0 0-16,-7 0-12 0,0 0 12 0,0 0-13 16,0 0 13-16,0 0 10 0,0 0-2 0,0 0 0 15,11 0-8-15,-11 0 0 0,0 0-12 0,3-6 12 16,4 6 0-16,-7 0 0 0,0 0 0 0,0 0 0 15,0 0 0-15,0 0 0 0,4 0 0 0,-4 0 0 16,0 0 0-16,0 0 0 0,10 0 8 0,-10 0-8 16,0 0 0-16,0 0 12 0,0 0-12 0,0 0 12 15,0 0 12-15,0 0 2 0,0 0 1 0,4-3 0 16,0 3 4-16,-4 0 1 0,0-9 0 0,0 9 0 16,0 0-32-16,0-7 0 0,-4-2 0 0,4 9 0 0,0 0 0 0,-7-9 0 15,0-1 0-15,7 4-10 0,-7-4 10 0,0 7 8 16,-4-3-8-16,8-3 11 0,-4 9-11 15,0-10 0-15,0 7 0 0,-4-3-11 0,7 0 11 0,-3 2 0 16,-7 4 8-16,14-6-8 0,-7 6 0 0,7 0 0 16,-3-3 0-16,3 3 0 0,-7-6 0 0,3 6 0 15,4 0 0-15,0 0 0 0,-3-3 0 0,3 3 0 16,0 0 0-16,0 0 0 0,0 0 0 0,0 0 0 16,3-7 0-16,-3 7 0 0,4-3 0 0,-4 3 9 15,0 0-9-15,0 0 0 0,7 0 0 0,-7 0 0 16,0 0 0-16,0 0 0 0,10 3-12 0,-10-3 12 15,11 0-13-15,-4 7 5 0,-7-7 8 0,7 3 0 0,-7-3 0 16,7 9-8-16,0-3 8 0,0-6 0 0,0 10-9 16,-7-10 9-16,0 0 0 0,0 0 0 0,0 0 0 0,7 0 0 15,4 9 0-15,-8-2 15 0,-3-7-3 0,0 0 0 16,11 3-12-16,-1-3 0 0,-10 0 0 0,0 0 0 16,8 6 0-16,-8-6 0 0,0 0 0 0,0 0 0 15,0 0 0-15,0 0 0 0,0 0 0 0,0 0 0 16,0 0 0-16,0 0 0 0,0 0 0 0,0 0 0 15,0 0 0-15,0 0 0 0,0 0 0 0,0 0 0 16,0 0 0-16,0 9 0 0,0-9 0 0,0 0 0 16,0 0 0-16,0 10 0 0,0-10 0 0,0 0 0 15,0 0 0-15,0 0 0 0,-4 3 0 0,0 6 0 16,4-9 0-16,0 13 0 0,-3-10 0 0,3 6 0 16,0-9 0-16,-7 10 0 0,7-1 0 0,-4-3 0 0,1 4 0 15,3-10 0-15,0 0 0 0,0 0 0 0,-4 9 0 16,4 7 0-16,0-7 0 0,-3 1 0 0,-8-1 0 15,4 1 0-15,0 5 0 0,0-5 0 0,-7-7 0 0,10 6 0 16,-3-2 0-16,-7 2 0 0,11 0 0 0,-4-9 0 16,3 10 0-16,-3-4 0 0,0-3 0 15,7-3 0-15,0 0 0 0,0 0 0 16,0 0-22-16,0 0-7 0,0 0-2 0,0 0 0 16,0 0-91-16,0 0-18 0,0 0-4 0,0 0-870 0</inkml:trace>
  <inkml:trace contextRef="#ctx0" brushRef="#br0" timeOffset="17508.917">30163 14184 403 0,'0'0'36'0,"0"0"-36"15,0 0 0-15,0 0 0 0,0 0 131 0,0 0 19 16,0 0 4-16,0 0 1 0,0 0-86 0,0 0-17 0,-4 0-3 0,-3 0-1 16,7 0-35-16,0 0-13 0,0 0 9 0,0 0-9 15,-4 0 21-15,4 0-1 0,0 0 0 16,0 0 0-16,0 0 32 0,0 0 7 0,0 0 1 0,0 0 0 16,0 0-20-16,0 0-3 0,0 0-1 0,0 0 0 15,4 0 0-15,7 0 0 0,-4 0 0 0,0 0 0 16,3 7 0-16,-3-4 0 0,-3-3 0 0,10 0 0 15,-4 0-16-15,1 0-3 0,3 6-1 0,0-6 0 16,-3 3 20-16,-1-3 3 0,15 0 1 0,-7 6 0 16,-1-6-40-16,5 0 0 0,-5 0-14 0,4 0 4 15,4-6 10-15,0 6 12 0,-1-3-2 0,-2 3-1 16,2-6-9-16,-2 6 0 0,-1 0 0 0,-4-3-11 16,8-4 19-16,-7 7 3 0,-1 0 1 0,-3-3 0 15,8-3-12-15,-8 6 0 0,-4 0 0 0,4 0 0 16,-3 0 0-16,7-6 8 0,-11 6-8 0,10-4 8 0,-10 4 0 15,4 0-8-15,0 4 12 0,-4-4-4 0,0 0-8 16,3 0 10-16,-10 0-10 0,7 0 10 0,0 6-10 16,-7-6 8-16,0 0-8 0,11 0 8 0,-4 0-8 15,-7 0 0-15,7 0 0 0,-7 0 0 0,0 0 0 0,0 0 0 16,7 0 0-16,-7 0 0 0,0 0 8 0,0 0-8 16,0 0 8-16,4 0-8 0,-4 0 22 0,0 0-1 15,0 0 0-15,10 0 0 0,-10 0-10 0,0 0-3 16,0 0 0-16,0 0 0 0,11 0 0 0,-11 0 0 15,3 0 0-15,-3 0 0 0,0 0-8 0,0 0-11 16,11-6 3-16,-11 6 0 0,0 0 8 0,7 0 11 16,0 0-3-16,-7 0 0 0,0 0-8 0,0 0-14 0,0 0 3 15,0 0 1-15,4 6 10 0,-4-6 0 0,0 0 8 0,0 0-8 16,0 0 11-16,0 0-3 0,0 0 0 0,0 0 0 16,0 0-8-16,7 0-14 0,-7 0 3 0,0 0 1 15,0 0 10-15,7 0 12 0,-4 0-2 0,-3 0-1 16,0 0-9-16,0 0 0 0,0 0 0 0,0 0 0 15,0 0 0-15,0 0-14 0,0 0 5 0,0 0 1 16,0 0 8-16,0 0 12 0,0 0-2 0,0 0-1 16,0 0-9-16,0 0 0 0,0 0 0 0,0 0 0 15,0 0 11-15,0 0 0 0,0-10 0 0,-3 10 0 16,-4-6 3-16,3 3 1 0,1-3 0 0,-1 3 0 16,0-4 3-16,-6-2 1 0,10 6 0 0,-11-3 0 15,8-4 6-15,-8 1 2 0,1 2 0 0,6 4 0 0,-7-6 1 16,1 0 1-16,-4 2 0 0,3-2 0 15,1-1-7-15,-4 4-2 0,3-3 0 0,-3 6 0 0,0-4-9 16,3 4-3-16,1-3 0 0,-1 3 0 0,0-3-8 16,4 6 0-16,7 0-10 0,0 0 10 0,-7-10 0 0,7 10 0 15,0 0 0-15,0 0 10 0,-3 0-10 0,3 0 0 16,0 0 0-16,0 0-11 0,0 0 11 0,0 0-8 16,0 0 8-16,0 0-8 0,0 0 8 0,0 0 0 15,0 0 0-15,0 0 8 0,0 0-8 0,10 0-10 16,-3 0 10-16,4 0-13 0,-11 0 13 0,7 0 0 15,4 3 0-15,-4 4 0 0,3-1-10 0,1-3 1 16,-8 3 0-16,8-3 0 0,7 4 9 0,-11-4 0 16,3 6-9-16,4-9 9 0,-3 6 0 0,-1-2 0 0,-2 2 0 15,-1 0 0-15,3-3 0 0,4-3 0 0,-14 0 0 16,7 10 8-16,-7-10-8 0,11 0 0 0,3 6 0 0,-3-3 0 16,-8 3 0-16,8-3 0 0,-8-3 0 0,8 7 0 15,-4-7 0-15,-7 0 0 0,0 0 0 0,7 3 0 16,0 3 0-16,-7-6 0 0,0 0 0 0,4 3 0 15,6 4 0-15,-10-7 0 0,0 0 0 0,0 0 0 16,0 0 12-16,0 0 0 0,0 0 0 0,0 0 0 16,0 0-12-16,0 0 0 0,0 0 0 0,0 0 0 15,0 0 0-15,0 0-17 0,0 0 4 0,0 0 1 16,0 0 12-16,0 9 0 0,0-9 0 0,0 0 0 16,0 6 0-16,0-6 0 0,0 0 0 0,0 10 0 15,0-10 0-15,-3 3 16 0,-4 6-3 0,3-3-1 16,0 4-4-16,-3-4 0 0,-3-3-8 0,6 7 12 15,-3-4 0-15,4 3 0 0,-8-5 0 0,8 2 0 0,-8 3-12 16,0 1 11-16,1-1-11 0,-1-3 10 0,4 4-10 16,0-1 0-16,-7-6 0 0,3 4 0 0,1 2 8 0,-1 0 0 15,8-2 0-15,-8-4 0 0,1 6-8 0,-1-3 0 16,-3-2 0-16,3 2 0 0,8 3 0 0,-8-6 0 16,1 4 0-16,3 2 0 0,-4-3-22 0,0-3 0 15,4 4 0-15,-7-4 0 16,11 3-86-16,-4-3-16 0,0 4-4 0,0 2-964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BBF5E2F-2EA4-4BED-BDB7-3263066D10D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1C2587-C0BF-41B9-B0FA-D76263C040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4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0A1846-15C1-4F35-AD6E-2FC96FAC81C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7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12/7/2018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03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93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71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30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56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20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754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0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746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27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56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6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2E69E-88D6-C045-B1B8-1B993219FB25}" type="datetimeFigureOut">
              <a:rPr lang="en-US" smtClean="0"/>
              <a:pPr/>
              <a:t>12/7/2018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690DF-0A96-0943-82CE-37B0947B2A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6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6627" y="1783959"/>
            <a:ext cx="5170390" cy="3663172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122</a:t>
            </a:r>
            <a:br>
              <a:rPr lang="en-US" dirty="0"/>
            </a:br>
            <a:r>
              <a:rPr lang="en-US" dirty="0"/>
              <a:t>Spanning Trees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close up of a logo&#10;&#10;Description generated with high confidence">
            <a:extLst>
              <a:ext uri="{FF2B5EF4-FFF2-40B4-BE49-F238E27FC236}">
                <a16:creationId xmlns:a16="http://schemas.microsoft.com/office/drawing/2014/main" id="{AA5B363E-1D9B-4292-9FD3-93365CFB6C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7" r="2352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1446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434-B8FC-4B22-9345-A8380DB6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2202900" cy="627812"/>
          </a:xfrm>
        </p:spPr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9867-BE83-44DA-B527-679E24DC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9"/>
            <a:ext cx="4070949" cy="833428"/>
          </a:xfrm>
        </p:spPr>
        <p:txBody>
          <a:bodyPr/>
          <a:lstStyle/>
          <a:p>
            <a:r>
              <a:rPr lang="en-US" dirty="0"/>
              <a:t>Graph Connectivity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Search algorithms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Search complexity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F4B25A-A567-4CE2-A621-7C68BB2B8189}"/>
              </a:ext>
            </a:extLst>
          </p:cNvPr>
          <p:cNvSpPr txBox="1">
            <a:spLocks/>
          </p:cNvSpPr>
          <p:nvPr/>
        </p:nvSpPr>
        <p:spPr>
          <a:xfrm>
            <a:off x="4302940" y="1119019"/>
            <a:ext cx="4474151" cy="398386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Trees within Graphs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Spanning Trees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Minimum Spanning Trees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025396-6B6F-46DD-A41C-5D58674A98DF}"/>
              </a:ext>
            </a:extLst>
          </p:cNvPr>
          <p:cNvSpPr txBox="1">
            <a:spLocks/>
          </p:cNvSpPr>
          <p:nvPr/>
        </p:nvSpPr>
        <p:spPr>
          <a:xfrm>
            <a:off x="4302940" y="367131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Today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69671F-21BA-48F3-8FD7-BE71F9C8388F}"/>
              </a:ext>
            </a:extLst>
          </p:cNvPr>
          <p:cNvSpPr txBox="1">
            <a:spLocks/>
          </p:cNvSpPr>
          <p:nvPr/>
        </p:nvSpPr>
        <p:spPr>
          <a:xfrm>
            <a:off x="8632192" y="367133"/>
            <a:ext cx="2202900" cy="6278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90B3AC-390D-4FC5-8614-BCEA0743B65E}"/>
              </a:ext>
            </a:extLst>
          </p:cNvPr>
          <p:cNvSpPr txBox="1">
            <a:spLocks/>
          </p:cNvSpPr>
          <p:nvPr/>
        </p:nvSpPr>
        <p:spPr>
          <a:xfrm>
            <a:off x="8632192" y="1113180"/>
            <a:ext cx="3366050" cy="13371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Trees within Graphs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More efficient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1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DA7A-5F55-44F2-A7DC-11231D80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Representation: Matrix vs. List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3B7681-3F4D-49CE-A23F-CA72A14ED23D}"/>
              </a:ext>
            </a:extLst>
          </p:cNvPr>
          <p:cNvSpPr/>
          <p:nvPr/>
        </p:nvSpPr>
        <p:spPr>
          <a:xfrm>
            <a:off x="626941" y="289709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504561-419A-4232-B2AD-B0C48588930C}"/>
              </a:ext>
            </a:extLst>
          </p:cNvPr>
          <p:cNvSpPr/>
          <p:nvPr/>
        </p:nvSpPr>
        <p:spPr>
          <a:xfrm>
            <a:off x="2360139" y="289709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38FE5B-C109-4AF3-A987-3270B3EC2066}"/>
              </a:ext>
            </a:extLst>
          </p:cNvPr>
          <p:cNvSpPr/>
          <p:nvPr/>
        </p:nvSpPr>
        <p:spPr>
          <a:xfrm>
            <a:off x="1502889" y="39448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B88D5EE-8F27-4CC5-AE8F-37C68B04619C}"/>
              </a:ext>
            </a:extLst>
          </p:cNvPr>
          <p:cNvSpPr/>
          <p:nvPr/>
        </p:nvSpPr>
        <p:spPr>
          <a:xfrm>
            <a:off x="626941" y="490729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4AB685A-2194-424D-8AFF-FB3F48CF19DE}"/>
              </a:ext>
            </a:extLst>
          </p:cNvPr>
          <p:cNvSpPr/>
          <p:nvPr/>
        </p:nvSpPr>
        <p:spPr>
          <a:xfrm>
            <a:off x="2360139" y="490729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8F2B00-1C84-4F7F-9CD9-80B1C35C721F}"/>
              </a:ext>
            </a:extLst>
          </p:cNvPr>
          <p:cNvCxnSpPr>
            <a:stCxn id="15" idx="5"/>
            <a:endCxn id="18" idx="1"/>
          </p:cNvCxnSpPr>
          <p:nvPr/>
        </p:nvCxnSpPr>
        <p:spPr>
          <a:xfrm>
            <a:off x="1017186" y="3287341"/>
            <a:ext cx="552658" cy="7244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F517EE6-2CAC-41A4-9B8D-05C456E50149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>
            <a:off x="855541" y="3354296"/>
            <a:ext cx="0" cy="15529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B180C7-C21A-40D9-8842-BE3C679A2E03}"/>
              </a:ext>
            </a:extLst>
          </p:cNvPr>
          <p:cNvCxnSpPr>
            <a:cxnSpLocks/>
            <a:stCxn id="19" idx="7"/>
            <a:endCxn id="18" idx="3"/>
          </p:cNvCxnSpPr>
          <p:nvPr/>
        </p:nvCxnSpPr>
        <p:spPr>
          <a:xfrm flipV="1">
            <a:off x="1017186" y="4335091"/>
            <a:ext cx="552658" cy="6391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9A2EDC-B28D-49B6-8FCE-9FD9B678206F}"/>
              </a:ext>
            </a:extLst>
          </p:cNvPr>
          <p:cNvCxnSpPr>
            <a:cxnSpLocks/>
            <a:stCxn id="20" idx="1"/>
            <a:endCxn id="18" idx="5"/>
          </p:cNvCxnSpPr>
          <p:nvPr/>
        </p:nvCxnSpPr>
        <p:spPr>
          <a:xfrm flipH="1" flipV="1">
            <a:off x="1893134" y="4335091"/>
            <a:ext cx="533960" cy="6391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F33871-5B31-47D5-BEF4-1A9A6819F6E0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084141" y="5135890"/>
            <a:ext cx="12759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6105AA-BB25-404B-BE01-8D77C571E92A}"/>
              </a:ext>
            </a:extLst>
          </p:cNvPr>
          <p:cNvCxnSpPr>
            <a:cxnSpLocks/>
            <a:stCxn id="16" idx="4"/>
            <a:endCxn id="20" idx="0"/>
          </p:cNvCxnSpPr>
          <p:nvPr/>
        </p:nvCxnSpPr>
        <p:spPr>
          <a:xfrm>
            <a:off x="2588739" y="3354296"/>
            <a:ext cx="0" cy="15529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B79E064-9C89-4CA3-8C84-1376F75D1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504246"/>
              </p:ext>
            </p:extLst>
          </p:nvPr>
        </p:nvGraphicFramePr>
        <p:xfrm>
          <a:off x="3920979" y="2061370"/>
          <a:ext cx="3777840" cy="3298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640">
                  <a:extLst>
                    <a:ext uri="{9D8B030D-6E8A-4147-A177-3AD203B41FA5}">
                      <a16:colId xmlns:a16="http://schemas.microsoft.com/office/drawing/2014/main" val="761189354"/>
                    </a:ext>
                  </a:extLst>
                </a:gridCol>
                <a:gridCol w="629640">
                  <a:extLst>
                    <a:ext uri="{9D8B030D-6E8A-4147-A177-3AD203B41FA5}">
                      <a16:colId xmlns:a16="http://schemas.microsoft.com/office/drawing/2014/main" val="1387437817"/>
                    </a:ext>
                  </a:extLst>
                </a:gridCol>
                <a:gridCol w="629640">
                  <a:extLst>
                    <a:ext uri="{9D8B030D-6E8A-4147-A177-3AD203B41FA5}">
                      <a16:colId xmlns:a16="http://schemas.microsoft.com/office/drawing/2014/main" val="1610128565"/>
                    </a:ext>
                  </a:extLst>
                </a:gridCol>
                <a:gridCol w="629640">
                  <a:extLst>
                    <a:ext uri="{9D8B030D-6E8A-4147-A177-3AD203B41FA5}">
                      <a16:colId xmlns:a16="http://schemas.microsoft.com/office/drawing/2014/main" val="872632898"/>
                    </a:ext>
                  </a:extLst>
                </a:gridCol>
                <a:gridCol w="629640">
                  <a:extLst>
                    <a:ext uri="{9D8B030D-6E8A-4147-A177-3AD203B41FA5}">
                      <a16:colId xmlns:a16="http://schemas.microsoft.com/office/drawing/2014/main" val="2354660599"/>
                    </a:ext>
                  </a:extLst>
                </a:gridCol>
                <a:gridCol w="629640">
                  <a:extLst>
                    <a:ext uri="{9D8B030D-6E8A-4147-A177-3AD203B41FA5}">
                      <a16:colId xmlns:a16="http://schemas.microsoft.com/office/drawing/2014/main" val="3402809573"/>
                    </a:ext>
                  </a:extLst>
                </a:gridCol>
              </a:tblGrid>
              <a:tr h="549796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310776"/>
                  </a:ext>
                </a:extLst>
              </a:tr>
              <a:tr h="549796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69988"/>
                  </a:ext>
                </a:extLst>
              </a:tr>
              <a:tr h="549796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747454"/>
                  </a:ext>
                </a:extLst>
              </a:tr>
              <a:tr h="549796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918217"/>
                  </a:ext>
                </a:extLst>
              </a:tr>
              <a:tr h="549796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20367"/>
                  </a:ext>
                </a:extLst>
              </a:tr>
              <a:tr h="549796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97679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C6D8455-40A7-43DB-BD68-126A773EF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462323"/>
              </p:ext>
            </p:extLst>
          </p:nvPr>
        </p:nvGraphicFramePr>
        <p:xfrm>
          <a:off x="8582024" y="2061370"/>
          <a:ext cx="3609978" cy="33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663">
                  <a:extLst>
                    <a:ext uri="{9D8B030D-6E8A-4147-A177-3AD203B41FA5}">
                      <a16:colId xmlns:a16="http://schemas.microsoft.com/office/drawing/2014/main" val="761189354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1387437817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1610128565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872632898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354660599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3402809573"/>
                    </a:ext>
                  </a:extLst>
                </a:gridCol>
              </a:tblGrid>
              <a:tr h="550520"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310776"/>
                  </a:ext>
                </a:extLst>
              </a:tr>
              <a:tr h="55052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69988"/>
                  </a:ext>
                </a:extLst>
              </a:tr>
              <a:tr h="55052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747454"/>
                  </a:ext>
                </a:extLst>
              </a:tr>
              <a:tr h="55052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918217"/>
                  </a:ext>
                </a:extLst>
              </a:tr>
              <a:tr h="55052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20367"/>
                  </a:ext>
                </a:extLst>
              </a:tr>
              <a:tr h="55052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9767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4F06B9-9068-42DA-BEA1-A27CFD176F44}"/>
                  </a:ext>
                </a:extLst>
              </p14:cNvPr>
              <p14:cNvContentPartPr/>
              <p14:nvPr/>
            </p14:nvContentPartPr>
            <p14:xfrm>
              <a:off x="9471600" y="2840760"/>
              <a:ext cx="1693440" cy="2346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4F06B9-9068-42DA-BEA1-A27CFD176F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62240" y="2831400"/>
                <a:ext cx="1712160" cy="236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3556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450A-6302-4C54-AE75-80969C40E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70C15-60D6-40BB-9CB8-088522436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Depth-first search vs breadth-first search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B7964F-1CCF-4814-A761-384A8B8663BC}"/>
              </a:ext>
            </a:extLst>
          </p:cNvPr>
          <p:cNvGrpSpPr/>
          <p:nvPr/>
        </p:nvGrpSpPr>
        <p:grpSpPr>
          <a:xfrm>
            <a:off x="406083" y="2250764"/>
            <a:ext cx="5312884" cy="4482994"/>
            <a:chOff x="6307618" y="902552"/>
            <a:chExt cx="5312884" cy="448299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6E90CE6-331A-45C4-9E22-0A15C3EDBC80}"/>
                </a:ext>
              </a:extLst>
            </p:cNvPr>
            <p:cNvSpPr/>
            <p:nvPr/>
          </p:nvSpPr>
          <p:spPr>
            <a:xfrm>
              <a:off x="7885806" y="1818384"/>
              <a:ext cx="511748" cy="4806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9910DFE-0A97-4EC1-89F9-0F8F0CD4B905}"/>
                </a:ext>
              </a:extLst>
            </p:cNvPr>
            <p:cNvSpPr/>
            <p:nvPr/>
          </p:nvSpPr>
          <p:spPr>
            <a:xfrm>
              <a:off x="6900515" y="2815438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BBE760F-72DB-48C2-B564-BAEF26760AC1}"/>
                </a:ext>
              </a:extLst>
            </p:cNvPr>
            <p:cNvSpPr/>
            <p:nvPr/>
          </p:nvSpPr>
          <p:spPr>
            <a:xfrm>
              <a:off x="9119292" y="902552"/>
              <a:ext cx="511748" cy="4806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1EAA134-B73A-4E52-B020-0B72612DD6F2}"/>
                </a:ext>
              </a:extLst>
            </p:cNvPr>
            <p:cNvSpPr/>
            <p:nvPr/>
          </p:nvSpPr>
          <p:spPr>
            <a:xfrm>
              <a:off x="6307618" y="3882315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3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E4B39B9-6209-4B57-B9CA-64B31D2F328E}"/>
                </a:ext>
              </a:extLst>
            </p:cNvPr>
            <p:cNvSpPr/>
            <p:nvPr/>
          </p:nvSpPr>
          <p:spPr>
            <a:xfrm>
              <a:off x="7412262" y="3882315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1830F3B-EDE2-4E79-9D6E-75FA8D8953F1}"/>
                </a:ext>
              </a:extLst>
            </p:cNvPr>
            <p:cNvSpPr/>
            <p:nvPr/>
          </p:nvSpPr>
          <p:spPr>
            <a:xfrm>
              <a:off x="8786130" y="2840925"/>
              <a:ext cx="511748" cy="4806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873FC19-BB06-4DF0-A37A-46AF2FFE3DE3}"/>
                </a:ext>
              </a:extLst>
            </p:cNvPr>
            <p:cNvSpPr/>
            <p:nvPr/>
          </p:nvSpPr>
          <p:spPr>
            <a:xfrm>
              <a:off x="10341133" y="1823804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20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0D31972-97BC-4BBC-A8F4-983CF3897D16}"/>
                </a:ext>
              </a:extLst>
            </p:cNvPr>
            <p:cNvSpPr/>
            <p:nvPr/>
          </p:nvSpPr>
          <p:spPr>
            <a:xfrm>
              <a:off x="9911497" y="2872762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17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9D649E7-9740-4D40-A6E3-59F85A692F28}"/>
                </a:ext>
              </a:extLst>
            </p:cNvPr>
            <p:cNvSpPr/>
            <p:nvPr/>
          </p:nvSpPr>
          <p:spPr>
            <a:xfrm>
              <a:off x="10828087" y="2872762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2555B3-2170-4777-981B-724BCD9945F9}"/>
                </a:ext>
              </a:extLst>
            </p:cNvPr>
            <p:cNvSpPr/>
            <p:nvPr/>
          </p:nvSpPr>
          <p:spPr>
            <a:xfrm>
              <a:off x="11108754" y="3906258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30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002E13-CFE0-4BD5-8114-60EC64FC0B05}"/>
                </a:ext>
              </a:extLst>
            </p:cNvPr>
            <p:cNvSpPr/>
            <p:nvPr/>
          </p:nvSpPr>
          <p:spPr>
            <a:xfrm>
              <a:off x="8274383" y="3889883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A6EEAAB-FB5F-479B-9D5E-8147EA5B8538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 flipH="1">
              <a:off x="7156389" y="2228610"/>
              <a:ext cx="804361" cy="58682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62658B4-2EE0-4E94-9D7C-9F8D34B9F777}"/>
                </a:ext>
              </a:extLst>
            </p:cNvPr>
            <p:cNvCxnSpPr>
              <a:cxnSpLocks/>
              <a:stCxn id="5" idx="5"/>
              <a:endCxn id="10" idx="0"/>
            </p:cNvCxnSpPr>
            <p:nvPr/>
          </p:nvCxnSpPr>
          <p:spPr>
            <a:xfrm>
              <a:off x="8322610" y="2228610"/>
              <a:ext cx="719394" cy="61231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8B48BA4-614B-4205-B713-3DDA78218E8C}"/>
                </a:ext>
              </a:extLst>
            </p:cNvPr>
            <p:cNvCxnSpPr>
              <a:cxnSpLocks/>
              <a:stCxn id="6" idx="4"/>
              <a:endCxn id="9" idx="0"/>
            </p:cNvCxnSpPr>
            <p:nvPr/>
          </p:nvCxnSpPr>
          <p:spPr>
            <a:xfrm>
              <a:off x="7156388" y="3296048"/>
              <a:ext cx="511748" cy="58626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71A63CC-8F88-4C48-A242-A57C88D8ED81}"/>
                </a:ext>
              </a:extLst>
            </p:cNvPr>
            <p:cNvCxnSpPr>
              <a:cxnSpLocks/>
              <a:stCxn id="6" idx="4"/>
              <a:endCxn id="8" idx="0"/>
            </p:cNvCxnSpPr>
            <p:nvPr/>
          </p:nvCxnSpPr>
          <p:spPr>
            <a:xfrm flipH="1">
              <a:off x="6563492" y="3296048"/>
              <a:ext cx="592897" cy="58626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E54642E-6DE2-405E-B038-836193A4AD00}"/>
                </a:ext>
              </a:extLst>
            </p:cNvPr>
            <p:cNvCxnSpPr>
              <a:cxnSpLocks/>
              <a:stCxn id="10" idx="4"/>
              <a:endCxn id="15" idx="0"/>
            </p:cNvCxnSpPr>
            <p:nvPr/>
          </p:nvCxnSpPr>
          <p:spPr>
            <a:xfrm flipH="1">
              <a:off x="8530256" y="3321535"/>
              <a:ext cx="511748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0D9FC9C-8C84-4D95-B32F-A96CB5197398}"/>
                </a:ext>
              </a:extLst>
            </p:cNvPr>
            <p:cNvCxnSpPr>
              <a:cxnSpLocks/>
              <a:stCxn id="7" idx="4"/>
              <a:endCxn id="5" idx="0"/>
            </p:cNvCxnSpPr>
            <p:nvPr/>
          </p:nvCxnSpPr>
          <p:spPr>
            <a:xfrm flipH="1">
              <a:off x="8141680" y="1383162"/>
              <a:ext cx="1233486" cy="435222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FC7DA88-4167-403C-A0F6-A60932240E34}"/>
                </a:ext>
              </a:extLst>
            </p:cNvPr>
            <p:cNvCxnSpPr>
              <a:cxnSpLocks/>
              <a:stCxn id="7" idx="4"/>
              <a:endCxn id="11" idx="0"/>
            </p:cNvCxnSpPr>
            <p:nvPr/>
          </p:nvCxnSpPr>
          <p:spPr>
            <a:xfrm>
              <a:off x="9375166" y="1383162"/>
              <a:ext cx="1221841" cy="440642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1FB385F-58A5-47D9-8279-18A8B158FEDE}"/>
                </a:ext>
              </a:extLst>
            </p:cNvPr>
            <p:cNvCxnSpPr>
              <a:cxnSpLocks/>
              <a:stCxn id="11" idx="4"/>
              <a:endCxn id="13" idx="0"/>
            </p:cNvCxnSpPr>
            <p:nvPr/>
          </p:nvCxnSpPr>
          <p:spPr>
            <a:xfrm>
              <a:off x="10597007" y="2304414"/>
              <a:ext cx="486954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533A7B0-D9BA-430C-8EEC-3F78FCB1295F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 flipH="1">
              <a:off x="10167371" y="2304414"/>
              <a:ext cx="429636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40A3F19-106B-4E35-AC1D-D59918721806}"/>
                </a:ext>
              </a:extLst>
            </p:cNvPr>
            <p:cNvCxnSpPr>
              <a:cxnSpLocks/>
              <a:stCxn id="13" idx="4"/>
              <a:endCxn id="14" idx="0"/>
            </p:cNvCxnSpPr>
            <p:nvPr/>
          </p:nvCxnSpPr>
          <p:spPr>
            <a:xfrm>
              <a:off x="11083961" y="3353372"/>
              <a:ext cx="280667" cy="55288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05147C-1941-45D7-BBE8-446F99A70294}"/>
                </a:ext>
              </a:extLst>
            </p:cNvPr>
            <p:cNvSpPr/>
            <p:nvPr/>
          </p:nvSpPr>
          <p:spPr>
            <a:xfrm>
              <a:off x="6662188" y="4904936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DE1B2DB-B19F-4231-8DF8-96CD83A02265}"/>
                </a:ext>
              </a:extLst>
            </p:cNvPr>
            <p:cNvCxnSpPr>
              <a:cxnSpLocks/>
              <a:stCxn id="9" idx="3"/>
              <a:endCxn id="26" idx="0"/>
            </p:cNvCxnSpPr>
            <p:nvPr/>
          </p:nvCxnSpPr>
          <p:spPr>
            <a:xfrm flipH="1">
              <a:off x="6918062" y="4292541"/>
              <a:ext cx="569144" cy="61239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3C77C03-A5FA-402F-BB8E-D6EA31428A1E}"/>
              </a:ext>
            </a:extLst>
          </p:cNvPr>
          <p:cNvGrpSpPr/>
          <p:nvPr/>
        </p:nvGrpSpPr>
        <p:grpSpPr>
          <a:xfrm>
            <a:off x="6541992" y="2247847"/>
            <a:ext cx="5312884" cy="4482994"/>
            <a:chOff x="6307618" y="902552"/>
            <a:chExt cx="5312884" cy="448299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49539D6-A126-47DE-8CB0-FFEAD010B71A}"/>
                </a:ext>
              </a:extLst>
            </p:cNvPr>
            <p:cNvSpPr/>
            <p:nvPr/>
          </p:nvSpPr>
          <p:spPr>
            <a:xfrm>
              <a:off x="7885806" y="1818384"/>
              <a:ext cx="511748" cy="4806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74CC4F1-569F-4414-AB32-01EDDC41ACE0}"/>
                </a:ext>
              </a:extLst>
            </p:cNvPr>
            <p:cNvSpPr/>
            <p:nvPr/>
          </p:nvSpPr>
          <p:spPr>
            <a:xfrm>
              <a:off x="6900515" y="2815438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B02E538-E190-4211-9A9A-1B7F78986AFB}"/>
                </a:ext>
              </a:extLst>
            </p:cNvPr>
            <p:cNvSpPr/>
            <p:nvPr/>
          </p:nvSpPr>
          <p:spPr>
            <a:xfrm>
              <a:off x="9119292" y="902552"/>
              <a:ext cx="511748" cy="4806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00D5C6F-0255-4CC7-A674-5E7C4CAF0E7B}"/>
                </a:ext>
              </a:extLst>
            </p:cNvPr>
            <p:cNvSpPr/>
            <p:nvPr/>
          </p:nvSpPr>
          <p:spPr>
            <a:xfrm>
              <a:off x="6307618" y="3882315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3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3EC313E-CF31-4C03-A958-49F89F2E68EE}"/>
                </a:ext>
              </a:extLst>
            </p:cNvPr>
            <p:cNvSpPr/>
            <p:nvPr/>
          </p:nvSpPr>
          <p:spPr>
            <a:xfrm>
              <a:off x="7412262" y="3882315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402342A-E9A6-4784-B074-893E4B746E06}"/>
                </a:ext>
              </a:extLst>
            </p:cNvPr>
            <p:cNvSpPr/>
            <p:nvPr/>
          </p:nvSpPr>
          <p:spPr>
            <a:xfrm>
              <a:off x="8786130" y="2840925"/>
              <a:ext cx="511748" cy="48061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31AE520-4F47-4CE2-9BB4-ED7E4997487F}"/>
                </a:ext>
              </a:extLst>
            </p:cNvPr>
            <p:cNvSpPr/>
            <p:nvPr/>
          </p:nvSpPr>
          <p:spPr>
            <a:xfrm>
              <a:off x="10341133" y="1823804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20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3C79CA0-D35F-44E0-A9A8-C0FF0DFAFC80}"/>
                </a:ext>
              </a:extLst>
            </p:cNvPr>
            <p:cNvSpPr/>
            <p:nvPr/>
          </p:nvSpPr>
          <p:spPr>
            <a:xfrm>
              <a:off x="9911497" y="2872762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17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E627394-C84E-4BB0-A16D-A2054E3AD71F}"/>
                </a:ext>
              </a:extLst>
            </p:cNvPr>
            <p:cNvSpPr/>
            <p:nvPr/>
          </p:nvSpPr>
          <p:spPr>
            <a:xfrm>
              <a:off x="10828087" y="2872762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78C7ECD-C2FB-4273-9933-E794145D0511}"/>
                </a:ext>
              </a:extLst>
            </p:cNvPr>
            <p:cNvSpPr/>
            <p:nvPr/>
          </p:nvSpPr>
          <p:spPr>
            <a:xfrm>
              <a:off x="11108754" y="3906258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30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1813518-EA72-4F9C-AAAC-00758DBE22E8}"/>
                </a:ext>
              </a:extLst>
            </p:cNvPr>
            <p:cNvSpPr/>
            <p:nvPr/>
          </p:nvSpPr>
          <p:spPr>
            <a:xfrm>
              <a:off x="8274383" y="3889883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4DE20FD-B6AA-4FB1-AEDD-51021319B651}"/>
                </a:ext>
              </a:extLst>
            </p:cNvPr>
            <p:cNvCxnSpPr>
              <a:cxnSpLocks/>
              <a:stCxn id="29" idx="3"/>
              <a:endCxn id="30" idx="0"/>
            </p:cNvCxnSpPr>
            <p:nvPr/>
          </p:nvCxnSpPr>
          <p:spPr>
            <a:xfrm flipH="1">
              <a:off x="7156389" y="2228610"/>
              <a:ext cx="804361" cy="58682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58DE29A-6559-4C29-A1C5-7322651519DF}"/>
                </a:ext>
              </a:extLst>
            </p:cNvPr>
            <p:cNvCxnSpPr>
              <a:cxnSpLocks/>
              <a:stCxn id="29" idx="5"/>
              <a:endCxn id="34" idx="0"/>
            </p:cNvCxnSpPr>
            <p:nvPr/>
          </p:nvCxnSpPr>
          <p:spPr>
            <a:xfrm>
              <a:off x="8322610" y="2228610"/>
              <a:ext cx="719394" cy="61231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B3E36E8-0EFE-49A1-AD8D-A6A668DA1030}"/>
                </a:ext>
              </a:extLst>
            </p:cNvPr>
            <p:cNvCxnSpPr>
              <a:cxnSpLocks/>
              <a:stCxn id="30" idx="4"/>
              <a:endCxn id="33" idx="0"/>
            </p:cNvCxnSpPr>
            <p:nvPr/>
          </p:nvCxnSpPr>
          <p:spPr>
            <a:xfrm>
              <a:off x="7156388" y="3296048"/>
              <a:ext cx="511748" cy="58626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4A250CC-908A-4B89-AC09-F475D8A09758}"/>
                </a:ext>
              </a:extLst>
            </p:cNvPr>
            <p:cNvCxnSpPr>
              <a:cxnSpLocks/>
              <a:stCxn id="30" idx="4"/>
              <a:endCxn id="32" idx="0"/>
            </p:cNvCxnSpPr>
            <p:nvPr/>
          </p:nvCxnSpPr>
          <p:spPr>
            <a:xfrm flipH="1">
              <a:off x="6563492" y="3296048"/>
              <a:ext cx="592897" cy="58626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FD56E7B-9CD8-462A-A57E-580C9AD53C2E}"/>
                </a:ext>
              </a:extLst>
            </p:cNvPr>
            <p:cNvCxnSpPr>
              <a:cxnSpLocks/>
              <a:stCxn id="34" idx="4"/>
              <a:endCxn id="39" idx="0"/>
            </p:cNvCxnSpPr>
            <p:nvPr/>
          </p:nvCxnSpPr>
          <p:spPr>
            <a:xfrm flipH="1">
              <a:off x="8530256" y="3321535"/>
              <a:ext cx="511748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6FACC85-981C-4FCD-BD2A-AA84260C3278}"/>
                </a:ext>
              </a:extLst>
            </p:cNvPr>
            <p:cNvCxnSpPr>
              <a:cxnSpLocks/>
              <a:stCxn id="31" idx="4"/>
              <a:endCxn id="29" idx="0"/>
            </p:cNvCxnSpPr>
            <p:nvPr/>
          </p:nvCxnSpPr>
          <p:spPr>
            <a:xfrm flipH="1">
              <a:off x="8141680" y="1383162"/>
              <a:ext cx="1233486" cy="435222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B3FFB20-B16F-4D93-B2AE-3A8D3298F600}"/>
                </a:ext>
              </a:extLst>
            </p:cNvPr>
            <p:cNvCxnSpPr>
              <a:cxnSpLocks/>
              <a:stCxn id="31" idx="4"/>
              <a:endCxn id="35" idx="0"/>
            </p:cNvCxnSpPr>
            <p:nvPr/>
          </p:nvCxnSpPr>
          <p:spPr>
            <a:xfrm>
              <a:off x="9375166" y="1383162"/>
              <a:ext cx="1221841" cy="440642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DDD2BA0-071C-4FB0-BDC8-8A58B8B10EC9}"/>
                </a:ext>
              </a:extLst>
            </p:cNvPr>
            <p:cNvCxnSpPr>
              <a:cxnSpLocks/>
              <a:stCxn id="35" idx="4"/>
              <a:endCxn id="37" idx="0"/>
            </p:cNvCxnSpPr>
            <p:nvPr/>
          </p:nvCxnSpPr>
          <p:spPr>
            <a:xfrm>
              <a:off x="10597007" y="2304414"/>
              <a:ext cx="486954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5FFF626-EB9F-4085-B44B-01AB231AAEBD}"/>
                </a:ext>
              </a:extLst>
            </p:cNvPr>
            <p:cNvCxnSpPr>
              <a:cxnSpLocks/>
              <a:stCxn id="35" idx="4"/>
              <a:endCxn id="36" idx="0"/>
            </p:cNvCxnSpPr>
            <p:nvPr/>
          </p:nvCxnSpPr>
          <p:spPr>
            <a:xfrm flipH="1">
              <a:off x="10167371" y="2304414"/>
              <a:ext cx="429636" cy="568348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3538AC4-DEE3-4593-A0B9-382FEA9CD74A}"/>
                </a:ext>
              </a:extLst>
            </p:cNvPr>
            <p:cNvCxnSpPr>
              <a:cxnSpLocks/>
              <a:stCxn id="37" idx="4"/>
              <a:endCxn id="38" idx="0"/>
            </p:cNvCxnSpPr>
            <p:nvPr/>
          </p:nvCxnSpPr>
          <p:spPr>
            <a:xfrm>
              <a:off x="11083961" y="3353372"/>
              <a:ext cx="280667" cy="552886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4A369AC-4A45-4AA8-9901-8A5BB3BB8147}"/>
                </a:ext>
              </a:extLst>
            </p:cNvPr>
            <p:cNvSpPr/>
            <p:nvPr/>
          </p:nvSpPr>
          <p:spPr>
            <a:xfrm>
              <a:off x="6662188" y="4904936"/>
              <a:ext cx="511748" cy="48061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6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C9FFED9-0E0E-444E-BA60-D4580CCD2713}"/>
                </a:ext>
              </a:extLst>
            </p:cNvPr>
            <p:cNvCxnSpPr>
              <a:cxnSpLocks/>
              <a:stCxn id="33" idx="3"/>
              <a:endCxn id="50" idx="0"/>
            </p:cNvCxnSpPr>
            <p:nvPr/>
          </p:nvCxnSpPr>
          <p:spPr>
            <a:xfrm flipH="1">
              <a:off x="6918062" y="4292541"/>
              <a:ext cx="569144" cy="612395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0C932D7-BF40-443E-86E0-4EA48C4A4B43}"/>
              </a:ext>
            </a:extLst>
          </p:cNvPr>
          <p:cNvSpPr txBox="1"/>
          <p:nvPr/>
        </p:nvSpPr>
        <p:spPr>
          <a:xfrm>
            <a:off x="321713" y="1655844"/>
            <a:ext cx="6149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DFS: 15, 10, 5, 3, 7, 6, 12, 11, 20, 17, 25, 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E6933E-5689-47C6-8B0B-EBCE32D5FDC9}"/>
              </a:ext>
            </a:extLst>
          </p:cNvPr>
          <p:cNvSpPr txBox="1"/>
          <p:nvPr/>
        </p:nvSpPr>
        <p:spPr>
          <a:xfrm>
            <a:off x="6470972" y="1652927"/>
            <a:ext cx="6149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BFS: 15, 10, 20, 5, 12, 17, 25, 3, 7, 11, 30, 6</a:t>
            </a:r>
          </a:p>
        </p:txBody>
      </p:sp>
    </p:spTree>
    <p:extLst>
      <p:ext uri="{BB962C8B-B14F-4D97-AF65-F5344CB8AC3E}">
        <p14:creationId xmlns:p14="http://schemas.microsoft.com/office/powerpoint/2010/main" val="1240223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BA7A-0B2D-434A-BD31-4BBE9FF9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vs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9FE9D-BF95-4B71-B6F2-28A5C7FE6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Trees have no </a:t>
            </a:r>
            <a:r>
              <a:rPr lang="en-US" i="1" dirty="0"/>
              <a:t>simple cycles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i="1" dirty="0">
                <a:solidFill>
                  <a:schemeClr val="tx1"/>
                </a:solidFill>
              </a:rPr>
              <a:t>Simple cycle: </a:t>
            </a:r>
            <a:r>
              <a:rPr lang="en-US" dirty="0">
                <a:solidFill>
                  <a:schemeClr val="tx1"/>
                </a:solidFill>
              </a:rPr>
              <a:t>a cycle without repeated edges</a:t>
            </a:r>
            <a:endParaRPr lang="en-US" i="1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Simple cycle: A-B-E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Trivial cycle: A-B-A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1305A4-2F58-4D3D-B0D0-AD833DDF6D29}"/>
              </a:ext>
            </a:extLst>
          </p:cNvPr>
          <p:cNvCxnSpPr>
            <a:stCxn id="10" idx="5"/>
            <a:endCxn id="12" idx="1"/>
          </p:cNvCxnSpPr>
          <p:nvPr/>
        </p:nvCxnSpPr>
        <p:spPr>
          <a:xfrm>
            <a:off x="2210197" y="3970865"/>
            <a:ext cx="552658" cy="7244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A8161B-F009-49B4-9311-BF17A5627CED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2048552" y="4037820"/>
            <a:ext cx="0" cy="15529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0DED7D-CEE0-48B2-8983-058D66FFBFB9}"/>
              </a:ext>
            </a:extLst>
          </p:cNvPr>
          <p:cNvCxnSpPr>
            <a:cxnSpLocks/>
            <a:stCxn id="13" idx="7"/>
            <a:endCxn id="12" idx="3"/>
          </p:cNvCxnSpPr>
          <p:nvPr/>
        </p:nvCxnSpPr>
        <p:spPr>
          <a:xfrm flipV="1">
            <a:off x="2210197" y="5018615"/>
            <a:ext cx="552658" cy="6391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259C62-27D3-4D25-933F-604104C96ACE}"/>
              </a:ext>
            </a:extLst>
          </p:cNvPr>
          <p:cNvCxnSpPr>
            <a:cxnSpLocks/>
            <a:stCxn id="14" idx="1"/>
            <a:endCxn id="12" idx="5"/>
          </p:cNvCxnSpPr>
          <p:nvPr/>
        </p:nvCxnSpPr>
        <p:spPr>
          <a:xfrm flipH="1" flipV="1">
            <a:off x="3086145" y="5018615"/>
            <a:ext cx="533960" cy="63915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2237FE-B0A5-4727-A748-FDADC5E09EE8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2277152" y="5819414"/>
            <a:ext cx="12759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9F60BF-558A-44A6-8705-4F2917900DBD}"/>
              </a:ext>
            </a:extLst>
          </p:cNvPr>
          <p:cNvCxnSpPr>
            <a:cxnSpLocks/>
            <a:stCxn id="11" idx="4"/>
            <a:endCxn id="14" idx="0"/>
          </p:cNvCxnSpPr>
          <p:nvPr/>
        </p:nvCxnSpPr>
        <p:spPr>
          <a:xfrm>
            <a:off x="3781750" y="4037820"/>
            <a:ext cx="0" cy="15529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59F8041-B510-4648-BAE7-64336F32015E}"/>
              </a:ext>
            </a:extLst>
          </p:cNvPr>
          <p:cNvSpPr/>
          <p:nvPr/>
        </p:nvSpPr>
        <p:spPr>
          <a:xfrm>
            <a:off x="1819952" y="358062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52F58FE-BF17-45A5-9267-98CCBE212EA0}"/>
              </a:ext>
            </a:extLst>
          </p:cNvPr>
          <p:cNvSpPr/>
          <p:nvPr/>
        </p:nvSpPr>
        <p:spPr>
          <a:xfrm>
            <a:off x="3553150" y="358062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280980-3406-4A49-BF1F-F9ED654A7758}"/>
              </a:ext>
            </a:extLst>
          </p:cNvPr>
          <p:cNvSpPr/>
          <p:nvPr/>
        </p:nvSpPr>
        <p:spPr>
          <a:xfrm>
            <a:off x="2695900" y="462837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36F13D1-50AA-4076-AD80-840ED0461704}"/>
              </a:ext>
            </a:extLst>
          </p:cNvPr>
          <p:cNvSpPr/>
          <p:nvPr/>
        </p:nvSpPr>
        <p:spPr>
          <a:xfrm>
            <a:off x="1819952" y="5590814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3F6E07-2C1B-4749-BDEC-3144BD643218}"/>
              </a:ext>
            </a:extLst>
          </p:cNvPr>
          <p:cNvSpPr/>
          <p:nvPr/>
        </p:nvSpPr>
        <p:spPr>
          <a:xfrm>
            <a:off x="3553150" y="5590814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50422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9FB8-FDEA-42D6-85C6-BD907442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AD195A-4F7D-429B-8629-94B508F60FDA}"/>
              </a:ext>
            </a:extLst>
          </p:cNvPr>
          <p:cNvSpPr/>
          <p:nvPr/>
        </p:nvSpPr>
        <p:spPr>
          <a:xfrm>
            <a:off x="1981902" y="207803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75D61F-F227-417C-BCE0-EF0B8248AC41}"/>
              </a:ext>
            </a:extLst>
          </p:cNvPr>
          <p:cNvSpPr/>
          <p:nvPr/>
        </p:nvSpPr>
        <p:spPr>
          <a:xfrm>
            <a:off x="4248429" y="23546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E7A742-655A-418E-879A-D8B36A1820AD}"/>
              </a:ext>
            </a:extLst>
          </p:cNvPr>
          <p:cNvSpPr/>
          <p:nvPr/>
        </p:nvSpPr>
        <p:spPr>
          <a:xfrm>
            <a:off x="2987277" y="2972182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153525-B846-49BB-A048-4658411B8475}"/>
              </a:ext>
            </a:extLst>
          </p:cNvPr>
          <p:cNvSpPr/>
          <p:nvPr/>
        </p:nvSpPr>
        <p:spPr>
          <a:xfrm>
            <a:off x="2448276" y="49159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DCDF6D-5DAC-4FA0-BB35-B07CD418F0E2}"/>
              </a:ext>
            </a:extLst>
          </p:cNvPr>
          <p:cNvSpPr/>
          <p:nvPr/>
        </p:nvSpPr>
        <p:spPr>
          <a:xfrm>
            <a:off x="3853440" y="428362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765804-96E2-4842-B329-6AA71BDB9A17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2372147" y="2468284"/>
            <a:ext cx="682085" cy="5708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B9EE8E-A3EB-43F5-B58E-B28B6B94343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2210502" y="2535239"/>
            <a:ext cx="466374" cy="238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8E9147-A57B-4ECC-94ED-1C54AC429D68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2838521" y="3362427"/>
            <a:ext cx="215711" cy="16204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BECBD1-5DBD-46D8-AB2F-3E7D161DC41B}"/>
              </a:ext>
            </a:extLst>
          </p:cNvPr>
          <p:cNvCxnSpPr>
            <a:cxnSpLocks/>
            <a:stCxn id="8" idx="1"/>
            <a:endCxn id="6" idx="5"/>
          </p:cNvCxnSpPr>
          <p:nvPr/>
        </p:nvCxnSpPr>
        <p:spPr>
          <a:xfrm flipH="1" flipV="1">
            <a:off x="3377522" y="3362427"/>
            <a:ext cx="542873" cy="9881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33BEA4-59A8-45CA-AEBA-92ADDC69070B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2905476" y="4512225"/>
            <a:ext cx="947964" cy="6323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32DA81-C85E-4E1A-9942-0C0D92FF2511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4082040" y="2811846"/>
            <a:ext cx="394989" cy="14717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2B65753-3705-4249-B339-61091CBE750F}"/>
              </a:ext>
            </a:extLst>
          </p:cNvPr>
          <p:cNvSpPr/>
          <p:nvPr/>
        </p:nvSpPr>
        <p:spPr>
          <a:xfrm>
            <a:off x="5572126" y="28118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141796-84A4-42B2-9CBC-19FB8A87F60A}"/>
              </a:ext>
            </a:extLst>
          </p:cNvPr>
          <p:cNvSpPr/>
          <p:nvPr/>
        </p:nvSpPr>
        <p:spPr>
          <a:xfrm>
            <a:off x="6694885" y="345580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F2EACD-7497-4901-82A1-278D240AADC5}"/>
              </a:ext>
            </a:extLst>
          </p:cNvPr>
          <p:cNvSpPr/>
          <p:nvPr/>
        </p:nvSpPr>
        <p:spPr>
          <a:xfrm>
            <a:off x="4715192" y="46873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337822-D2D4-47A5-87EE-E890F2378850}"/>
              </a:ext>
            </a:extLst>
          </p:cNvPr>
          <p:cNvSpPr/>
          <p:nvPr/>
        </p:nvSpPr>
        <p:spPr>
          <a:xfrm>
            <a:off x="7105018" y="580177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C38084-A5CA-4104-9F4F-9CAC242B0F2C}"/>
              </a:ext>
            </a:extLst>
          </p:cNvPr>
          <p:cNvCxnSpPr>
            <a:stCxn id="15" idx="5"/>
            <a:endCxn id="17" idx="1"/>
          </p:cNvCxnSpPr>
          <p:nvPr/>
        </p:nvCxnSpPr>
        <p:spPr>
          <a:xfrm>
            <a:off x="5962371" y="3202091"/>
            <a:ext cx="799469" cy="3206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335E62-DC30-4D7C-8970-713553BEFE87}"/>
              </a:ext>
            </a:extLst>
          </p:cNvPr>
          <p:cNvCxnSpPr>
            <a:cxnSpLocks/>
            <a:stCxn id="15" idx="4"/>
            <a:endCxn id="18" idx="0"/>
          </p:cNvCxnSpPr>
          <p:nvPr/>
        </p:nvCxnSpPr>
        <p:spPr>
          <a:xfrm flipH="1">
            <a:off x="4943792" y="3269046"/>
            <a:ext cx="856934" cy="1418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7752AB-DE63-4375-B83A-4A0B58FA680F}"/>
              </a:ext>
            </a:extLst>
          </p:cNvPr>
          <p:cNvCxnSpPr>
            <a:cxnSpLocks/>
            <a:stCxn id="18" idx="7"/>
            <a:endCxn id="17" idx="3"/>
          </p:cNvCxnSpPr>
          <p:nvPr/>
        </p:nvCxnSpPr>
        <p:spPr>
          <a:xfrm flipV="1">
            <a:off x="5105437" y="3846054"/>
            <a:ext cx="1656403" cy="9082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2C4EB6-49C0-44B2-94AA-FEC7AEFCF036}"/>
              </a:ext>
            </a:extLst>
          </p:cNvPr>
          <p:cNvCxnSpPr>
            <a:cxnSpLocks/>
            <a:stCxn id="19" idx="0"/>
            <a:endCxn id="17" idx="5"/>
          </p:cNvCxnSpPr>
          <p:nvPr/>
        </p:nvCxnSpPr>
        <p:spPr>
          <a:xfrm flipH="1" flipV="1">
            <a:off x="7085130" y="3846054"/>
            <a:ext cx="248488" cy="19557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222F4-6E66-4989-BA43-7607306C622E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5172392" y="4915950"/>
            <a:ext cx="1932626" cy="11144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D9E678-DD89-4E6F-A469-722433BE3505}"/>
              </a:ext>
            </a:extLst>
          </p:cNvPr>
          <p:cNvCxnSpPr>
            <a:cxnSpLocks/>
            <a:stCxn id="5" idx="5"/>
            <a:endCxn id="15" idx="2"/>
          </p:cNvCxnSpPr>
          <p:nvPr/>
        </p:nvCxnSpPr>
        <p:spPr>
          <a:xfrm>
            <a:off x="4638674" y="2744891"/>
            <a:ext cx="933452" cy="2955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41E478-969A-4595-84E8-7E5DDDA3D366}"/>
              </a:ext>
            </a:extLst>
          </p:cNvPr>
          <p:cNvCxnSpPr>
            <a:cxnSpLocks/>
            <a:stCxn id="5" idx="4"/>
            <a:endCxn id="18" idx="1"/>
          </p:cNvCxnSpPr>
          <p:nvPr/>
        </p:nvCxnSpPr>
        <p:spPr>
          <a:xfrm>
            <a:off x="4477029" y="2811846"/>
            <a:ext cx="305118" cy="19424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816EA3-7E72-443A-A9F2-AECFE82C4D63}"/>
              </a:ext>
            </a:extLst>
          </p:cNvPr>
          <p:cNvCxnSpPr>
            <a:cxnSpLocks/>
            <a:stCxn id="15" idx="5"/>
            <a:endCxn id="19" idx="1"/>
          </p:cNvCxnSpPr>
          <p:nvPr/>
        </p:nvCxnSpPr>
        <p:spPr>
          <a:xfrm>
            <a:off x="5962371" y="3202091"/>
            <a:ext cx="1209602" cy="2666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8D4F97-BA58-42AD-8ACC-63A04EE1763D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3377522" y="2744891"/>
            <a:ext cx="937862" cy="294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DBFCBF-E423-4F90-9FA4-1D50F4BB7504}"/>
              </a:ext>
            </a:extLst>
          </p:cNvPr>
          <p:cNvCxnSpPr>
            <a:cxnSpLocks/>
            <a:stCxn id="18" idx="2"/>
            <a:endCxn id="7" idx="5"/>
          </p:cNvCxnSpPr>
          <p:nvPr/>
        </p:nvCxnSpPr>
        <p:spPr>
          <a:xfrm flipH="1">
            <a:off x="2838521" y="4915950"/>
            <a:ext cx="1876671" cy="3902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9C2637-5B80-4337-A819-85591587A6AD}"/>
              </a:ext>
            </a:extLst>
          </p:cNvPr>
          <p:cNvCxnSpPr>
            <a:cxnSpLocks/>
            <a:stCxn id="19" idx="3"/>
            <a:endCxn id="7" idx="4"/>
          </p:cNvCxnSpPr>
          <p:nvPr/>
        </p:nvCxnSpPr>
        <p:spPr>
          <a:xfrm flipH="1" flipV="1">
            <a:off x="2676876" y="5373150"/>
            <a:ext cx="4495097" cy="8188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DD2B4-F581-42D1-A7B0-CEB5AD059D70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2838521" y="2744891"/>
            <a:ext cx="1476863" cy="22380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50C2861F-9C20-4ADC-9AF4-4DB42F4AB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</p:spPr>
        <p:txBody>
          <a:bodyPr/>
          <a:lstStyle/>
          <a:p>
            <a:r>
              <a:rPr lang="en-US" dirty="0"/>
              <a:t>Fixing cycles with marked list</a:t>
            </a:r>
          </a:p>
        </p:txBody>
      </p:sp>
    </p:spTree>
    <p:extLst>
      <p:ext uri="{BB962C8B-B14F-4D97-AF65-F5344CB8AC3E}">
        <p14:creationId xmlns:p14="http://schemas.microsoft.com/office/powerpoint/2010/main" val="25314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765804-96E2-4842-B329-6AA71BDB9A17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2372147" y="2468284"/>
            <a:ext cx="682085" cy="5708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8E9147-A57B-4ECC-94ED-1C54AC429D68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2838521" y="3362427"/>
            <a:ext cx="215711" cy="1620478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BECBD1-5DBD-46D8-AB2F-3E7D161DC41B}"/>
              </a:ext>
            </a:extLst>
          </p:cNvPr>
          <p:cNvCxnSpPr>
            <a:cxnSpLocks/>
            <a:stCxn id="8" idx="1"/>
            <a:endCxn id="6" idx="5"/>
          </p:cNvCxnSpPr>
          <p:nvPr/>
        </p:nvCxnSpPr>
        <p:spPr>
          <a:xfrm flipH="1" flipV="1">
            <a:off x="3377522" y="3362427"/>
            <a:ext cx="542873" cy="9881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C38084-A5CA-4104-9F4F-9CAC242B0F2C}"/>
              </a:ext>
            </a:extLst>
          </p:cNvPr>
          <p:cNvCxnSpPr>
            <a:stCxn id="15" idx="5"/>
            <a:endCxn id="17" idx="1"/>
          </p:cNvCxnSpPr>
          <p:nvPr/>
        </p:nvCxnSpPr>
        <p:spPr>
          <a:xfrm>
            <a:off x="5962371" y="3202091"/>
            <a:ext cx="799469" cy="32067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335E62-DC30-4D7C-8970-713553BEFE87}"/>
              </a:ext>
            </a:extLst>
          </p:cNvPr>
          <p:cNvCxnSpPr>
            <a:cxnSpLocks/>
            <a:stCxn id="5" idx="4"/>
            <a:endCxn id="18" idx="1"/>
          </p:cNvCxnSpPr>
          <p:nvPr/>
        </p:nvCxnSpPr>
        <p:spPr>
          <a:xfrm>
            <a:off x="4477029" y="2811846"/>
            <a:ext cx="305118" cy="194245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7752AB-DE63-4375-B83A-4A0B58FA680F}"/>
              </a:ext>
            </a:extLst>
          </p:cNvPr>
          <p:cNvCxnSpPr>
            <a:cxnSpLocks/>
            <a:stCxn id="18" idx="7"/>
            <a:endCxn id="17" idx="3"/>
          </p:cNvCxnSpPr>
          <p:nvPr/>
        </p:nvCxnSpPr>
        <p:spPr>
          <a:xfrm flipV="1">
            <a:off x="5105437" y="3846054"/>
            <a:ext cx="1656403" cy="90825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816EA3-7E72-443A-A9F2-AECFE82C4D63}"/>
              </a:ext>
            </a:extLst>
          </p:cNvPr>
          <p:cNvCxnSpPr>
            <a:cxnSpLocks/>
            <a:stCxn id="15" idx="5"/>
            <a:endCxn id="19" idx="1"/>
          </p:cNvCxnSpPr>
          <p:nvPr/>
        </p:nvCxnSpPr>
        <p:spPr>
          <a:xfrm>
            <a:off x="5962371" y="3202091"/>
            <a:ext cx="1209602" cy="266663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DBFCBF-E423-4F90-9FA4-1D50F4BB7504}"/>
              </a:ext>
            </a:extLst>
          </p:cNvPr>
          <p:cNvCxnSpPr>
            <a:cxnSpLocks/>
            <a:stCxn id="18" idx="2"/>
            <a:endCxn id="7" idx="5"/>
          </p:cNvCxnSpPr>
          <p:nvPr/>
        </p:nvCxnSpPr>
        <p:spPr>
          <a:xfrm flipH="1">
            <a:off x="2838521" y="4915950"/>
            <a:ext cx="1876671" cy="39024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9C2637-5B80-4337-A819-85591587A6AD}"/>
              </a:ext>
            </a:extLst>
          </p:cNvPr>
          <p:cNvCxnSpPr>
            <a:cxnSpLocks/>
            <a:stCxn id="19" idx="3"/>
            <a:endCxn id="7" idx="4"/>
          </p:cNvCxnSpPr>
          <p:nvPr/>
        </p:nvCxnSpPr>
        <p:spPr>
          <a:xfrm flipH="1" flipV="1">
            <a:off x="2676876" y="5373150"/>
            <a:ext cx="4495097" cy="818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DD2B4-F581-42D1-A7B0-CEB5AD059D70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2838521" y="2744891"/>
            <a:ext cx="1476863" cy="223801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F979FB8-FDEA-42D6-85C6-BD907442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AD195A-4F7D-429B-8629-94B508F60FDA}"/>
              </a:ext>
            </a:extLst>
          </p:cNvPr>
          <p:cNvSpPr/>
          <p:nvPr/>
        </p:nvSpPr>
        <p:spPr>
          <a:xfrm>
            <a:off x="1981902" y="207803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75D61F-F227-417C-BCE0-EF0B8248AC41}"/>
              </a:ext>
            </a:extLst>
          </p:cNvPr>
          <p:cNvSpPr/>
          <p:nvPr/>
        </p:nvSpPr>
        <p:spPr>
          <a:xfrm>
            <a:off x="4248429" y="23546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E7A742-655A-418E-879A-D8B36A1820AD}"/>
              </a:ext>
            </a:extLst>
          </p:cNvPr>
          <p:cNvSpPr/>
          <p:nvPr/>
        </p:nvSpPr>
        <p:spPr>
          <a:xfrm>
            <a:off x="2987277" y="2972182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153525-B846-49BB-A048-4658411B8475}"/>
              </a:ext>
            </a:extLst>
          </p:cNvPr>
          <p:cNvSpPr/>
          <p:nvPr/>
        </p:nvSpPr>
        <p:spPr>
          <a:xfrm>
            <a:off x="2448276" y="49159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DCDF6D-5DAC-4FA0-BB35-B07CD418F0E2}"/>
              </a:ext>
            </a:extLst>
          </p:cNvPr>
          <p:cNvSpPr/>
          <p:nvPr/>
        </p:nvSpPr>
        <p:spPr>
          <a:xfrm>
            <a:off x="3853440" y="428362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B9EE8E-A3EB-43F5-B58E-B28B6B94343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2210502" y="2535239"/>
            <a:ext cx="466374" cy="238071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33BEA4-59A8-45CA-AEBA-92ADDC69070B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2905476" y="4512225"/>
            <a:ext cx="947964" cy="63232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32DA81-C85E-4E1A-9942-0C0D92FF2511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4082040" y="2811846"/>
            <a:ext cx="394989" cy="1471779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2B65753-3705-4249-B339-61091CBE750F}"/>
              </a:ext>
            </a:extLst>
          </p:cNvPr>
          <p:cNvSpPr/>
          <p:nvPr/>
        </p:nvSpPr>
        <p:spPr>
          <a:xfrm>
            <a:off x="5572126" y="28118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141796-84A4-42B2-9CBC-19FB8A87F60A}"/>
              </a:ext>
            </a:extLst>
          </p:cNvPr>
          <p:cNvSpPr/>
          <p:nvPr/>
        </p:nvSpPr>
        <p:spPr>
          <a:xfrm>
            <a:off x="6694885" y="345580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F2EACD-7497-4901-82A1-278D240AADC5}"/>
              </a:ext>
            </a:extLst>
          </p:cNvPr>
          <p:cNvSpPr/>
          <p:nvPr/>
        </p:nvSpPr>
        <p:spPr>
          <a:xfrm>
            <a:off x="4715192" y="46873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337822-D2D4-47A5-87EE-E890F2378850}"/>
              </a:ext>
            </a:extLst>
          </p:cNvPr>
          <p:cNvSpPr/>
          <p:nvPr/>
        </p:nvSpPr>
        <p:spPr>
          <a:xfrm>
            <a:off x="7105018" y="580177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2C4EB6-49C0-44B2-94AA-FEC7AEFCF036}"/>
              </a:ext>
            </a:extLst>
          </p:cNvPr>
          <p:cNvCxnSpPr>
            <a:cxnSpLocks/>
            <a:stCxn id="19" idx="0"/>
            <a:endCxn id="17" idx="5"/>
          </p:cNvCxnSpPr>
          <p:nvPr/>
        </p:nvCxnSpPr>
        <p:spPr>
          <a:xfrm flipH="1" flipV="1">
            <a:off x="7085130" y="3846054"/>
            <a:ext cx="248488" cy="195572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222F4-6E66-4989-BA43-7607306C622E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5172392" y="4915950"/>
            <a:ext cx="1932626" cy="111442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D9E678-DD89-4E6F-A469-722433BE3505}"/>
              </a:ext>
            </a:extLst>
          </p:cNvPr>
          <p:cNvCxnSpPr>
            <a:cxnSpLocks/>
            <a:stCxn id="5" idx="5"/>
            <a:endCxn id="15" idx="2"/>
          </p:cNvCxnSpPr>
          <p:nvPr/>
        </p:nvCxnSpPr>
        <p:spPr>
          <a:xfrm>
            <a:off x="4638674" y="2744891"/>
            <a:ext cx="933452" cy="29555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41E478-969A-4595-84E8-7E5DDDA3D366}"/>
              </a:ext>
            </a:extLst>
          </p:cNvPr>
          <p:cNvCxnSpPr>
            <a:cxnSpLocks/>
            <a:stCxn id="15" idx="4"/>
            <a:endCxn id="18" idx="0"/>
          </p:cNvCxnSpPr>
          <p:nvPr/>
        </p:nvCxnSpPr>
        <p:spPr>
          <a:xfrm flipH="1">
            <a:off x="4943792" y="3269046"/>
            <a:ext cx="856934" cy="1418304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8D4F97-BA58-42AD-8ACC-63A04EE1763D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3377522" y="2744891"/>
            <a:ext cx="937862" cy="294246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5A96A41-3CAC-42BA-8DD2-9FE93CA01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</p:spPr>
        <p:txBody>
          <a:bodyPr/>
          <a:lstStyle/>
          <a:p>
            <a:r>
              <a:rPr lang="en-US" dirty="0"/>
              <a:t>Fixing cycles with marked list </a:t>
            </a:r>
            <a:r>
              <a:rPr lang="en-US" dirty="0">
                <a:sym typeface="Wingdings" panose="05000000000000000000" pitchFamily="2" charset="2"/>
              </a:rPr>
              <a:t> tree within a graph</a:t>
            </a:r>
            <a:endParaRPr lang="en-US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6F17E35-2A05-40BC-A969-95986F38A3A0}"/>
              </a:ext>
            </a:extLst>
          </p:cNvPr>
          <p:cNvSpPr txBox="1">
            <a:spLocks/>
          </p:cNvSpPr>
          <p:nvPr/>
        </p:nvSpPr>
        <p:spPr>
          <a:xfrm>
            <a:off x="552099" y="6290800"/>
            <a:ext cx="10515600" cy="5133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Complexity of DFS?</a:t>
            </a:r>
          </a:p>
        </p:txBody>
      </p:sp>
    </p:spTree>
    <p:extLst>
      <p:ext uri="{BB962C8B-B14F-4D97-AF65-F5344CB8AC3E}">
        <p14:creationId xmlns:p14="http://schemas.microsoft.com/office/powerpoint/2010/main" val="381601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B42F91-970E-4CCC-A5BC-F1D2B9F818D1}"/>
              </a:ext>
            </a:extLst>
          </p:cNvPr>
          <p:cNvSpPr txBox="1">
            <a:spLocks/>
          </p:cNvSpPr>
          <p:nvPr/>
        </p:nvSpPr>
        <p:spPr>
          <a:xfrm>
            <a:off x="180975" y="533400"/>
            <a:ext cx="11740242" cy="63246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dfs_helper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(graph_t G,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 start, vertex target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*mark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mark[start] = </a:t>
            </a:r>
            <a:r>
              <a:rPr lang="en-US" sz="1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printf(</a:t>
            </a:r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"Visiting </a:t>
            </a:r>
            <a:r>
              <a:rPr 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%u\n</a:t>
            </a:r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start);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(target == start)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vert_list *nbors = graph_get_neighbors(G, start);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(vert_list *p = nbors; p != NULL; p = p-&gt;next) {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vertex i = p-&gt;vert;  </a:t>
            </a:r>
            <a:r>
              <a:rPr lang="en-US" sz="1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 is one of start's neighbors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!mark[i] &amp;&amp; 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dfs_helper(G, i, target</a:t>
            </a:r>
            <a:r>
              <a:rPr lang="en-US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mark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graph_free_neighbors(nbors);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graph_free_neighbors(nbors);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8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39F7FD-2658-4518-AD0C-28B55424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19050"/>
            <a:ext cx="10515600" cy="627812"/>
          </a:xfrm>
        </p:spPr>
        <p:txBody>
          <a:bodyPr/>
          <a:lstStyle/>
          <a:p>
            <a:r>
              <a:rPr lang="en-US" sz="3200" dirty="0"/>
              <a:t>Depth-first Search – Recursive (fixed for graphs)</a:t>
            </a:r>
          </a:p>
        </p:txBody>
      </p:sp>
    </p:spTree>
    <p:extLst>
      <p:ext uri="{BB962C8B-B14F-4D97-AF65-F5344CB8AC3E}">
        <p14:creationId xmlns:p14="http://schemas.microsoft.com/office/powerpoint/2010/main" val="3493553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BBEA7-8227-4DA2-A005-A7F718D3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0AFF28-0AB9-4154-8011-B2BDD4617185}"/>
              </a:ext>
            </a:extLst>
          </p:cNvPr>
          <p:cNvSpPr txBox="1">
            <a:spLocks/>
          </p:cNvSpPr>
          <p:nvPr/>
        </p:nvSpPr>
        <p:spPr>
          <a:xfrm>
            <a:off x="552099" y="953338"/>
            <a:ext cx="10515600" cy="11040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many times in total does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/>
              <a:t> on line </a:t>
            </a:r>
            <a:r>
              <a:rPr lang="en-US" dirty="0">
                <a:solidFill>
                  <a:schemeClr val="accent2"/>
                </a:solidFill>
              </a:rPr>
              <a:t>7</a:t>
            </a:r>
            <a:r>
              <a:rPr lang="en-US" dirty="0"/>
              <a:t> get called?</a:t>
            </a:r>
          </a:p>
          <a:p>
            <a:r>
              <a:rPr lang="en-US" dirty="0"/>
              <a:t>How many times in total does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dirty="0"/>
              <a:t> on line </a:t>
            </a:r>
            <a:r>
              <a:rPr lang="en-US" dirty="0">
                <a:solidFill>
                  <a:schemeClr val="accent2"/>
                </a:solidFill>
              </a:rPr>
              <a:t>11</a:t>
            </a:r>
            <a:r>
              <a:rPr lang="en-US" dirty="0"/>
              <a:t> get called?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A358AC-8C1B-4F50-B9D1-60E5B4E96914}"/>
              </a:ext>
            </a:extLst>
          </p:cNvPr>
          <p:cNvSpPr txBox="1">
            <a:spLocks/>
          </p:cNvSpPr>
          <p:nvPr/>
        </p:nvSpPr>
        <p:spPr>
          <a:xfrm>
            <a:off x="89455" y="2057400"/>
            <a:ext cx="11803187" cy="48006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 </a:t>
            </a: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graph_print(graph_t G)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(vertex i = 0; i &lt; graph_size(G); i++)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printf(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"Vertices connected to </a:t>
            </a:r>
            <a:r>
              <a:rPr lang="en-US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%u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vert_list *nbors = graph_get_neighbors(G, i);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(vert_list *p = nbors; p != NULL; p = p-&gt;next) {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vertex j = p-&gt;vert; 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j is a neighbor of i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printf(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%u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,"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graph_free_neighbors(nbors);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printf(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38201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9FB8-FDEA-42D6-85C6-BD907442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AD195A-4F7D-429B-8629-94B508F60FDA}"/>
              </a:ext>
            </a:extLst>
          </p:cNvPr>
          <p:cNvSpPr/>
          <p:nvPr/>
        </p:nvSpPr>
        <p:spPr>
          <a:xfrm>
            <a:off x="1981902" y="207803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75D61F-F227-417C-BCE0-EF0B8248AC41}"/>
              </a:ext>
            </a:extLst>
          </p:cNvPr>
          <p:cNvSpPr/>
          <p:nvPr/>
        </p:nvSpPr>
        <p:spPr>
          <a:xfrm>
            <a:off x="4248429" y="23546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E7A742-655A-418E-879A-D8B36A1820AD}"/>
              </a:ext>
            </a:extLst>
          </p:cNvPr>
          <p:cNvSpPr/>
          <p:nvPr/>
        </p:nvSpPr>
        <p:spPr>
          <a:xfrm>
            <a:off x="2987277" y="2972182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153525-B846-49BB-A048-4658411B8475}"/>
              </a:ext>
            </a:extLst>
          </p:cNvPr>
          <p:cNvSpPr/>
          <p:nvPr/>
        </p:nvSpPr>
        <p:spPr>
          <a:xfrm>
            <a:off x="2448276" y="49159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DCDF6D-5DAC-4FA0-BB35-B07CD418F0E2}"/>
              </a:ext>
            </a:extLst>
          </p:cNvPr>
          <p:cNvSpPr/>
          <p:nvPr/>
        </p:nvSpPr>
        <p:spPr>
          <a:xfrm>
            <a:off x="3853440" y="428362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765804-96E2-4842-B329-6AA71BDB9A17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2372147" y="2468284"/>
            <a:ext cx="682085" cy="5708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B9EE8E-A3EB-43F5-B58E-B28B6B94343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2210502" y="2535239"/>
            <a:ext cx="466374" cy="238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8E9147-A57B-4ECC-94ED-1C54AC429D68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2838521" y="3362427"/>
            <a:ext cx="215711" cy="16204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BECBD1-5DBD-46D8-AB2F-3E7D161DC41B}"/>
              </a:ext>
            </a:extLst>
          </p:cNvPr>
          <p:cNvCxnSpPr>
            <a:cxnSpLocks/>
            <a:stCxn id="8" idx="1"/>
            <a:endCxn id="6" idx="5"/>
          </p:cNvCxnSpPr>
          <p:nvPr/>
        </p:nvCxnSpPr>
        <p:spPr>
          <a:xfrm flipH="1" flipV="1">
            <a:off x="3377522" y="3362427"/>
            <a:ext cx="542873" cy="9881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33BEA4-59A8-45CA-AEBA-92ADDC69070B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2905476" y="4512225"/>
            <a:ext cx="947964" cy="6323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32DA81-C85E-4E1A-9942-0C0D92FF2511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4082040" y="2811846"/>
            <a:ext cx="394989" cy="14717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2B65753-3705-4249-B339-61091CBE750F}"/>
              </a:ext>
            </a:extLst>
          </p:cNvPr>
          <p:cNvSpPr/>
          <p:nvPr/>
        </p:nvSpPr>
        <p:spPr>
          <a:xfrm>
            <a:off x="5572126" y="28118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141796-84A4-42B2-9CBC-19FB8A87F60A}"/>
              </a:ext>
            </a:extLst>
          </p:cNvPr>
          <p:cNvSpPr/>
          <p:nvPr/>
        </p:nvSpPr>
        <p:spPr>
          <a:xfrm>
            <a:off x="6694885" y="345580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F2EACD-7497-4901-82A1-278D240AADC5}"/>
              </a:ext>
            </a:extLst>
          </p:cNvPr>
          <p:cNvSpPr/>
          <p:nvPr/>
        </p:nvSpPr>
        <p:spPr>
          <a:xfrm>
            <a:off x="4715192" y="46873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337822-D2D4-47A5-87EE-E890F2378850}"/>
              </a:ext>
            </a:extLst>
          </p:cNvPr>
          <p:cNvSpPr/>
          <p:nvPr/>
        </p:nvSpPr>
        <p:spPr>
          <a:xfrm>
            <a:off x="7105018" y="580177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C38084-A5CA-4104-9F4F-9CAC242B0F2C}"/>
              </a:ext>
            </a:extLst>
          </p:cNvPr>
          <p:cNvCxnSpPr>
            <a:stCxn id="15" idx="5"/>
            <a:endCxn id="17" idx="1"/>
          </p:cNvCxnSpPr>
          <p:nvPr/>
        </p:nvCxnSpPr>
        <p:spPr>
          <a:xfrm>
            <a:off x="5962371" y="3202091"/>
            <a:ext cx="799469" cy="32067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335E62-DC30-4D7C-8970-713553BEFE87}"/>
              </a:ext>
            </a:extLst>
          </p:cNvPr>
          <p:cNvCxnSpPr>
            <a:cxnSpLocks/>
            <a:stCxn id="15" idx="4"/>
            <a:endCxn id="18" idx="0"/>
          </p:cNvCxnSpPr>
          <p:nvPr/>
        </p:nvCxnSpPr>
        <p:spPr>
          <a:xfrm flipH="1">
            <a:off x="4943792" y="3269046"/>
            <a:ext cx="856934" cy="1418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7752AB-DE63-4375-B83A-4A0B58FA680F}"/>
              </a:ext>
            </a:extLst>
          </p:cNvPr>
          <p:cNvCxnSpPr>
            <a:cxnSpLocks/>
            <a:stCxn id="18" idx="7"/>
            <a:endCxn id="17" idx="3"/>
          </p:cNvCxnSpPr>
          <p:nvPr/>
        </p:nvCxnSpPr>
        <p:spPr>
          <a:xfrm flipV="1">
            <a:off x="5105437" y="3846054"/>
            <a:ext cx="1656403" cy="9082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2C4EB6-49C0-44B2-94AA-FEC7AEFCF036}"/>
              </a:ext>
            </a:extLst>
          </p:cNvPr>
          <p:cNvCxnSpPr>
            <a:cxnSpLocks/>
            <a:stCxn id="19" idx="0"/>
            <a:endCxn id="17" idx="5"/>
          </p:cNvCxnSpPr>
          <p:nvPr/>
        </p:nvCxnSpPr>
        <p:spPr>
          <a:xfrm flipH="1" flipV="1">
            <a:off x="7085130" y="3846054"/>
            <a:ext cx="248488" cy="19557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222F4-6E66-4989-BA43-7607306C622E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5172392" y="4915950"/>
            <a:ext cx="1932626" cy="11144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D9E678-DD89-4E6F-A469-722433BE3505}"/>
              </a:ext>
            </a:extLst>
          </p:cNvPr>
          <p:cNvCxnSpPr>
            <a:cxnSpLocks/>
            <a:stCxn id="5" idx="5"/>
            <a:endCxn id="15" idx="2"/>
          </p:cNvCxnSpPr>
          <p:nvPr/>
        </p:nvCxnSpPr>
        <p:spPr>
          <a:xfrm>
            <a:off x="4638674" y="2744891"/>
            <a:ext cx="933452" cy="2955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41E478-969A-4595-84E8-7E5DDDA3D366}"/>
              </a:ext>
            </a:extLst>
          </p:cNvPr>
          <p:cNvCxnSpPr>
            <a:cxnSpLocks/>
            <a:stCxn id="5" idx="4"/>
            <a:endCxn id="18" idx="1"/>
          </p:cNvCxnSpPr>
          <p:nvPr/>
        </p:nvCxnSpPr>
        <p:spPr>
          <a:xfrm>
            <a:off x="4477029" y="2811846"/>
            <a:ext cx="305118" cy="19424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816EA3-7E72-443A-A9F2-AECFE82C4D63}"/>
              </a:ext>
            </a:extLst>
          </p:cNvPr>
          <p:cNvCxnSpPr>
            <a:cxnSpLocks/>
            <a:stCxn id="15" idx="5"/>
            <a:endCxn id="19" idx="1"/>
          </p:cNvCxnSpPr>
          <p:nvPr/>
        </p:nvCxnSpPr>
        <p:spPr>
          <a:xfrm>
            <a:off x="5962371" y="3202091"/>
            <a:ext cx="1209602" cy="26666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8D4F97-BA58-42AD-8ACC-63A04EE1763D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3377522" y="2744891"/>
            <a:ext cx="937862" cy="2942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DBFCBF-E423-4F90-9FA4-1D50F4BB7504}"/>
              </a:ext>
            </a:extLst>
          </p:cNvPr>
          <p:cNvCxnSpPr>
            <a:cxnSpLocks/>
            <a:stCxn id="18" idx="2"/>
            <a:endCxn id="7" idx="5"/>
          </p:cNvCxnSpPr>
          <p:nvPr/>
        </p:nvCxnSpPr>
        <p:spPr>
          <a:xfrm flipH="1">
            <a:off x="2838521" y="4915950"/>
            <a:ext cx="1876671" cy="3902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9C2637-5B80-4337-A819-85591587A6AD}"/>
              </a:ext>
            </a:extLst>
          </p:cNvPr>
          <p:cNvCxnSpPr>
            <a:cxnSpLocks/>
            <a:stCxn id="19" idx="3"/>
            <a:endCxn id="7" idx="4"/>
          </p:cNvCxnSpPr>
          <p:nvPr/>
        </p:nvCxnSpPr>
        <p:spPr>
          <a:xfrm flipH="1" flipV="1">
            <a:off x="2676876" y="5373150"/>
            <a:ext cx="4495097" cy="8188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DD2B4-F581-42D1-A7B0-CEB5AD059D70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2838521" y="2744891"/>
            <a:ext cx="1476863" cy="22380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50C2861F-9C20-4ADC-9AF4-4DB42F4AB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</p:spPr>
        <p:txBody>
          <a:bodyPr/>
          <a:lstStyle/>
          <a:p>
            <a:r>
              <a:rPr lang="en-US" dirty="0"/>
              <a:t>Fixing cycles with marked list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58DE957-3E54-4F5D-9A64-1BE5DC77BF02}"/>
              </a:ext>
            </a:extLst>
          </p:cNvPr>
          <p:cNvSpPr txBox="1">
            <a:spLocks/>
          </p:cNvSpPr>
          <p:nvPr/>
        </p:nvSpPr>
        <p:spPr>
          <a:xfrm>
            <a:off x="552099" y="6290800"/>
            <a:ext cx="10515600" cy="5133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Complexity of DFS?</a:t>
            </a:r>
          </a:p>
        </p:txBody>
      </p:sp>
    </p:spTree>
    <p:extLst>
      <p:ext uri="{BB962C8B-B14F-4D97-AF65-F5344CB8AC3E}">
        <p14:creationId xmlns:p14="http://schemas.microsoft.com/office/powerpoint/2010/main" val="2508092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765804-96E2-4842-B329-6AA71BDB9A17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2372147" y="2468284"/>
            <a:ext cx="682085" cy="5708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8E9147-A57B-4ECC-94ED-1C54AC429D68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2838521" y="3362427"/>
            <a:ext cx="215711" cy="1620478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BECBD1-5DBD-46D8-AB2F-3E7D161DC41B}"/>
              </a:ext>
            </a:extLst>
          </p:cNvPr>
          <p:cNvCxnSpPr>
            <a:cxnSpLocks/>
            <a:stCxn id="8" idx="1"/>
            <a:endCxn id="6" idx="5"/>
          </p:cNvCxnSpPr>
          <p:nvPr/>
        </p:nvCxnSpPr>
        <p:spPr>
          <a:xfrm flipH="1" flipV="1">
            <a:off x="3377522" y="3362427"/>
            <a:ext cx="542873" cy="9881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C38084-A5CA-4104-9F4F-9CAC242B0F2C}"/>
              </a:ext>
            </a:extLst>
          </p:cNvPr>
          <p:cNvCxnSpPr>
            <a:stCxn id="15" idx="5"/>
            <a:endCxn id="17" idx="1"/>
          </p:cNvCxnSpPr>
          <p:nvPr/>
        </p:nvCxnSpPr>
        <p:spPr>
          <a:xfrm>
            <a:off x="5962371" y="3202091"/>
            <a:ext cx="799469" cy="32067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335E62-DC30-4D7C-8970-713553BEFE87}"/>
              </a:ext>
            </a:extLst>
          </p:cNvPr>
          <p:cNvCxnSpPr>
            <a:cxnSpLocks/>
            <a:stCxn id="5" idx="4"/>
            <a:endCxn id="18" idx="1"/>
          </p:cNvCxnSpPr>
          <p:nvPr/>
        </p:nvCxnSpPr>
        <p:spPr>
          <a:xfrm>
            <a:off x="4477029" y="2811846"/>
            <a:ext cx="305118" cy="194245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7752AB-DE63-4375-B83A-4A0B58FA680F}"/>
              </a:ext>
            </a:extLst>
          </p:cNvPr>
          <p:cNvCxnSpPr>
            <a:cxnSpLocks/>
            <a:stCxn id="18" idx="7"/>
            <a:endCxn id="17" idx="3"/>
          </p:cNvCxnSpPr>
          <p:nvPr/>
        </p:nvCxnSpPr>
        <p:spPr>
          <a:xfrm flipV="1">
            <a:off x="5105437" y="3846054"/>
            <a:ext cx="1656403" cy="90825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816EA3-7E72-443A-A9F2-AECFE82C4D63}"/>
              </a:ext>
            </a:extLst>
          </p:cNvPr>
          <p:cNvCxnSpPr>
            <a:cxnSpLocks/>
            <a:stCxn id="15" idx="5"/>
            <a:endCxn id="19" idx="1"/>
          </p:cNvCxnSpPr>
          <p:nvPr/>
        </p:nvCxnSpPr>
        <p:spPr>
          <a:xfrm>
            <a:off x="5962371" y="3202091"/>
            <a:ext cx="1209602" cy="266663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DBFCBF-E423-4F90-9FA4-1D50F4BB7504}"/>
              </a:ext>
            </a:extLst>
          </p:cNvPr>
          <p:cNvCxnSpPr>
            <a:cxnSpLocks/>
            <a:stCxn id="18" idx="2"/>
            <a:endCxn id="7" idx="5"/>
          </p:cNvCxnSpPr>
          <p:nvPr/>
        </p:nvCxnSpPr>
        <p:spPr>
          <a:xfrm flipH="1">
            <a:off x="2838521" y="4915950"/>
            <a:ext cx="1876671" cy="39024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9C2637-5B80-4337-A819-85591587A6AD}"/>
              </a:ext>
            </a:extLst>
          </p:cNvPr>
          <p:cNvCxnSpPr>
            <a:cxnSpLocks/>
            <a:stCxn id="19" idx="3"/>
            <a:endCxn id="7" idx="4"/>
          </p:cNvCxnSpPr>
          <p:nvPr/>
        </p:nvCxnSpPr>
        <p:spPr>
          <a:xfrm flipH="1" flipV="1">
            <a:off x="2676876" y="5373150"/>
            <a:ext cx="4495097" cy="818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DD2B4-F581-42D1-A7B0-CEB5AD059D70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2838521" y="2744891"/>
            <a:ext cx="1476863" cy="223801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F979FB8-FDEA-42D6-85C6-BD907442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AD195A-4F7D-429B-8629-94B508F60FDA}"/>
              </a:ext>
            </a:extLst>
          </p:cNvPr>
          <p:cNvSpPr/>
          <p:nvPr/>
        </p:nvSpPr>
        <p:spPr>
          <a:xfrm>
            <a:off x="1981902" y="207803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75D61F-F227-417C-BCE0-EF0B8248AC41}"/>
              </a:ext>
            </a:extLst>
          </p:cNvPr>
          <p:cNvSpPr/>
          <p:nvPr/>
        </p:nvSpPr>
        <p:spPr>
          <a:xfrm>
            <a:off x="4248429" y="23546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E7A742-655A-418E-879A-D8B36A1820AD}"/>
              </a:ext>
            </a:extLst>
          </p:cNvPr>
          <p:cNvSpPr/>
          <p:nvPr/>
        </p:nvSpPr>
        <p:spPr>
          <a:xfrm>
            <a:off x="2987277" y="2972182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153525-B846-49BB-A048-4658411B8475}"/>
              </a:ext>
            </a:extLst>
          </p:cNvPr>
          <p:cNvSpPr/>
          <p:nvPr/>
        </p:nvSpPr>
        <p:spPr>
          <a:xfrm>
            <a:off x="2448276" y="49159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DCDF6D-5DAC-4FA0-BB35-B07CD418F0E2}"/>
              </a:ext>
            </a:extLst>
          </p:cNvPr>
          <p:cNvSpPr/>
          <p:nvPr/>
        </p:nvSpPr>
        <p:spPr>
          <a:xfrm>
            <a:off x="3853440" y="428362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B9EE8E-A3EB-43F5-B58E-B28B6B94343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2210502" y="2535239"/>
            <a:ext cx="466374" cy="238071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33BEA4-59A8-45CA-AEBA-92ADDC69070B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2905476" y="4512225"/>
            <a:ext cx="947964" cy="63232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32DA81-C85E-4E1A-9942-0C0D92FF2511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4082040" y="2811846"/>
            <a:ext cx="394989" cy="1471779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2B65753-3705-4249-B339-61091CBE750F}"/>
              </a:ext>
            </a:extLst>
          </p:cNvPr>
          <p:cNvSpPr/>
          <p:nvPr/>
        </p:nvSpPr>
        <p:spPr>
          <a:xfrm>
            <a:off x="5572126" y="28118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141796-84A4-42B2-9CBC-19FB8A87F60A}"/>
              </a:ext>
            </a:extLst>
          </p:cNvPr>
          <p:cNvSpPr/>
          <p:nvPr/>
        </p:nvSpPr>
        <p:spPr>
          <a:xfrm>
            <a:off x="6694885" y="345580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F2EACD-7497-4901-82A1-278D240AADC5}"/>
              </a:ext>
            </a:extLst>
          </p:cNvPr>
          <p:cNvSpPr/>
          <p:nvPr/>
        </p:nvSpPr>
        <p:spPr>
          <a:xfrm>
            <a:off x="4715192" y="46873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337822-D2D4-47A5-87EE-E890F2378850}"/>
              </a:ext>
            </a:extLst>
          </p:cNvPr>
          <p:cNvSpPr/>
          <p:nvPr/>
        </p:nvSpPr>
        <p:spPr>
          <a:xfrm>
            <a:off x="7105018" y="580177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2C4EB6-49C0-44B2-94AA-FEC7AEFCF036}"/>
              </a:ext>
            </a:extLst>
          </p:cNvPr>
          <p:cNvCxnSpPr>
            <a:cxnSpLocks/>
            <a:stCxn id="19" idx="0"/>
            <a:endCxn id="17" idx="5"/>
          </p:cNvCxnSpPr>
          <p:nvPr/>
        </p:nvCxnSpPr>
        <p:spPr>
          <a:xfrm flipH="1" flipV="1">
            <a:off x="7085130" y="3846054"/>
            <a:ext cx="248488" cy="195572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222F4-6E66-4989-BA43-7607306C622E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5172392" y="4915950"/>
            <a:ext cx="1932626" cy="111442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D9E678-DD89-4E6F-A469-722433BE3505}"/>
              </a:ext>
            </a:extLst>
          </p:cNvPr>
          <p:cNvCxnSpPr>
            <a:cxnSpLocks/>
            <a:stCxn id="5" idx="5"/>
            <a:endCxn id="15" idx="2"/>
          </p:cNvCxnSpPr>
          <p:nvPr/>
        </p:nvCxnSpPr>
        <p:spPr>
          <a:xfrm>
            <a:off x="4638674" y="2744891"/>
            <a:ext cx="933452" cy="29555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41E478-969A-4595-84E8-7E5DDDA3D366}"/>
              </a:ext>
            </a:extLst>
          </p:cNvPr>
          <p:cNvCxnSpPr>
            <a:cxnSpLocks/>
            <a:stCxn id="15" idx="4"/>
            <a:endCxn id="18" idx="0"/>
          </p:cNvCxnSpPr>
          <p:nvPr/>
        </p:nvCxnSpPr>
        <p:spPr>
          <a:xfrm flipH="1">
            <a:off x="4943792" y="3269046"/>
            <a:ext cx="856934" cy="1418304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8D4F97-BA58-42AD-8ACC-63A04EE1763D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3377522" y="2744891"/>
            <a:ext cx="937862" cy="294246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5A96A41-3CAC-42BA-8DD2-9FE93CA01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</p:spPr>
        <p:txBody>
          <a:bodyPr/>
          <a:lstStyle/>
          <a:p>
            <a:r>
              <a:rPr lang="en-US" dirty="0"/>
              <a:t>Fixing cycles with marked list </a:t>
            </a:r>
            <a:r>
              <a:rPr lang="en-US" dirty="0">
                <a:sym typeface="Wingdings" panose="05000000000000000000" pitchFamily="2" charset="2"/>
              </a:rPr>
              <a:t> tree within a graph</a:t>
            </a:r>
            <a:endParaRPr lang="en-US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6F17E35-2A05-40BC-A969-95986F38A3A0}"/>
              </a:ext>
            </a:extLst>
          </p:cNvPr>
          <p:cNvSpPr txBox="1">
            <a:spLocks/>
          </p:cNvSpPr>
          <p:nvPr/>
        </p:nvSpPr>
        <p:spPr>
          <a:xfrm>
            <a:off x="552099" y="6290800"/>
            <a:ext cx="10515600" cy="5133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How does this compare to trees we have seen before in the course?</a:t>
            </a:r>
          </a:p>
        </p:txBody>
      </p:sp>
    </p:spTree>
    <p:extLst>
      <p:ext uri="{BB962C8B-B14F-4D97-AF65-F5344CB8AC3E}">
        <p14:creationId xmlns:p14="http://schemas.microsoft.com/office/powerpoint/2010/main" val="187874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765804-96E2-4842-B329-6AA71BDB9A17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2372147" y="2468284"/>
            <a:ext cx="682085" cy="5708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8E9147-A57B-4ECC-94ED-1C54AC429D68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2838521" y="3362427"/>
            <a:ext cx="215711" cy="1620478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BECBD1-5DBD-46D8-AB2F-3E7D161DC41B}"/>
              </a:ext>
            </a:extLst>
          </p:cNvPr>
          <p:cNvCxnSpPr>
            <a:cxnSpLocks/>
            <a:stCxn id="8" idx="1"/>
            <a:endCxn id="6" idx="5"/>
          </p:cNvCxnSpPr>
          <p:nvPr/>
        </p:nvCxnSpPr>
        <p:spPr>
          <a:xfrm flipH="1" flipV="1">
            <a:off x="3377522" y="3362427"/>
            <a:ext cx="542873" cy="9881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C38084-A5CA-4104-9F4F-9CAC242B0F2C}"/>
              </a:ext>
            </a:extLst>
          </p:cNvPr>
          <p:cNvCxnSpPr>
            <a:stCxn id="15" idx="5"/>
            <a:endCxn id="17" idx="1"/>
          </p:cNvCxnSpPr>
          <p:nvPr/>
        </p:nvCxnSpPr>
        <p:spPr>
          <a:xfrm>
            <a:off x="5962371" y="3202091"/>
            <a:ext cx="799469" cy="32067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335E62-DC30-4D7C-8970-713553BEFE87}"/>
              </a:ext>
            </a:extLst>
          </p:cNvPr>
          <p:cNvCxnSpPr>
            <a:cxnSpLocks/>
            <a:stCxn id="5" idx="4"/>
            <a:endCxn id="18" idx="1"/>
          </p:cNvCxnSpPr>
          <p:nvPr/>
        </p:nvCxnSpPr>
        <p:spPr>
          <a:xfrm>
            <a:off x="4477029" y="2811846"/>
            <a:ext cx="305118" cy="194245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7752AB-DE63-4375-B83A-4A0B58FA680F}"/>
              </a:ext>
            </a:extLst>
          </p:cNvPr>
          <p:cNvCxnSpPr>
            <a:cxnSpLocks/>
            <a:stCxn id="18" idx="7"/>
            <a:endCxn id="17" idx="3"/>
          </p:cNvCxnSpPr>
          <p:nvPr/>
        </p:nvCxnSpPr>
        <p:spPr>
          <a:xfrm flipV="1">
            <a:off x="5105437" y="3846054"/>
            <a:ext cx="1656403" cy="90825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816EA3-7E72-443A-A9F2-AECFE82C4D63}"/>
              </a:ext>
            </a:extLst>
          </p:cNvPr>
          <p:cNvCxnSpPr>
            <a:cxnSpLocks/>
            <a:stCxn id="15" idx="5"/>
            <a:endCxn id="19" idx="1"/>
          </p:cNvCxnSpPr>
          <p:nvPr/>
        </p:nvCxnSpPr>
        <p:spPr>
          <a:xfrm>
            <a:off x="5962371" y="3202091"/>
            <a:ext cx="1209602" cy="266663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DBFCBF-E423-4F90-9FA4-1D50F4BB7504}"/>
              </a:ext>
            </a:extLst>
          </p:cNvPr>
          <p:cNvCxnSpPr>
            <a:cxnSpLocks/>
            <a:stCxn id="18" idx="2"/>
            <a:endCxn id="7" idx="5"/>
          </p:cNvCxnSpPr>
          <p:nvPr/>
        </p:nvCxnSpPr>
        <p:spPr>
          <a:xfrm flipH="1">
            <a:off x="2838521" y="4915950"/>
            <a:ext cx="1876671" cy="39024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9C2637-5B80-4337-A819-85591587A6AD}"/>
              </a:ext>
            </a:extLst>
          </p:cNvPr>
          <p:cNvCxnSpPr>
            <a:cxnSpLocks/>
            <a:stCxn id="19" idx="3"/>
            <a:endCxn id="7" idx="4"/>
          </p:cNvCxnSpPr>
          <p:nvPr/>
        </p:nvCxnSpPr>
        <p:spPr>
          <a:xfrm flipH="1" flipV="1">
            <a:off x="2676876" y="5373150"/>
            <a:ext cx="4495097" cy="818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DD2B4-F581-42D1-A7B0-CEB5AD059D70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2838521" y="2744891"/>
            <a:ext cx="1476863" cy="223801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F979FB8-FDEA-42D6-85C6-BD907442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AD195A-4F7D-429B-8629-94B508F60FDA}"/>
              </a:ext>
            </a:extLst>
          </p:cNvPr>
          <p:cNvSpPr/>
          <p:nvPr/>
        </p:nvSpPr>
        <p:spPr>
          <a:xfrm>
            <a:off x="1981902" y="207803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75D61F-F227-417C-BCE0-EF0B8248AC41}"/>
              </a:ext>
            </a:extLst>
          </p:cNvPr>
          <p:cNvSpPr/>
          <p:nvPr/>
        </p:nvSpPr>
        <p:spPr>
          <a:xfrm>
            <a:off x="4248429" y="23546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E7A742-655A-418E-879A-D8B36A1820AD}"/>
              </a:ext>
            </a:extLst>
          </p:cNvPr>
          <p:cNvSpPr/>
          <p:nvPr/>
        </p:nvSpPr>
        <p:spPr>
          <a:xfrm>
            <a:off x="2987277" y="2972182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153525-B846-49BB-A048-4658411B8475}"/>
              </a:ext>
            </a:extLst>
          </p:cNvPr>
          <p:cNvSpPr/>
          <p:nvPr/>
        </p:nvSpPr>
        <p:spPr>
          <a:xfrm>
            <a:off x="2448276" y="49159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DCDF6D-5DAC-4FA0-BB35-B07CD418F0E2}"/>
              </a:ext>
            </a:extLst>
          </p:cNvPr>
          <p:cNvSpPr/>
          <p:nvPr/>
        </p:nvSpPr>
        <p:spPr>
          <a:xfrm>
            <a:off x="3853440" y="428362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B9EE8E-A3EB-43F5-B58E-B28B6B94343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2210502" y="2535239"/>
            <a:ext cx="466374" cy="238071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33BEA4-59A8-45CA-AEBA-92ADDC69070B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2905476" y="4512225"/>
            <a:ext cx="947964" cy="63232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32DA81-C85E-4E1A-9942-0C0D92FF2511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4082040" y="2811846"/>
            <a:ext cx="394989" cy="1471779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2B65753-3705-4249-B339-61091CBE750F}"/>
              </a:ext>
            </a:extLst>
          </p:cNvPr>
          <p:cNvSpPr/>
          <p:nvPr/>
        </p:nvSpPr>
        <p:spPr>
          <a:xfrm>
            <a:off x="5572126" y="2811846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141796-84A4-42B2-9CBC-19FB8A87F60A}"/>
              </a:ext>
            </a:extLst>
          </p:cNvPr>
          <p:cNvSpPr/>
          <p:nvPr/>
        </p:nvSpPr>
        <p:spPr>
          <a:xfrm>
            <a:off x="6694885" y="3455809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F2EACD-7497-4901-82A1-278D240AADC5}"/>
              </a:ext>
            </a:extLst>
          </p:cNvPr>
          <p:cNvSpPr/>
          <p:nvPr/>
        </p:nvSpPr>
        <p:spPr>
          <a:xfrm>
            <a:off x="4715192" y="468735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337822-D2D4-47A5-87EE-E890F2378850}"/>
              </a:ext>
            </a:extLst>
          </p:cNvPr>
          <p:cNvSpPr/>
          <p:nvPr/>
        </p:nvSpPr>
        <p:spPr>
          <a:xfrm>
            <a:off x="7105018" y="580177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2C4EB6-49C0-44B2-94AA-FEC7AEFCF036}"/>
              </a:ext>
            </a:extLst>
          </p:cNvPr>
          <p:cNvCxnSpPr>
            <a:cxnSpLocks/>
            <a:stCxn id="19" idx="0"/>
            <a:endCxn id="17" idx="5"/>
          </p:cNvCxnSpPr>
          <p:nvPr/>
        </p:nvCxnSpPr>
        <p:spPr>
          <a:xfrm flipH="1" flipV="1">
            <a:off x="7085130" y="3846054"/>
            <a:ext cx="248488" cy="195572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222F4-6E66-4989-BA43-7607306C622E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5172392" y="4915950"/>
            <a:ext cx="1932626" cy="111442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D9E678-DD89-4E6F-A469-722433BE3505}"/>
              </a:ext>
            </a:extLst>
          </p:cNvPr>
          <p:cNvCxnSpPr>
            <a:cxnSpLocks/>
            <a:stCxn id="5" idx="5"/>
            <a:endCxn id="15" idx="2"/>
          </p:cNvCxnSpPr>
          <p:nvPr/>
        </p:nvCxnSpPr>
        <p:spPr>
          <a:xfrm>
            <a:off x="4638674" y="2744891"/>
            <a:ext cx="933452" cy="29555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41E478-969A-4595-84E8-7E5DDDA3D366}"/>
              </a:ext>
            </a:extLst>
          </p:cNvPr>
          <p:cNvCxnSpPr>
            <a:cxnSpLocks/>
            <a:stCxn id="15" idx="4"/>
            <a:endCxn id="18" idx="0"/>
          </p:cNvCxnSpPr>
          <p:nvPr/>
        </p:nvCxnSpPr>
        <p:spPr>
          <a:xfrm flipH="1">
            <a:off x="4943792" y="3269046"/>
            <a:ext cx="856934" cy="1418304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8D4F97-BA58-42AD-8ACC-63A04EE1763D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3377522" y="2744891"/>
            <a:ext cx="937862" cy="294246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5A96A41-3CAC-42BA-8DD2-9FE93CA01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spanning tree </a:t>
            </a:r>
            <a:r>
              <a:rPr lang="en-US" dirty="0"/>
              <a:t>is a s</a:t>
            </a:r>
            <a:r>
              <a:rPr lang="en-US" i="1" dirty="0"/>
              <a:t>ubgraph</a:t>
            </a:r>
            <a:r>
              <a:rPr lang="en-US" dirty="0"/>
              <a:t> of original graph that is a </a:t>
            </a:r>
            <a:r>
              <a:rPr lang="en-US" i="1" dirty="0"/>
              <a:t>tree</a:t>
            </a:r>
            <a:r>
              <a:rPr lang="en-US" dirty="0"/>
              <a:t> containing all vertices but only a minimal subset of the original edges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DB884760-8CF8-4571-B1F4-95698701DC0F}"/>
              </a:ext>
            </a:extLst>
          </p:cNvPr>
          <p:cNvSpPr txBox="1">
            <a:spLocks/>
          </p:cNvSpPr>
          <p:nvPr/>
        </p:nvSpPr>
        <p:spPr>
          <a:xfrm>
            <a:off x="552099" y="6290800"/>
            <a:ext cx="10515600" cy="5133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How does this compare to trees we have seen before in the course?</a:t>
            </a:r>
          </a:p>
        </p:txBody>
      </p:sp>
    </p:spTree>
    <p:extLst>
      <p:ext uri="{BB962C8B-B14F-4D97-AF65-F5344CB8AC3E}">
        <p14:creationId xmlns:p14="http://schemas.microsoft.com/office/powerpoint/2010/main" val="273867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Juarez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Fort Worth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Columbus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Erie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Boston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Indianapolis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Detroit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Atlanta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Houston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Galveston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492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Juarez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Fort Worth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Columbus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Erie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Boston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Indianapolis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Detroit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Atlanta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Houston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Galveston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cxnSpLocks/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BC54280-D10F-41B3-8DA1-DC33346018E8}"/>
              </a:ext>
            </a:extLst>
          </p:cNvPr>
          <p:cNvCxnSpPr/>
          <p:nvPr/>
        </p:nvCxnSpPr>
        <p:spPr>
          <a:xfrm flipV="1">
            <a:off x="6994735" y="23824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82A3049-FE8F-4E82-A664-2E11A32E6397}"/>
              </a:ext>
            </a:extLst>
          </p:cNvPr>
          <p:cNvCxnSpPr/>
          <p:nvPr/>
        </p:nvCxnSpPr>
        <p:spPr>
          <a:xfrm flipH="1" flipV="1">
            <a:off x="7523147" y="24178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3CCADF3-30F4-4267-B8B4-2A88EC9598C4}"/>
              </a:ext>
            </a:extLst>
          </p:cNvPr>
          <p:cNvCxnSpPr/>
          <p:nvPr/>
        </p:nvCxnSpPr>
        <p:spPr>
          <a:xfrm flipH="1">
            <a:off x="7764848" y="32053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4E8A097-F4D0-4131-A3D6-1BF223C8F16F}"/>
              </a:ext>
            </a:extLst>
          </p:cNvPr>
          <p:cNvCxnSpPr/>
          <p:nvPr/>
        </p:nvCxnSpPr>
        <p:spPr>
          <a:xfrm flipH="1">
            <a:off x="8006012" y="18528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293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765804-96E2-4842-B329-6AA71BDB9A17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6829163" y="680719"/>
            <a:ext cx="682085" cy="5708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8E9147-A57B-4ECC-94ED-1C54AC429D68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7295537" y="1574862"/>
            <a:ext cx="215711" cy="1620478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BECBD1-5DBD-46D8-AB2F-3E7D161DC41B}"/>
              </a:ext>
            </a:extLst>
          </p:cNvPr>
          <p:cNvCxnSpPr>
            <a:cxnSpLocks/>
            <a:stCxn id="8" idx="1"/>
            <a:endCxn id="6" idx="5"/>
          </p:cNvCxnSpPr>
          <p:nvPr/>
        </p:nvCxnSpPr>
        <p:spPr>
          <a:xfrm flipH="1" flipV="1">
            <a:off x="7834538" y="1574862"/>
            <a:ext cx="542873" cy="98815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C38084-A5CA-4104-9F4F-9CAC242B0F2C}"/>
              </a:ext>
            </a:extLst>
          </p:cNvPr>
          <p:cNvCxnSpPr>
            <a:stCxn id="15" idx="5"/>
            <a:endCxn id="17" idx="1"/>
          </p:cNvCxnSpPr>
          <p:nvPr/>
        </p:nvCxnSpPr>
        <p:spPr>
          <a:xfrm>
            <a:off x="10419387" y="1414526"/>
            <a:ext cx="799469" cy="320673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335E62-DC30-4D7C-8970-713553BEFE87}"/>
              </a:ext>
            </a:extLst>
          </p:cNvPr>
          <p:cNvCxnSpPr>
            <a:cxnSpLocks/>
            <a:stCxn id="5" idx="4"/>
            <a:endCxn id="18" idx="1"/>
          </p:cNvCxnSpPr>
          <p:nvPr/>
        </p:nvCxnSpPr>
        <p:spPr>
          <a:xfrm>
            <a:off x="8934045" y="1024281"/>
            <a:ext cx="305118" cy="194245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7752AB-DE63-4375-B83A-4A0B58FA680F}"/>
              </a:ext>
            </a:extLst>
          </p:cNvPr>
          <p:cNvCxnSpPr>
            <a:cxnSpLocks/>
            <a:stCxn id="18" idx="7"/>
            <a:endCxn id="17" idx="3"/>
          </p:cNvCxnSpPr>
          <p:nvPr/>
        </p:nvCxnSpPr>
        <p:spPr>
          <a:xfrm flipV="1">
            <a:off x="9562453" y="2058489"/>
            <a:ext cx="1656403" cy="90825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816EA3-7E72-443A-A9F2-AECFE82C4D63}"/>
              </a:ext>
            </a:extLst>
          </p:cNvPr>
          <p:cNvCxnSpPr>
            <a:cxnSpLocks/>
            <a:stCxn id="15" idx="5"/>
            <a:endCxn id="19" idx="1"/>
          </p:cNvCxnSpPr>
          <p:nvPr/>
        </p:nvCxnSpPr>
        <p:spPr>
          <a:xfrm>
            <a:off x="10419387" y="1414526"/>
            <a:ext cx="1209602" cy="266663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DBFCBF-E423-4F90-9FA4-1D50F4BB7504}"/>
              </a:ext>
            </a:extLst>
          </p:cNvPr>
          <p:cNvCxnSpPr>
            <a:cxnSpLocks/>
            <a:stCxn id="18" idx="2"/>
            <a:endCxn id="7" idx="5"/>
          </p:cNvCxnSpPr>
          <p:nvPr/>
        </p:nvCxnSpPr>
        <p:spPr>
          <a:xfrm flipH="1">
            <a:off x="7295537" y="3128385"/>
            <a:ext cx="1876671" cy="390245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9C2637-5B80-4337-A819-85591587A6AD}"/>
              </a:ext>
            </a:extLst>
          </p:cNvPr>
          <p:cNvCxnSpPr>
            <a:cxnSpLocks/>
            <a:stCxn id="19" idx="3"/>
            <a:endCxn id="7" idx="4"/>
          </p:cNvCxnSpPr>
          <p:nvPr/>
        </p:nvCxnSpPr>
        <p:spPr>
          <a:xfrm flipH="1" flipV="1">
            <a:off x="7133892" y="3585585"/>
            <a:ext cx="4495097" cy="81887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CDD2B4-F581-42D1-A7B0-CEB5AD059D70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7295537" y="957326"/>
            <a:ext cx="1476863" cy="223801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F979FB8-FDEA-42D6-85C6-BD907442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AD195A-4F7D-429B-8629-94B508F60FDA}"/>
              </a:ext>
            </a:extLst>
          </p:cNvPr>
          <p:cNvSpPr/>
          <p:nvPr/>
        </p:nvSpPr>
        <p:spPr>
          <a:xfrm>
            <a:off x="6438918" y="290474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75D61F-F227-417C-BCE0-EF0B8248AC41}"/>
              </a:ext>
            </a:extLst>
          </p:cNvPr>
          <p:cNvSpPr/>
          <p:nvPr/>
        </p:nvSpPr>
        <p:spPr>
          <a:xfrm>
            <a:off x="8705445" y="567081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5E7A742-655A-418E-879A-D8B36A1820AD}"/>
              </a:ext>
            </a:extLst>
          </p:cNvPr>
          <p:cNvSpPr/>
          <p:nvPr/>
        </p:nvSpPr>
        <p:spPr>
          <a:xfrm>
            <a:off x="7444293" y="1184617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153525-B846-49BB-A048-4658411B8475}"/>
              </a:ext>
            </a:extLst>
          </p:cNvPr>
          <p:cNvSpPr/>
          <p:nvPr/>
        </p:nvSpPr>
        <p:spPr>
          <a:xfrm>
            <a:off x="6905292" y="312838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DCDF6D-5DAC-4FA0-BB35-B07CD418F0E2}"/>
              </a:ext>
            </a:extLst>
          </p:cNvPr>
          <p:cNvSpPr/>
          <p:nvPr/>
        </p:nvSpPr>
        <p:spPr>
          <a:xfrm>
            <a:off x="8310456" y="249606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B9EE8E-A3EB-43F5-B58E-B28B6B94343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>
            <a:off x="6667518" y="747674"/>
            <a:ext cx="466374" cy="238071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33BEA4-59A8-45CA-AEBA-92ADDC69070B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7362492" y="2724660"/>
            <a:ext cx="947964" cy="63232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32DA81-C85E-4E1A-9942-0C0D92FF2511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8539056" y="1024281"/>
            <a:ext cx="394989" cy="1471779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2B65753-3705-4249-B339-61091CBE750F}"/>
              </a:ext>
            </a:extLst>
          </p:cNvPr>
          <p:cNvSpPr/>
          <p:nvPr/>
        </p:nvSpPr>
        <p:spPr>
          <a:xfrm>
            <a:off x="10029142" y="1024281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141796-84A4-42B2-9CBC-19FB8A87F60A}"/>
              </a:ext>
            </a:extLst>
          </p:cNvPr>
          <p:cNvSpPr/>
          <p:nvPr/>
        </p:nvSpPr>
        <p:spPr>
          <a:xfrm>
            <a:off x="11151901" y="1668244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7F2EACD-7497-4901-82A1-278D240AADC5}"/>
              </a:ext>
            </a:extLst>
          </p:cNvPr>
          <p:cNvSpPr/>
          <p:nvPr/>
        </p:nvSpPr>
        <p:spPr>
          <a:xfrm>
            <a:off x="9172208" y="2899785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337822-D2D4-47A5-87EE-E890F2378850}"/>
              </a:ext>
            </a:extLst>
          </p:cNvPr>
          <p:cNvSpPr/>
          <p:nvPr/>
        </p:nvSpPr>
        <p:spPr>
          <a:xfrm>
            <a:off x="11562034" y="401421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2C4EB6-49C0-44B2-94AA-FEC7AEFCF036}"/>
              </a:ext>
            </a:extLst>
          </p:cNvPr>
          <p:cNvCxnSpPr>
            <a:cxnSpLocks/>
            <a:stCxn id="19" idx="0"/>
            <a:endCxn id="17" idx="5"/>
          </p:cNvCxnSpPr>
          <p:nvPr/>
        </p:nvCxnSpPr>
        <p:spPr>
          <a:xfrm flipH="1" flipV="1">
            <a:off x="11542146" y="2058489"/>
            <a:ext cx="248488" cy="195572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5222F4-6E66-4989-BA43-7607306C622E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9629408" y="3128385"/>
            <a:ext cx="1932626" cy="111442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D9E678-DD89-4E6F-A469-722433BE3505}"/>
              </a:ext>
            </a:extLst>
          </p:cNvPr>
          <p:cNvCxnSpPr>
            <a:cxnSpLocks/>
            <a:stCxn id="5" idx="5"/>
            <a:endCxn id="15" idx="2"/>
          </p:cNvCxnSpPr>
          <p:nvPr/>
        </p:nvCxnSpPr>
        <p:spPr>
          <a:xfrm>
            <a:off x="9095690" y="957326"/>
            <a:ext cx="933452" cy="295555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41E478-969A-4595-84E8-7E5DDDA3D366}"/>
              </a:ext>
            </a:extLst>
          </p:cNvPr>
          <p:cNvCxnSpPr>
            <a:cxnSpLocks/>
            <a:stCxn id="15" idx="4"/>
            <a:endCxn id="18" idx="0"/>
          </p:cNvCxnSpPr>
          <p:nvPr/>
        </p:nvCxnSpPr>
        <p:spPr>
          <a:xfrm flipH="1">
            <a:off x="9400808" y="1481481"/>
            <a:ext cx="856934" cy="1418304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8D4F97-BA58-42AD-8ACC-63A04EE1763D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7834538" y="957326"/>
            <a:ext cx="937862" cy="294246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35A96A41-3CAC-42BA-8DD2-9FE93CA01C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2039539"/>
              </a:xfrm>
            </p:spPr>
            <p:txBody>
              <a:bodyPr/>
              <a:lstStyle/>
              <a:p>
                <a:r>
                  <a:rPr lang="en-US" dirty="0"/>
                  <a:t>Complexity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chemeClr val="tx1"/>
                    </a:solidFill>
                  </a:rPr>
                  <a:t>General graph DFS/BFS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with adjacency lists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chemeClr val="tx1"/>
                    </a:solidFill>
                  </a:rPr>
                  <a:t>Running DFS/BFS on spanning tree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35A96A41-3CAC-42BA-8DD2-9FE93CA01C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2039539"/>
              </a:xfrm>
              <a:blipFill>
                <a:blip r:embed="rId2"/>
                <a:stretch>
                  <a:fillRect l="-1217" t="-5090" b="-57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51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DBDE0-2833-4BDF-9CEE-2D7A787F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characterize a tree?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DB4AA3-286B-42D0-9A1B-4B22E25AD1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5253963"/>
              </a:xfrm>
            </p:spPr>
            <p:txBody>
              <a:bodyPr/>
              <a:lstStyle/>
              <a:p>
                <a:r>
                  <a:rPr lang="en-US" dirty="0"/>
                  <a:t>Several different ways:</a:t>
                </a:r>
              </a:p>
              <a:p>
                <a:pPr marL="514350" indent="-514350">
                  <a:buAutoNum type="alphaUcPeriod"/>
                </a:pPr>
                <a:r>
                  <a:rPr lang="en-US" dirty="0">
                    <a:solidFill>
                      <a:schemeClr val="tx1"/>
                    </a:solidFill>
                  </a:rPr>
                  <a:t>Connected graph with no simple cycles</a:t>
                </a:r>
              </a:p>
              <a:p>
                <a:pPr marL="514350" indent="-514350">
                  <a:buAutoNum type="alphaUcPeriod"/>
                </a:pPr>
                <a:r>
                  <a:rPr lang="en-US" dirty="0">
                    <a:solidFill>
                      <a:schemeClr val="tx1"/>
                    </a:solidFill>
                  </a:rPr>
                  <a:t>Recursive:</a:t>
                </a:r>
              </a:p>
              <a:p>
                <a:pPr marL="974725" lvl="2" indent="-514350"/>
                <a:r>
                  <a:rPr lang="en-US" sz="2800" dirty="0"/>
                  <a:t>A vertex</a:t>
                </a:r>
              </a:p>
              <a:p>
                <a:pPr marL="974725" lvl="2" indent="-514350"/>
                <a:r>
                  <a:rPr lang="en-US" sz="2800" dirty="0"/>
                  <a:t>Two trees (</a:t>
                </a:r>
                <a:r>
                  <a:rPr lang="en-US" sz="2800" i="1" dirty="0"/>
                  <a:t>forest</a:t>
                </a:r>
                <a:r>
                  <a:rPr lang="en-US" sz="2800" dirty="0"/>
                  <a:t>) connected by an edge</a:t>
                </a:r>
              </a:p>
              <a:p>
                <a:pPr marL="514350" indent="-514350">
                  <a:buAutoNum type="alphaUcPeriod"/>
                </a:pPr>
                <a:r>
                  <a:rPr lang="en-US" dirty="0">
                    <a:solidFill>
                      <a:schemeClr val="tx1"/>
                    </a:solidFill>
                  </a:rPr>
                  <a:t>Recursive</a:t>
                </a:r>
              </a:p>
              <a:p>
                <a:pPr marL="974725" lvl="2" indent="-514350"/>
                <a:r>
                  <a:rPr lang="en-US" sz="2800" dirty="0"/>
                  <a:t>A vertex</a:t>
                </a:r>
              </a:p>
              <a:p>
                <a:pPr marL="974725" lvl="2" indent="-514350"/>
                <a:r>
                  <a:rPr lang="en-US" sz="2800" dirty="0"/>
                  <a:t>A tree connect to a vertex by an edge</a:t>
                </a:r>
              </a:p>
              <a:p>
                <a:pPr marL="514350" indent="-514350">
                  <a:buAutoNum type="alphaUcPeriod"/>
                </a:pPr>
                <a:r>
                  <a:rPr lang="en-US" dirty="0">
                    <a:solidFill>
                      <a:schemeClr val="tx1"/>
                    </a:solidFill>
                  </a:rPr>
                  <a:t>Connected graph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vertices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edges</a:t>
                </a:r>
              </a:p>
              <a:p>
                <a:pPr marL="514350" indent="-514350">
                  <a:buAutoNum type="alphaUcPeriod"/>
                </a:pPr>
                <a:r>
                  <a:rPr lang="en-US" dirty="0">
                    <a:solidFill>
                      <a:schemeClr val="tx1"/>
                    </a:solidFill>
                  </a:rPr>
                  <a:t>Connected graph with </a:t>
                </a:r>
                <a:r>
                  <a:rPr lang="en-US" i="1" dirty="0">
                    <a:solidFill>
                      <a:schemeClr val="tx1"/>
                    </a:solidFill>
                  </a:rPr>
                  <a:t>exactly one</a:t>
                </a:r>
                <a:r>
                  <a:rPr lang="en-US" dirty="0">
                    <a:solidFill>
                      <a:schemeClr val="tx1"/>
                    </a:solidFill>
                  </a:rPr>
                  <a:t> path between any two vertices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DB4AA3-286B-42D0-9A1B-4B22E25AD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5253963"/>
              </a:xfrm>
              <a:blipFill>
                <a:blip r:embed="rId2"/>
                <a:stretch>
                  <a:fillRect l="-1217" t="-1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23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8F2B00-1C84-4F7F-9CD9-80B1C35C721F}"/>
              </a:ext>
            </a:extLst>
          </p:cNvPr>
          <p:cNvCxnSpPr>
            <a:stCxn id="15" idx="5"/>
            <a:endCxn id="18" idx="1"/>
          </p:cNvCxnSpPr>
          <p:nvPr/>
        </p:nvCxnSpPr>
        <p:spPr>
          <a:xfrm>
            <a:off x="1274532" y="2585548"/>
            <a:ext cx="552658" cy="72446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F517EE6-2CAC-41A4-9B8D-05C456E50149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>
            <a:off x="1112887" y="2652503"/>
            <a:ext cx="0" cy="155299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B180C7-C21A-40D9-8842-BE3C679A2E03}"/>
              </a:ext>
            </a:extLst>
          </p:cNvPr>
          <p:cNvCxnSpPr>
            <a:cxnSpLocks/>
            <a:stCxn id="19" idx="7"/>
            <a:endCxn id="18" idx="3"/>
          </p:cNvCxnSpPr>
          <p:nvPr/>
        </p:nvCxnSpPr>
        <p:spPr>
          <a:xfrm flipV="1">
            <a:off x="1274532" y="3633298"/>
            <a:ext cx="552658" cy="63915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9A2EDC-B28D-49B6-8FCE-9FD9B678206F}"/>
              </a:ext>
            </a:extLst>
          </p:cNvPr>
          <p:cNvCxnSpPr>
            <a:cxnSpLocks/>
            <a:stCxn id="20" idx="1"/>
            <a:endCxn id="18" idx="5"/>
          </p:cNvCxnSpPr>
          <p:nvPr/>
        </p:nvCxnSpPr>
        <p:spPr>
          <a:xfrm flipH="1" flipV="1">
            <a:off x="2150480" y="3633298"/>
            <a:ext cx="533960" cy="63915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F33871-5B31-47D5-BEF4-1A9A6819F6E0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41487" y="4434097"/>
            <a:ext cx="1275998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6105AA-BB25-404B-BE01-8D77C571E92A}"/>
              </a:ext>
            </a:extLst>
          </p:cNvPr>
          <p:cNvCxnSpPr>
            <a:cxnSpLocks/>
            <a:stCxn id="16" idx="4"/>
            <a:endCxn id="20" idx="0"/>
          </p:cNvCxnSpPr>
          <p:nvPr/>
        </p:nvCxnSpPr>
        <p:spPr>
          <a:xfrm>
            <a:off x="2846085" y="2652503"/>
            <a:ext cx="0" cy="155299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D3DA7A-5F55-44F2-A7DC-11231D80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spanning tree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3B7681-3F4D-49CE-A23F-CA72A14ED23D}"/>
              </a:ext>
            </a:extLst>
          </p:cNvPr>
          <p:cNvSpPr/>
          <p:nvPr/>
        </p:nvSpPr>
        <p:spPr>
          <a:xfrm>
            <a:off x="884287" y="2195303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504561-419A-4232-B2AD-B0C48588930C}"/>
              </a:ext>
            </a:extLst>
          </p:cNvPr>
          <p:cNvSpPr/>
          <p:nvPr/>
        </p:nvSpPr>
        <p:spPr>
          <a:xfrm>
            <a:off x="2617485" y="2195303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38FE5B-C109-4AF3-A987-3270B3EC2066}"/>
              </a:ext>
            </a:extLst>
          </p:cNvPr>
          <p:cNvSpPr/>
          <p:nvPr/>
        </p:nvSpPr>
        <p:spPr>
          <a:xfrm>
            <a:off x="1760235" y="3243053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B88D5EE-8F27-4CC5-AE8F-37C68B04619C}"/>
              </a:ext>
            </a:extLst>
          </p:cNvPr>
          <p:cNvSpPr/>
          <p:nvPr/>
        </p:nvSpPr>
        <p:spPr>
          <a:xfrm>
            <a:off x="884287" y="4205497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4AB685A-2194-424D-8AFF-FB3F48CF19DE}"/>
              </a:ext>
            </a:extLst>
          </p:cNvPr>
          <p:cNvSpPr/>
          <p:nvPr/>
        </p:nvSpPr>
        <p:spPr>
          <a:xfrm>
            <a:off x="2617485" y="4205497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61619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7FA1-A1FE-4D56-BEF5-1BEF12AD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AF945-816A-42DB-8FCA-8B4133D9E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6220840" cy="4107408"/>
          </a:xfrm>
        </p:spPr>
        <p:txBody>
          <a:bodyPr/>
          <a:lstStyle/>
          <a:p>
            <a:r>
              <a:rPr lang="en-US" dirty="0"/>
              <a:t>Edge-centric algorithm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T = </a:t>
            </a:r>
            <a:r>
              <a:rPr lang="en-US" dirty="0" err="1">
                <a:solidFill>
                  <a:schemeClr val="tx1"/>
                </a:solidFill>
              </a:rPr>
              <a:t>graph_new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For each edge (</a:t>
            </a:r>
            <a:r>
              <a:rPr lang="en-US" dirty="0" err="1">
                <a:solidFill>
                  <a:schemeClr val="tx1"/>
                </a:solidFill>
              </a:rPr>
              <a:t>i,j</a:t>
            </a:r>
            <a:r>
              <a:rPr lang="en-US" dirty="0">
                <a:solidFill>
                  <a:schemeClr val="tx1"/>
                </a:solidFill>
              </a:rPr>
              <a:t>) of G:</a:t>
            </a:r>
          </a:p>
          <a:p>
            <a:r>
              <a:rPr lang="en-US" dirty="0">
                <a:solidFill>
                  <a:schemeClr val="tx1"/>
                </a:solidFill>
              </a:rPr>
              <a:t>	Is there a path from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to j in T?</a:t>
            </a:r>
          </a:p>
          <a:p>
            <a:r>
              <a:rPr lang="en-US" dirty="0">
                <a:solidFill>
                  <a:schemeClr val="tx1"/>
                </a:solidFill>
              </a:rPr>
              <a:t>		Yes: Discard edge</a:t>
            </a:r>
          </a:p>
          <a:p>
            <a:r>
              <a:rPr lang="en-US" dirty="0">
                <a:solidFill>
                  <a:schemeClr val="tx1"/>
                </a:solidFill>
              </a:rPr>
              <a:t>		No: Add edge to 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E31FFD-D931-461B-A3F4-D0FA4BE09B09}"/>
              </a:ext>
            </a:extLst>
          </p:cNvPr>
          <p:cNvSpPr txBox="1">
            <a:spLocks/>
          </p:cNvSpPr>
          <p:nvPr/>
        </p:nvSpPr>
        <p:spPr>
          <a:xfrm>
            <a:off x="6772939" y="1113482"/>
            <a:ext cx="4294759" cy="410740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Complexity</a:t>
            </a:r>
          </a:p>
          <a:p>
            <a:r>
              <a:rPr lang="en-US" dirty="0"/>
              <a:t>O(1)</a:t>
            </a:r>
          </a:p>
          <a:p>
            <a:r>
              <a:rPr lang="en-US" dirty="0"/>
              <a:t>e * </a:t>
            </a:r>
          </a:p>
          <a:p>
            <a:r>
              <a:rPr lang="en-US" dirty="0"/>
              <a:t>      O(v)</a:t>
            </a:r>
          </a:p>
          <a:p>
            <a:r>
              <a:rPr lang="en-US" dirty="0"/>
              <a:t>      O(1)</a:t>
            </a:r>
          </a:p>
          <a:p>
            <a:r>
              <a:rPr lang="en-US" dirty="0"/>
              <a:t>      O(1)</a:t>
            </a:r>
          </a:p>
          <a:p>
            <a:endParaRPr lang="en-US" sz="400" dirty="0"/>
          </a:p>
          <a:p>
            <a:r>
              <a:rPr lang="en-US" dirty="0"/>
              <a:t>= O(</a:t>
            </a:r>
            <a:r>
              <a:rPr lang="en-US" dirty="0" err="1"/>
              <a:t>ev</a:t>
            </a:r>
            <a:r>
              <a:rPr lang="en-US" dirty="0"/>
              <a:t>)</a:t>
            </a: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E87E5A91-AD55-489F-81F3-0EB3BD37E946}"/>
              </a:ext>
            </a:extLst>
          </p:cNvPr>
          <p:cNvSpPr txBox="1">
            <a:spLocks/>
          </p:cNvSpPr>
          <p:nvPr/>
        </p:nvSpPr>
        <p:spPr>
          <a:xfrm>
            <a:off x="552099" y="5232495"/>
            <a:ext cx="9513389" cy="36150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Greedy algorithm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Choice at each step will be part of the solution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No need for backtracking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0D2A298-93A5-4E41-AF0C-F821A2BC328F}"/>
              </a:ext>
            </a:extLst>
          </p:cNvPr>
          <p:cNvCxnSpPr>
            <a:stCxn id="57" idx="5"/>
            <a:endCxn id="59" idx="1"/>
          </p:cNvCxnSpPr>
          <p:nvPr/>
        </p:nvCxnSpPr>
        <p:spPr>
          <a:xfrm>
            <a:off x="9673871" y="793658"/>
            <a:ext cx="552658" cy="72446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FEDB048-6574-4209-A15B-B11C81304D86}"/>
              </a:ext>
            </a:extLst>
          </p:cNvPr>
          <p:cNvCxnSpPr>
            <a:cxnSpLocks/>
            <a:stCxn id="57" idx="4"/>
            <a:endCxn id="60" idx="0"/>
          </p:cNvCxnSpPr>
          <p:nvPr/>
        </p:nvCxnSpPr>
        <p:spPr>
          <a:xfrm>
            <a:off x="9512226" y="860613"/>
            <a:ext cx="0" cy="155299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F494186-0C66-4A9C-AF1B-3A36859416B4}"/>
              </a:ext>
            </a:extLst>
          </p:cNvPr>
          <p:cNvCxnSpPr>
            <a:cxnSpLocks/>
            <a:stCxn id="60" idx="7"/>
            <a:endCxn id="59" idx="3"/>
          </p:cNvCxnSpPr>
          <p:nvPr/>
        </p:nvCxnSpPr>
        <p:spPr>
          <a:xfrm flipV="1">
            <a:off x="9673871" y="1841408"/>
            <a:ext cx="552658" cy="63915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4020D93-9EF2-4A12-9B3A-A83072632F46}"/>
              </a:ext>
            </a:extLst>
          </p:cNvPr>
          <p:cNvCxnSpPr>
            <a:cxnSpLocks/>
            <a:stCxn id="61" idx="1"/>
            <a:endCxn id="59" idx="5"/>
          </p:cNvCxnSpPr>
          <p:nvPr/>
        </p:nvCxnSpPr>
        <p:spPr>
          <a:xfrm flipH="1" flipV="1">
            <a:off x="10549819" y="1841408"/>
            <a:ext cx="533960" cy="63915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B15E60B-3813-42C7-9D40-805F9DA6C533}"/>
              </a:ext>
            </a:extLst>
          </p:cNvPr>
          <p:cNvCxnSpPr>
            <a:cxnSpLocks/>
            <a:stCxn id="60" idx="6"/>
            <a:endCxn id="61" idx="2"/>
          </p:cNvCxnSpPr>
          <p:nvPr/>
        </p:nvCxnSpPr>
        <p:spPr>
          <a:xfrm>
            <a:off x="9740826" y="2642207"/>
            <a:ext cx="1275998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B3D1BAA-1A71-4C3B-857C-86F21912231C}"/>
              </a:ext>
            </a:extLst>
          </p:cNvPr>
          <p:cNvCxnSpPr>
            <a:cxnSpLocks/>
            <a:stCxn id="58" idx="4"/>
            <a:endCxn id="61" idx="0"/>
          </p:cNvCxnSpPr>
          <p:nvPr/>
        </p:nvCxnSpPr>
        <p:spPr>
          <a:xfrm>
            <a:off x="11245424" y="860613"/>
            <a:ext cx="0" cy="155299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30A2C17A-76A2-4C3A-968D-ACCCC78BF681}"/>
              </a:ext>
            </a:extLst>
          </p:cNvPr>
          <p:cNvSpPr/>
          <p:nvPr/>
        </p:nvSpPr>
        <p:spPr>
          <a:xfrm>
            <a:off x="9283626" y="403413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FCA32AB-A100-4139-B4FB-E59AE07AA991}"/>
              </a:ext>
            </a:extLst>
          </p:cNvPr>
          <p:cNvSpPr/>
          <p:nvPr/>
        </p:nvSpPr>
        <p:spPr>
          <a:xfrm>
            <a:off x="11016824" y="403413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D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691646E-AD14-4AD4-8FB1-0AA9D44D8C00}"/>
              </a:ext>
            </a:extLst>
          </p:cNvPr>
          <p:cNvSpPr/>
          <p:nvPr/>
        </p:nvSpPr>
        <p:spPr>
          <a:xfrm>
            <a:off x="10159574" y="1451163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4790A6A-0A8C-443C-BDFC-D6EF91C283A8}"/>
              </a:ext>
            </a:extLst>
          </p:cNvPr>
          <p:cNvSpPr/>
          <p:nvPr/>
        </p:nvSpPr>
        <p:spPr>
          <a:xfrm>
            <a:off x="9283626" y="2413607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7B0B0A5-7E68-410F-90F4-433E8DE5FEB3}"/>
              </a:ext>
            </a:extLst>
          </p:cNvPr>
          <p:cNvSpPr/>
          <p:nvPr/>
        </p:nvSpPr>
        <p:spPr>
          <a:xfrm>
            <a:off x="11016824" y="2413607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D4D15338-C23C-48DC-BA5A-A5B1C5B35505}"/>
              </a:ext>
            </a:extLst>
          </p:cNvPr>
          <p:cNvSpPr txBox="1">
            <a:spLocks/>
          </p:cNvSpPr>
          <p:nvPr/>
        </p:nvSpPr>
        <p:spPr>
          <a:xfrm>
            <a:off x="552099" y="4587965"/>
            <a:ext cx="3056000" cy="36150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Exit early?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0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2" grpId="0"/>
      <p:bldP spid="6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7FA1-A1FE-4D56-BEF5-1BEF12AD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spanning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AF945-816A-42DB-8FCA-8B4133D9EE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5992241" cy="4107408"/>
              </a:xfrm>
            </p:spPr>
            <p:txBody>
              <a:bodyPr/>
              <a:lstStyle/>
              <a:p>
                <a:r>
                  <a:rPr lang="en-US" dirty="0"/>
                  <a:t>Vertex-centric algorithm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Pick vertex and put it in T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Repeat until all vertices are in T: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	Find an edge (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, j) between vertex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 	      where 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 and j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	Add vertex j and edge (</a:t>
                </a:r>
                <a:r>
                  <a:rPr lang="en-US" dirty="0" err="1">
                    <a:solidFill>
                      <a:schemeClr val="tx1"/>
                    </a:solidFill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</a:rPr>
                  <a:t>, j) to 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AF945-816A-42DB-8FCA-8B4133D9EE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5992241" cy="4107408"/>
              </a:xfrm>
              <a:blipFill>
                <a:blip r:embed="rId2"/>
                <a:stretch>
                  <a:fillRect l="-2136" t="-2526" r="-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FBC3C4-E516-41D2-9C05-9C47A1DFB11D}"/>
              </a:ext>
            </a:extLst>
          </p:cNvPr>
          <p:cNvCxnSpPr>
            <a:stCxn id="54" idx="5"/>
            <a:endCxn id="56" idx="1"/>
          </p:cNvCxnSpPr>
          <p:nvPr/>
        </p:nvCxnSpPr>
        <p:spPr>
          <a:xfrm>
            <a:off x="9675307" y="800573"/>
            <a:ext cx="552658" cy="72446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7BAEF51-EEC7-43C5-B441-EEF8E6427FE1}"/>
              </a:ext>
            </a:extLst>
          </p:cNvPr>
          <p:cNvCxnSpPr>
            <a:cxnSpLocks/>
            <a:stCxn id="54" idx="4"/>
            <a:endCxn id="57" idx="0"/>
          </p:cNvCxnSpPr>
          <p:nvPr/>
        </p:nvCxnSpPr>
        <p:spPr>
          <a:xfrm>
            <a:off x="9513662" y="867528"/>
            <a:ext cx="0" cy="155299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C491B41-63D2-4767-8A80-5A8DDD430F83}"/>
              </a:ext>
            </a:extLst>
          </p:cNvPr>
          <p:cNvCxnSpPr>
            <a:cxnSpLocks/>
            <a:stCxn id="57" idx="7"/>
            <a:endCxn id="56" idx="3"/>
          </p:cNvCxnSpPr>
          <p:nvPr/>
        </p:nvCxnSpPr>
        <p:spPr>
          <a:xfrm flipV="1">
            <a:off x="9675307" y="1848323"/>
            <a:ext cx="552658" cy="63915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F9A155D-4DD4-49ED-8812-03F901BEE3ED}"/>
              </a:ext>
            </a:extLst>
          </p:cNvPr>
          <p:cNvCxnSpPr>
            <a:cxnSpLocks/>
            <a:stCxn id="58" idx="1"/>
            <a:endCxn id="56" idx="5"/>
          </p:cNvCxnSpPr>
          <p:nvPr/>
        </p:nvCxnSpPr>
        <p:spPr>
          <a:xfrm flipH="1" flipV="1">
            <a:off x="10551255" y="1848323"/>
            <a:ext cx="533960" cy="63915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A69FBD7-C2AD-4AD1-BA7F-FC947CCDEB93}"/>
              </a:ext>
            </a:extLst>
          </p:cNvPr>
          <p:cNvCxnSpPr>
            <a:cxnSpLocks/>
            <a:stCxn id="57" idx="6"/>
            <a:endCxn id="58" idx="2"/>
          </p:cNvCxnSpPr>
          <p:nvPr/>
        </p:nvCxnSpPr>
        <p:spPr>
          <a:xfrm>
            <a:off x="9742262" y="2649122"/>
            <a:ext cx="1275998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3A263D3-82D6-495B-AC07-8A32DD9C18A4}"/>
              </a:ext>
            </a:extLst>
          </p:cNvPr>
          <p:cNvCxnSpPr>
            <a:cxnSpLocks/>
            <a:stCxn id="55" idx="4"/>
            <a:endCxn id="58" idx="0"/>
          </p:cNvCxnSpPr>
          <p:nvPr/>
        </p:nvCxnSpPr>
        <p:spPr>
          <a:xfrm>
            <a:off x="11246860" y="867528"/>
            <a:ext cx="0" cy="1552994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397B5FAE-4B53-4FA0-AF5F-2A2D506712AC}"/>
              </a:ext>
            </a:extLst>
          </p:cNvPr>
          <p:cNvSpPr/>
          <p:nvPr/>
        </p:nvSpPr>
        <p:spPr>
          <a:xfrm>
            <a:off x="9285062" y="410328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A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4F40059-35A9-49B8-BAC6-C1D7C1C40ECF}"/>
              </a:ext>
            </a:extLst>
          </p:cNvPr>
          <p:cNvSpPr/>
          <p:nvPr/>
        </p:nvSpPr>
        <p:spPr>
          <a:xfrm>
            <a:off x="11018260" y="410328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D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3BC939B-F0F0-4755-8B36-C4593C65F415}"/>
              </a:ext>
            </a:extLst>
          </p:cNvPr>
          <p:cNvSpPr/>
          <p:nvPr/>
        </p:nvSpPr>
        <p:spPr>
          <a:xfrm>
            <a:off x="10161010" y="1458078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06541F1-740F-4701-A3CC-AFD3CC6EA18F}"/>
              </a:ext>
            </a:extLst>
          </p:cNvPr>
          <p:cNvSpPr/>
          <p:nvPr/>
        </p:nvSpPr>
        <p:spPr>
          <a:xfrm>
            <a:off x="9285062" y="2420522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B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84B7602-4C12-4E6E-8CEB-4C41A7B678AA}"/>
              </a:ext>
            </a:extLst>
          </p:cNvPr>
          <p:cNvSpPr/>
          <p:nvPr/>
        </p:nvSpPr>
        <p:spPr>
          <a:xfrm>
            <a:off x="11018260" y="2420522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99739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7FA1-A1FE-4D56-BEF5-1BEF12AD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AF945-816A-42DB-8FCA-8B4133D9E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8" y="1113178"/>
            <a:ext cx="11093349" cy="4107408"/>
          </a:xfrm>
        </p:spPr>
        <p:txBody>
          <a:bodyPr/>
          <a:lstStyle/>
          <a:p>
            <a:r>
              <a:rPr lang="en-US" dirty="0"/>
              <a:t>Vertex-centric algorithm (with worklist)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Pick vertex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  <a:p>
            <a:pPr marL="1141413" lvl="3" indent="-457200"/>
            <a:r>
              <a:rPr lang="en-US" sz="2800" dirty="0">
                <a:solidFill>
                  <a:schemeClr val="tx1"/>
                </a:solidFill>
              </a:rPr>
              <a:t>Mark </a:t>
            </a:r>
            <a:r>
              <a:rPr lang="en-US" sz="2800" dirty="0" err="1">
                <a:solidFill>
                  <a:schemeClr val="tx1"/>
                </a:solidFill>
              </a:rPr>
              <a:t>i</a:t>
            </a:r>
            <a:endParaRPr lang="en-US" sz="2800" dirty="0">
              <a:solidFill>
                <a:schemeClr val="tx1"/>
              </a:solidFill>
            </a:endParaRPr>
          </a:p>
          <a:p>
            <a:pPr marL="1141413" lvl="3" indent="-457200"/>
            <a:r>
              <a:rPr lang="en-US" sz="2800" dirty="0">
                <a:solidFill>
                  <a:schemeClr val="tx1"/>
                </a:solidFill>
              </a:rPr>
              <a:t>Add all edges (</a:t>
            </a:r>
            <a:r>
              <a:rPr lang="en-US" sz="2800" dirty="0" err="1">
                <a:solidFill>
                  <a:schemeClr val="tx1"/>
                </a:solidFill>
              </a:rPr>
              <a:t>i</a:t>
            </a:r>
            <a:r>
              <a:rPr lang="en-US" sz="2800" dirty="0">
                <a:solidFill>
                  <a:schemeClr val="tx1"/>
                </a:solidFill>
              </a:rPr>
              <a:t>, j) to worklist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Repeat until worklist is empty:</a:t>
            </a:r>
          </a:p>
          <a:p>
            <a:r>
              <a:rPr lang="en-US" dirty="0">
                <a:solidFill>
                  <a:schemeClr val="tx1"/>
                </a:solidFill>
              </a:rPr>
              <a:t>	Pick an edge (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, j) from the worklist</a:t>
            </a:r>
          </a:p>
          <a:p>
            <a:r>
              <a:rPr lang="en-US" dirty="0">
                <a:solidFill>
                  <a:schemeClr val="tx1"/>
                </a:solidFill>
              </a:rPr>
              <a:t> 	If j is marked, discard edge</a:t>
            </a:r>
          </a:p>
          <a:p>
            <a:r>
              <a:rPr lang="en-US" dirty="0">
                <a:solidFill>
                  <a:schemeClr val="tx1"/>
                </a:solidFill>
              </a:rPr>
              <a:t>	Else</a:t>
            </a:r>
          </a:p>
          <a:p>
            <a:pPr marL="1371600" lvl="4" indent="-457200"/>
            <a:r>
              <a:rPr lang="en-US" sz="2800" dirty="0">
                <a:solidFill>
                  <a:schemeClr val="tx1"/>
                </a:solidFill>
              </a:rPr>
              <a:t>Add (</a:t>
            </a:r>
            <a:r>
              <a:rPr lang="en-US" sz="2800" dirty="0" err="1">
                <a:solidFill>
                  <a:schemeClr val="tx1"/>
                </a:solidFill>
              </a:rPr>
              <a:t>i</a:t>
            </a:r>
            <a:r>
              <a:rPr lang="en-US" sz="2800" dirty="0">
                <a:solidFill>
                  <a:schemeClr val="tx1"/>
                </a:solidFill>
              </a:rPr>
              <a:t>, j) to T</a:t>
            </a:r>
          </a:p>
          <a:p>
            <a:pPr marL="1371600" lvl="4" indent="-457200"/>
            <a:r>
              <a:rPr lang="en-US" sz="2800" dirty="0"/>
              <a:t>Mark v</a:t>
            </a:r>
          </a:p>
          <a:p>
            <a:pPr marL="1371600" lvl="4" indent="-457200"/>
            <a:r>
              <a:rPr lang="en-US" sz="2800" dirty="0">
                <a:solidFill>
                  <a:schemeClr val="tx1"/>
                </a:solidFill>
              </a:rPr>
              <a:t>Add all edges (j, k) to worklist (if k is not marked)</a:t>
            </a:r>
            <a:endParaRPr lang="en-US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n-US" dirty="0">
                <a:solidFill>
                  <a:schemeClr val="tx1"/>
                </a:solidFill>
              </a:rPr>
              <a:t>If T has fewer than v-1 edges, pick unmarked vertex and repeat (1)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674F63-349A-49A4-9703-1D5458734EBC}"/>
              </a:ext>
            </a:extLst>
          </p:cNvPr>
          <p:cNvCxnSpPr>
            <a:stCxn id="49" idx="5"/>
            <a:endCxn id="51" idx="1"/>
          </p:cNvCxnSpPr>
          <p:nvPr/>
        </p:nvCxnSpPr>
        <p:spPr>
          <a:xfrm>
            <a:off x="9673871" y="793658"/>
            <a:ext cx="552658" cy="72446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5A360A2-F130-4F0E-8741-6175F2B21B08}"/>
              </a:ext>
            </a:extLst>
          </p:cNvPr>
          <p:cNvCxnSpPr>
            <a:cxnSpLocks/>
            <a:stCxn id="49" idx="4"/>
            <a:endCxn id="52" idx="0"/>
          </p:cNvCxnSpPr>
          <p:nvPr/>
        </p:nvCxnSpPr>
        <p:spPr>
          <a:xfrm>
            <a:off x="9512226" y="860613"/>
            <a:ext cx="0" cy="155299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F91EF6B-04B6-4A45-AD7A-EBCDD35088FE}"/>
              </a:ext>
            </a:extLst>
          </p:cNvPr>
          <p:cNvCxnSpPr>
            <a:cxnSpLocks/>
            <a:stCxn id="52" idx="7"/>
            <a:endCxn id="51" idx="3"/>
          </p:cNvCxnSpPr>
          <p:nvPr/>
        </p:nvCxnSpPr>
        <p:spPr>
          <a:xfrm flipV="1">
            <a:off x="9673871" y="1841408"/>
            <a:ext cx="552658" cy="63915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1CDE15-69D4-411A-B2BD-3E4B1DF321F6}"/>
              </a:ext>
            </a:extLst>
          </p:cNvPr>
          <p:cNvCxnSpPr>
            <a:cxnSpLocks/>
            <a:stCxn id="53" idx="1"/>
            <a:endCxn id="51" idx="5"/>
          </p:cNvCxnSpPr>
          <p:nvPr/>
        </p:nvCxnSpPr>
        <p:spPr>
          <a:xfrm flipH="1" flipV="1">
            <a:off x="10549819" y="1841408"/>
            <a:ext cx="533960" cy="63915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598375-9BDC-409D-B460-AC1EE042C4FA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>
          <a:xfrm>
            <a:off x="9740826" y="2642207"/>
            <a:ext cx="1275998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1EFDE2E-A0FA-4B00-8A07-97FEC16F0F20}"/>
              </a:ext>
            </a:extLst>
          </p:cNvPr>
          <p:cNvCxnSpPr>
            <a:cxnSpLocks/>
            <a:stCxn id="50" idx="4"/>
            <a:endCxn id="53" idx="0"/>
          </p:cNvCxnSpPr>
          <p:nvPr/>
        </p:nvCxnSpPr>
        <p:spPr>
          <a:xfrm>
            <a:off x="11245424" y="860613"/>
            <a:ext cx="0" cy="155299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391FC460-9B59-48D3-8542-33226CAA4A1D}"/>
              </a:ext>
            </a:extLst>
          </p:cNvPr>
          <p:cNvSpPr/>
          <p:nvPr/>
        </p:nvSpPr>
        <p:spPr>
          <a:xfrm>
            <a:off x="9283626" y="403413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9176DBE-3A95-4B9E-A340-93583A7E3BF3}"/>
              </a:ext>
            </a:extLst>
          </p:cNvPr>
          <p:cNvSpPr/>
          <p:nvPr/>
        </p:nvSpPr>
        <p:spPr>
          <a:xfrm>
            <a:off x="11016824" y="403413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D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EEBFE6E-9FC4-412D-978D-C93A60A3AE6B}"/>
              </a:ext>
            </a:extLst>
          </p:cNvPr>
          <p:cNvSpPr/>
          <p:nvPr/>
        </p:nvSpPr>
        <p:spPr>
          <a:xfrm>
            <a:off x="10159574" y="1451163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E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4F00541-2347-4214-883D-7BD2C50D6278}"/>
              </a:ext>
            </a:extLst>
          </p:cNvPr>
          <p:cNvSpPr/>
          <p:nvPr/>
        </p:nvSpPr>
        <p:spPr>
          <a:xfrm>
            <a:off x="9283626" y="2413607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4F27B86-B3B4-4203-B053-34C5D0D05DB9}"/>
              </a:ext>
            </a:extLst>
          </p:cNvPr>
          <p:cNvSpPr/>
          <p:nvPr/>
        </p:nvSpPr>
        <p:spPr>
          <a:xfrm>
            <a:off x="11016824" y="2413607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29055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30255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  <a:br>
              <a:rPr lang="en-US" sz="2800" dirty="0">
                <a:solidFill>
                  <a:prstClr val="black"/>
                </a:solidFill>
                <a:latin typeface="Calibri"/>
              </a:rPr>
            </a:br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C-H(11)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3"/>
            <a:ext cx="22716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393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1" grpId="0"/>
      <p:bldP spid="112" grpId="0"/>
      <p:bldP spid="114" grpId="0"/>
      <p:bldP spid="115" grpId="0"/>
      <p:bldP spid="116" grpId="0"/>
      <p:bldP spid="117" grpId="0"/>
      <p:bldP spid="119" grpId="0"/>
      <p:bldP spid="120" grpId="0"/>
      <p:bldP spid="121" grpId="0"/>
      <p:bldP spid="123" grpId="0"/>
      <p:bldP spid="124" grpId="0"/>
      <p:bldP spid="125" grpId="0"/>
      <p:bldP spid="126" grpId="0"/>
      <p:bldP spid="127" grpId="0"/>
      <p:bldP spid="128" grpId="0"/>
      <p:bldP spid="133" grpId="0"/>
      <p:bldP spid="24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7FA1-A1FE-4D56-BEF5-1BEF12AD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</a:t>
            </a:r>
            <a:r>
              <a:rPr lang="en-US" i="1" dirty="0"/>
              <a:t>minimum</a:t>
            </a:r>
            <a:r>
              <a:rPr lang="en-US" dirty="0"/>
              <a:t>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AF945-816A-42DB-8FCA-8B4133D9E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8" y="1113178"/>
            <a:ext cx="7071445" cy="4107408"/>
          </a:xfrm>
        </p:spPr>
        <p:txBody>
          <a:bodyPr/>
          <a:lstStyle/>
          <a:p>
            <a:r>
              <a:rPr lang="en-US" dirty="0"/>
              <a:t>Edge-centric algorithm: Kruskal’s algorithm</a:t>
            </a:r>
          </a:p>
          <a:p>
            <a:r>
              <a:rPr lang="en-US" b="1" dirty="0">
                <a:solidFill>
                  <a:schemeClr val="tx1"/>
                </a:solidFill>
              </a:rPr>
              <a:t>Sort</a:t>
            </a:r>
            <a:r>
              <a:rPr lang="en-US" dirty="0">
                <a:solidFill>
                  <a:schemeClr val="tx1"/>
                </a:solidFill>
              </a:rPr>
              <a:t> edges</a:t>
            </a:r>
          </a:p>
          <a:p>
            <a:r>
              <a:rPr lang="en-US" dirty="0">
                <a:solidFill>
                  <a:schemeClr val="tx1"/>
                </a:solidFill>
              </a:rPr>
              <a:t>T = </a:t>
            </a:r>
            <a:r>
              <a:rPr lang="en-US" dirty="0" err="1">
                <a:solidFill>
                  <a:schemeClr val="tx1"/>
                </a:solidFill>
              </a:rPr>
              <a:t>graph_new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For each edge (</a:t>
            </a:r>
            <a:r>
              <a:rPr lang="en-US" dirty="0" err="1">
                <a:solidFill>
                  <a:schemeClr val="tx1"/>
                </a:solidFill>
              </a:rPr>
              <a:t>i,j</a:t>
            </a:r>
            <a:r>
              <a:rPr lang="en-US" dirty="0">
                <a:solidFill>
                  <a:schemeClr val="tx1"/>
                </a:solidFill>
              </a:rPr>
              <a:t>) of G:</a:t>
            </a:r>
          </a:p>
          <a:p>
            <a:r>
              <a:rPr lang="en-US" dirty="0">
                <a:solidFill>
                  <a:schemeClr val="tx1"/>
                </a:solidFill>
              </a:rPr>
              <a:t>	Are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and j already connected in T?</a:t>
            </a:r>
          </a:p>
          <a:p>
            <a:r>
              <a:rPr lang="en-US" dirty="0">
                <a:solidFill>
                  <a:schemeClr val="tx1"/>
                </a:solidFill>
              </a:rPr>
              <a:t>		Yes: Discard edge</a:t>
            </a:r>
          </a:p>
          <a:p>
            <a:r>
              <a:rPr lang="en-US" dirty="0">
                <a:solidFill>
                  <a:schemeClr val="tx1"/>
                </a:solidFill>
              </a:rPr>
              <a:t>		No: Add edge to 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E31FFD-D931-461B-A3F4-D0FA4BE09B09}"/>
              </a:ext>
            </a:extLst>
          </p:cNvPr>
          <p:cNvSpPr txBox="1">
            <a:spLocks/>
          </p:cNvSpPr>
          <p:nvPr/>
        </p:nvSpPr>
        <p:spPr>
          <a:xfrm>
            <a:off x="6772939" y="1113482"/>
            <a:ext cx="4294759" cy="410740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O(e log e)</a:t>
            </a:r>
          </a:p>
          <a:p>
            <a:r>
              <a:rPr lang="en-US" dirty="0"/>
              <a:t>O(1)</a:t>
            </a:r>
          </a:p>
          <a:p>
            <a:r>
              <a:rPr lang="en-US" dirty="0"/>
              <a:t>e * </a:t>
            </a:r>
          </a:p>
          <a:p>
            <a:r>
              <a:rPr lang="en-US" dirty="0"/>
              <a:t>      O(v)</a:t>
            </a:r>
          </a:p>
          <a:p>
            <a:r>
              <a:rPr lang="en-US" dirty="0"/>
              <a:t>      O(1)</a:t>
            </a:r>
          </a:p>
          <a:p>
            <a:r>
              <a:rPr lang="en-US" dirty="0"/>
              <a:t>      O(1)</a:t>
            </a:r>
          </a:p>
          <a:p>
            <a:endParaRPr lang="en-US" sz="400" dirty="0"/>
          </a:p>
          <a:p>
            <a:r>
              <a:rPr lang="en-US" dirty="0"/>
              <a:t>= O(</a:t>
            </a:r>
            <a:r>
              <a:rPr lang="en-US" dirty="0" err="1"/>
              <a:t>ev</a:t>
            </a:r>
            <a:r>
              <a:rPr lang="en-US" dirty="0"/>
              <a:t> + e log e) </a:t>
            </a:r>
            <a:r>
              <a:rPr lang="en-US" dirty="0">
                <a:sym typeface="Wingdings" panose="05000000000000000000" pitchFamily="2" charset="2"/>
              </a:rPr>
              <a:t> O(</a:t>
            </a:r>
            <a:r>
              <a:rPr lang="en-US" dirty="0" err="1">
                <a:sym typeface="Wingdings" panose="05000000000000000000" pitchFamily="2" charset="2"/>
              </a:rPr>
              <a:t>ev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E87E5A91-AD55-489F-81F3-0EB3BD37E946}"/>
              </a:ext>
            </a:extLst>
          </p:cNvPr>
          <p:cNvSpPr txBox="1">
            <a:spLocks/>
          </p:cNvSpPr>
          <p:nvPr/>
        </p:nvSpPr>
        <p:spPr>
          <a:xfrm>
            <a:off x="552099" y="5232495"/>
            <a:ext cx="9513389" cy="36150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Still Greedy algorithm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Choice at each step will be part of the solution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No need for backtracking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97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30255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  <a:br>
              <a:rPr lang="en-US" sz="2800" dirty="0">
                <a:solidFill>
                  <a:prstClr val="black"/>
                </a:solidFill>
                <a:latin typeface="Calibri"/>
              </a:rPr>
            </a:br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C-H(11)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3"/>
            <a:ext cx="22716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0179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30255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6079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30255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8931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6726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48077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  <a:endCxn id="28" idx="3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1"/>
            <a:endCxn id="2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31" idx="7"/>
            <a:endCxn id="30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  <a:endCxn id="28" idx="6"/>
          </p:cNvCxnSpPr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1" idx="3"/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31" idx="4"/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  <a:endCxn id="31" idx="6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  <a:endCxn id="31" idx="2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96187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30" idx="2"/>
          </p:cNvCxnSpPr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  <a:endCxn id="30" idx="6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81" name="Straight Connector 80"/>
          <p:cNvCxnSpPr>
            <a:stCxn id="85" idx="1"/>
            <a:endCxn id="83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85" idx="7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40525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73" name="Straight Connector 72"/>
          <p:cNvCxnSpPr>
            <a:stCxn id="79" idx="1"/>
            <a:endCxn id="76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79" idx="7"/>
            <a:endCxn id="77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77706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44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72717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B-E (5)</a:t>
            </a:r>
            <a:endParaRPr lang="en-US" sz="2800" dirty="0">
              <a:solidFill>
                <a:prstClr val="black"/>
              </a:solidFill>
              <a:latin typeface="Calibri"/>
            </a:endParaRP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A-I (5)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44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08626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44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33370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44359" y="184901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9845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44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4483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44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394938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A-H (8)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44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69425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8577" y="-387666"/>
            <a:ext cx="13388186" cy="8283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8304" y="5747567"/>
            <a:ext cx="1016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Juarez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0837" y="4656259"/>
            <a:ext cx="21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Fort Worth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29586" y="3030207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Columbus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77720" y="1680015"/>
            <a:ext cx="729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Erie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74171" y="1179204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Boston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85864" y="2971519"/>
            <a:ext cx="180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Indianapolis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48359" y="1723696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Detroit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2410" y="4848211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Atlanta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11616" y="5879282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Houston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317" y="6382968"/>
            <a:ext cx="1548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Calibri"/>
              </a:rPr>
              <a:t>Galveston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1" name="Straight Connector 40"/>
          <p:cNvCxnSpPr>
            <a:stCxn id="36" idx="6"/>
            <a:endCxn id="34" idx="2"/>
          </p:cNvCxnSpPr>
          <p:nvPr/>
        </p:nvCxnSpPr>
        <p:spPr>
          <a:xfrm>
            <a:off x="2271016" y="5680110"/>
            <a:ext cx="2153919" cy="27991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6" idx="7"/>
            <a:endCxn id="27" idx="2"/>
          </p:cNvCxnSpPr>
          <p:nvPr/>
        </p:nvCxnSpPr>
        <p:spPr>
          <a:xfrm flipV="1">
            <a:off x="2235620" y="5252481"/>
            <a:ext cx="1895429" cy="351922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4" idx="1"/>
            <a:endCxn id="27" idx="4"/>
          </p:cNvCxnSpPr>
          <p:nvPr/>
        </p:nvCxnSpPr>
        <p:spPr>
          <a:xfrm flipH="1" flipV="1">
            <a:off x="4251900" y="5359547"/>
            <a:ext cx="208431" cy="51502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7"/>
          </p:cNvCxnSpPr>
          <p:nvPr/>
        </p:nvCxnSpPr>
        <p:spPr>
          <a:xfrm flipV="1">
            <a:off x="7002798" y="2375823"/>
            <a:ext cx="442956" cy="7566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7652061" y="2263631"/>
            <a:ext cx="544895" cy="2673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35" idx="1"/>
            <a:endCxn id="34" idx="4"/>
          </p:cNvCxnSpPr>
          <p:nvPr/>
        </p:nvCxnSpPr>
        <p:spPr>
          <a:xfrm flipH="1" flipV="1">
            <a:off x="4545785" y="6080880"/>
            <a:ext cx="102236" cy="41848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endCxn id="34" idx="7"/>
          </p:cNvCxnSpPr>
          <p:nvPr/>
        </p:nvCxnSpPr>
        <p:spPr>
          <a:xfrm flipH="1">
            <a:off x="4631240" y="3163379"/>
            <a:ext cx="3176528" cy="2711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29" idx="3"/>
            <a:endCxn id="27" idx="7"/>
          </p:cNvCxnSpPr>
          <p:nvPr/>
        </p:nvCxnSpPr>
        <p:spPr>
          <a:xfrm flipH="1">
            <a:off x="4337354" y="3303388"/>
            <a:ext cx="2494534" cy="1873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33" idx="2"/>
            <a:endCxn id="34" idx="6"/>
          </p:cNvCxnSpPr>
          <p:nvPr/>
        </p:nvCxnSpPr>
        <p:spPr>
          <a:xfrm flipH="1">
            <a:off x="4666636" y="4917318"/>
            <a:ext cx="2985424" cy="1042711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9" idx="5"/>
            <a:endCxn id="33" idx="1"/>
          </p:cNvCxnSpPr>
          <p:nvPr/>
        </p:nvCxnSpPr>
        <p:spPr>
          <a:xfrm>
            <a:off x="7002798" y="3303388"/>
            <a:ext cx="684658" cy="1528475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endCxn id="33" idx="0"/>
          </p:cNvCxnSpPr>
          <p:nvPr/>
        </p:nvCxnSpPr>
        <p:spPr>
          <a:xfrm flipH="1">
            <a:off x="7772911" y="3198774"/>
            <a:ext cx="120312" cy="15976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2"/>
          </p:cNvCxnSpPr>
          <p:nvPr/>
        </p:nvCxnSpPr>
        <p:spPr>
          <a:xfrm flipH="1">
            <a:off x="8438657" y="1760761"/>
            <a:ext cx="1623198" cy="502870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32" idx="3"/>
          </p:cNvCxnSpPr>
          <p:nvPr/>
        </p:nvCxnSpPr>
        <p:spPr>
          <a:xfrm flipH="1">
            <a:off x="8014075" y="1846217"/>
            <a:ext cx="2083177" cy="123170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32" idx="4"/>
            <a:endCxn id="33" idx="7"/>
          </p:cNvCxnSpPr>
          <p:nvPr/>
        </p:nvCxnSpPr>
        <p:spPr>
          <a:xfrm flipH="1">
            <a:off x="7858366" y="1881612"/>
            <a:ext cx="2324340" cy="2950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485289" y="4955932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14838" y="539362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59315" y="377026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9335" y="402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1734" y="488952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26086" y="381202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73140" y="36752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26333" y="359876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14769" y="237902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91169" y="218536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20555" y="16296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cxnSp>
        <p:nvCxnSpPr>
          <p:cNvPr id="132" name="Straight Connector 131"/>
          <p:cNvCxnSpPr>
            <a:stCxn id="29" idx="6"/>
          </p:cNvCxnSpPr>
          <p:nvPr/>
        </p:nvCxnSpPr>
        <p:spPr>
          <a:xfrm flipV="1">
            <a:off x="7038194" y="3077924"/>
            <a:ext cx="734178" cy="140009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1417042" y="6463973"/>
            <a:ext cx="1617579" cy="7950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048" y="5145415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96492" y="3097081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0061855" y="163991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652060" y="479646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612625" y="64639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2029313" y="5573044"/>
            <a:ext cx="241702" cy="214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4424934" y="5839177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6441" y="173452"/>
            <a:ext cx="15151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G-H (1)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C-E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C-I (2)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D-E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C-D (2)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D-I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F-H (3)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B-E (5)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A-I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7811" y="173452"/>
            <a:ext cx="22716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F-J (6)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A-C (6)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B-C (7)</a:t>
            </a:r>
          </a:p>
          <a:p>
            <a:pPr defTabSz="457200"/>
            <a:r>
              <a:rPr lang="en-US" sz="2800" i="1" strike="sngStrike" dirty="0">
                <a:solidFill>
                  <a:prstClr val="black"/>
                </a:solidFill>
                <a:latin typeface="Calibri"/>
              </a:rPr>
              <a:t>H-J (7)</a:t>
            </a:r>
          </a:p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/>
              </a:rPr>
              <a:t>A-H (8)</a:t>
            </a:r>
            <a:endParaRPr lang="en-US" sz="2800" dirty="0">
              <a:solidFill>
                <a:prstClr val="black"/>
              </a:solidFill>
              <a:latin typeface="Calibri"/>
            </a:endParaRP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F-I (9)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C-H (11)</a:t>
            </a:r>
          </a:p>
          <a:p>
            <a:pPr defTabSz="457200"/>
            <a:r>
              <a:rPr lang="en-US" sz="2800" dirty="0">
                <a:solidFill>
                  <a:prstClr val="black"/>
                </a:solidFill>
                <a:latin typeface="Calibri"/>
              </a:rPr>
              <a:t>A-B (11)</a:t>
            </a:r>
          </a:p>
          <a:p>
            <a:pPr defTabSz="457200"/>
            <a:endParaRPr lang="en-US" sz="28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5" name="Straight Connector 64"/>
          <p:cNvCxnSpPr>
            <a:stCxn id="70" idx="1"/>
            <a:endCxn id="68" idx="4"/>
          </p:cNvCxnSpPr>
          <p:nvPr/>
        </p:nvCxnSpPr>
        <p:spPr>
          <a:xfrm flipH="1" flipV="1">
            <a:off x="7531210" y="2411218"/>
            <a:ext cx="276559" cy="5812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70" idx="7"/>
            <a:endCxn id="69" idx="4"/>
          </p:cNvCxnSpPr>
          <p:nvPr/>
        </p:nvCxnSpPr>
        <p:spPr>
          <a:xfrm flipV="1">
            <a:off x="7978678" y="2384482"/>
            <a:ext cx="339128" cy="607986"/>
          </a:xfrm>
          <a:prstGeom prst="line">
            <a:avLst/>
          </a:prstGeom>
          <a:ln w="76200" cmpd="sng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410358" y="2169516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196955" y="2142780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72372" y="2957072"/>
            <a:ext cx="241702" cy="24170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411311" y="2337570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35000" y="5171395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44360" y="1849018"/>
            <a:ext cx="43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0528" y="275071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72750" y="587928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30211" y="2290367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4000" i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56430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7FA1-A1FE-4D56-BEF5-1BEF12ADF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</a:t>
            </a:r>
            <a:r>
              <a:rPr lang="en-US" i="1" dirty="0"/>
              <a:t>minimum</a:t>
            </a:r>
            <a:r>
              <a:rPr lang="en-US" dirty="0"/>
              <a:t> 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AF945-816A-42DB-8FCA-8B4133D9E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8" y="1113178"/>
            <a:ext cx="7071445" cy="4107408"/>
          </a:xfrm>
        </p:spPr>
        <p:txBody>
          <a:bodyPr/>
          <a:lstStyle/>
          <a:p>
            <a:r>
              <a:rPr lang="en-US" dirty="0"/>
              <a:t>Edge-centric algorithm: Kruskal’s algorithm</a:t>
            </a:r>
          </a:p>
          <a:p>
            <a:r>
              <a:rPr lang="en-US" b="1" dirty="0">
                <a:solidFill>
                  <a:schemeClr val="tx1"/>
                </a:solidFill>
              </a:rPr>
              <a:t>Sort</a:t>
            </a:r>
            <a:r>
              <a:rPr lang="en-US" dirty="0">
                <a:solidFill>
                  <a:schemeClr val="tx1"/>
                </a:solidFill>
              </a:rPr>
              <a:t> edges</a:t>
            </a:r>
          </a:p>
          <a:p>
            <a:r>
              <a:rPr lang="en-US" dirty="0">
                <a:solidFill>
                  <a:schemeClr val="tx1"/>
                </a:solidFill>
              </a:rPr>
              <a:t>T = </a:t>
            </a:r>
            <a:r>
              <a:rPr lang="en-US" dirty="0" err="1">
                <a:solidFill>
                  <a:schemeClr val="tx1"/>
                </a:solidFill>
              </a:rPr>
              <a:t>graph_new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For each edge (</a:t>
            </a:r>
            <a:r>
              <a:rPr lang="en-US" dirty="0" err="1">
                <a:solidFill>
                  <a:schemeClr val="tx1"/>
                </a:solidFill>
              </a:rPr>
              <a:t>i,j</a:t>
            </a:r>
            <a:r>
              <a:rPr lang="en-US" dirty="0">
                <a:solidFill>
                  <a:schemeClr val="tx1"/>
                </a:solidFill>
              </a:rPr>
              <a:t>) of G:</a:t>
            </a:r>
          </a:p>
          <a:p>
            <a:r>
              <a:rPr lang="en-US" dirty="0">
                <a:solidFill>
                  <a:schemeClr val="tx1"/>
                </a:solidFill>
              </a:rPr>
              <a:t>	Are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 and j already connected in T?</a:t>
            </a:r>
          </a:p>
          <a:p>
            <a:r>
              <a:rPr lang="en-US" dirty="0">
                <a:solidFill>
                  <a:schemeClr val="tx1"/>
                </a:solidFill>
              </a:rPr>
              <a:t>		Yes: Discard edge</a:t>
            </a:r>
          </a:p>
          <a:p>
            <a:r>
              <a:rPr lang="en-US" dirty="0">
                <a:solidFill>
                  <a:schemeClr val="tx1"/>
                </a:solidFill>
              </a:rPr>
              <a:t>		No: Add edge to 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E31FFD-D931-461B-A3F4-D0FA4BE09B09}"/>
              </a:ext>
            </a:extLst>
          </p:cNvPr>
          <p:cNvSpPr txBox="1">
            <a:spLocks/>
          </p:cNvSpPr>
          <p:nvPr/>
        </p:nvSpPr>
        <p:spPr>
          <a:xfrm>
            <a:off x="6772939" y="1113482"/>
            <a:ext cx="4294759" cy="410740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O(e log e)</a:t>
            </a:r>
          </a:p>
          <a:p>
            <a:r>
              <a:rPr lang="en-US" dirty="0"/>
              <a:t>O(1)</a:t>
            </a:r>
          </a:p>
          <a:p>
            <a:r>
              <a:rPr lang="en-US" dirty="0"/>
              <a:t>e * </a:t>
            </a:r>
          </a:p>
          <a:p>
            <a:r>
              <a:rPr lang="en-US" dirty="0"/>
              <a:t>      O(v)</a:t>
            </a:r>
          </a:p>
          <a:p>
            <a:r>
              <a:rPr lang="en-US" dirty="0"/>
              <a:t>      O(1)</a:t>
            </a:r>
          </a:p>
          <a:p>
            <a:r>
              <a:rPr lang="en-US" dirty="0"/>
              <a:t>      O(1)</a:t>
            </a:r>
          </a:p>
          <a:p>
            <a:endParaRPr lang="en-US" sz="400" dirty="0"/>
          </a:p>
          <a:p>
            <a:r>
              <a:rPr lang="en-US" dirty="0"/>
              <a:t>= O(</a:t>
            </a:r>
            <a:r>
              <a:rPr lang="en-US" dirty="0" err="1"/>
              <a:t>ev</a:t>
            </a:r>
            <a:r>
              <a:rPr lang="en-US" dirty="0"/>
              <a:t> + e log e) </a:t>
            </a:r>
            <a:r>
              <a:rPr lang="en-US" dirty="0">
                <a:sym typeface="Wingdings" panose="05000000000000000000" pitchFamily="2" charset="2"/>
              </a:rPr>
              <a:t> O(</a:t>
            </a:r>
            <a:r>
              <a:rPr lang="en-US" dirty="0" err="1">
                <a:sym typeface="Wingdings" panose="05000000000000000000" pitchFamily="2" charset="2"/>
              </a:rPr>
              <a:t>ev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E87E5A91-AD55-489F-81F3-0EB3BD37E946}"/>
              </a:ext>
            </a:extLst>
          </p:cNvPr>
          <p:cNvSpPr txBox="1">
            <a:spLocks/>
          </p:cNvSpPr>
          <p:nvPr/>
        </p:nvSpPr>
        <p:spPr>
          <a:xfrm>
            <a:off x="552099" y="5232495"/>
            <a:ext cx="9513389" cy="36150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0188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0375" indent="-2301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213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Still Greedy algorithm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Choice at each step will be part of the solution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No need for backtracking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30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5014</TotalTime>
  <Words>2700</Words>
  <Application>Microsoft Office PowerPoint</Application>
  <PresentationFormat>Widescreen</PresentationFormat>
  <Paragraphs>1083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1_Office Theme</vt:lpstr>
      <vt:lpstr>122 Spanning Trees</vt:lpstr>
      <vt:lpstr>Last time</vt:lpstr>
      <vt:lpstr>Adjacency Representation: Matrix vs. List</vt:lpstr>
      <vt:lpstr>Tree Search</vt:lpstr>
      <vt:lpstr>Trees vs Graphs</vt:lpstr>
      <vt:lpstr>Depth-first Search</vt:lpstr>
      <vt:lpstr>Depth-first Search</vt:lpstr>
      <vt:lpstr>Depth-first Search – Recursive (fixed for graphs)</vt:lpstr>
      <vt:lpstr>Reminder</vt:lpstr>
      <vt:lpstr>Depth-first Search</vt:lpstr>
      <vt:lpstr>Depth-first Search</vt:lpstr>
      <vt:lpstr>Spanning Tree</vt:lpstr>
      <vt:lpstr>PowerPoint Presentation</vt:lpstr>
      <vt:lpstr>PowerPoint Presentation</vt:lpstr>
      <vt:lpstr>Spanning Tree</vt:lpstr>
      <vt:lpstr>How can we characterize a tree?</vt:lpstr>
      <vt:lpstr>Finding a spanning tree</vt:lpstr>
      <vt:lpstr>Finding a spanning tree</vt:lpstr>
      <vt:lpstr>Finding a spanning tree</vt:lpstr>
      <vt:lpstr>Finding a spanning tree</vt:lpstr>
      <vt:lpstr>PowerPoint Presentation</vt:lpstr>
      <vt:lpstr>Finding a minimum spanning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a minimum spanning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122 Hash Tables</dc:title>
  <dc:creator>Pat Virtue</dc:creator>
  <cp:lastModifiedBy>Pat Virtue</cp:lastModifiedBy>
  <cp:revision>585</cp:revision>
  <cp:lastPrinted>2018-11-27T13:42:27Z</cp:lastPrinted>
  <dcterms:created xsi:type="dcterms:W3CDTF">2018-10-11T11:39:27Z</dcterms:created>
  <dcterms:modified xsi:type="dcterms:W3CDTF">2018-12-07T16:07:50Z</dcterms:modified>
</cp:coreProperties>
</file>