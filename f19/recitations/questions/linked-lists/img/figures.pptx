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8" r:id="rId2"/>
    <p:sldId id="284" r:id="rId3"/>
    <p:sldId id="278" r:id="rId4"/>
    <p:sldId id="279" r:id="rId5"/>
    <p:sldId id="280" r:id="rId6"/>
    <p:sldId id="281" r:id="rId7"/>
    <p:sldId id="282" r:id="rId8"/>
    <p:sldId id="283" r:id="rId9"/>
    <p:sldId id="285" r:id="rId10"/>
    <p:sldId id="286" r:id="rId11"/>
    <p:sldId id="288" r:id="rId12"/>
    <p:sldId id="287" r:id="rId13"/>
    <p:sldId id="289" r:id="rId14"/>
    <p:sldId id="291" r:id="rId15"/>
    <p:sldId id="290" r:id="rId16"/>
    <p:sldId id="29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60"/>
  </p:normalViewPr>
  <p:slideViewPr>
    <p:cSldViewPr snapToObjects="1">
      <p:cViewPr>
        <p:scale>
          <a:sx n="110" d="100"/>
          <a:sy n="110" d="100"/>
        </p:scale>
        <p:origin x="1048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</a:t>
            </a:r>
            <a:r>
              <a:rPr lang="en-US" smtClean="0"/>
              <a:t>this recitation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3706" y="28853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/>
          <p:cNvCxnSpPr>
            <a:stCxn id="17" idx="5"/>
            <a:endCxn id="17" idx="1"/>
          </p:cNvCxnSpPr>
          <p:nvPr/>
        </p:nvCxnSpPr>
        <p:spPr>
          <a:xfrm rot="10800000" flipH="1" flipV="1">
            <a:off x="2667001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7" idx="0"/>
            <a:endCxn id="17" idx="3"/>
          </p:cNvCxnSpPr>
          <p:nvPr/>
        </p:nvCxnSpPr>
        <p:spPr>
          <a:xfrm flipH="1">
            <a:off x="2667001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>
            <a:stCxn id="36" idx="5"/>
            <a:endCxn id="36" idx="1"/>
          </p:cNvCxnSpPr>
          <p:nvPr/>
        </p:nvCxnSpPr>
        <p:spPr>
          <a:xfrm rot="10800000" flipH="1" flipV="1">
            <a:off x="3276601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6" idx="0"/>
            <a:endCxn id="36" idx="3"/>
          </p:cNvCxnSpPr>
          <p:nvPr/>
        </p:nvCxnSpPr>
        <p:spPr>
          <a:xfrm flipH="1">
            <a:off x="3276601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538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091934"/>
            <a:ext cx="953347" cy="26086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new-5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3706" y="28853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>
            <a:stCxn id="36" idx="5"/>
            <a:endCxn id="36" idx="1"/>
          </p:cNvCxnSpPr>
          <p:nvPr/>
        </p:nvCxnSpPr>
        <p:spPr>
          <a:xfrm rot="10800000" flipH="1" flipV="1">
            <a:off x="3276601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6" idx="0"/>
            <a:endCxn id="36" idx="3"/>
          </p:cNvCxnSpPr>
          <p:nvPr/>
        </p:nvCxnSpPr>
        <p:spPr>
          <a:xfrm flipH="1">
            <a:off x="3276601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538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091934"/>
            <a:ext cx="953347" cy="26086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3706" y="28853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538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091934"/>
            <a:ext cx="953347" cy="26086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19" idx="5"/>
            <a:endCxn id="19" idx="1"/>
          </p:cNvCxnSpPr>
          <p:nvPr/>
        </p:nvCxnSpPr>
        <p:spPr>
          <a:xfrm rot="10800000" flipH="1" flipV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0"/>
            <a:endCxn id="19" idx="3"/>
          </p:cNvCxnSpPr>
          <p:nvPr/>
        </p:nvCxnSpPr>
        <p:spPr>
          <a:xfrm flipH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>
            <a:stCxn id="22" idx="5"/>
            <a:endCxn id="22" idx="1"/>
          </p:cNvCxnSpPr>
          <p:nvPr/>
        </p:nvCxnSpPr>
        <p:spPr>
          <a:xfrm rot="10800000" flipH="1" flipV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22" idx="0"/>
            <a:endCxn id="22" idx="3"/>
          </p:cNvCxnSpPr>
          <p:nvPr/>
        </p:nvCxnSpPr>
        <p:spPr>
          <a:xfrm flipH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new-7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3706" y="28853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95400" y="327799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538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091934"/>
            <a:ext cx="953347" cy="26086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19" idx="5"/>
            <a:endCxn id="19" idx="1"/>
          </p:cNvCxnSpPr>
          <p:nvPr/>
        </p:nvCxnSpPr>
        <p:spPr>
          <a:xfrm rot="10800000" flipH="1" flipV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0"/>
            <a:endCxn id="19" idx="3"/>
          </p:cNvCxnSpPr>
          <p:nvPr/>
        </p:nvCxnSpPr>
        <p:spPr>
          <a:xfrm flipH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>
            <a:stCxn id="22" idx="5"/>
            <a:endCxn id="22" idx="1"/>
          </p:cNvCxnSpPr>
          <p:nvPr/>
        </p:nvCxnSpPr>
        <p:spPr>
          <a:xfrm rot="10800000" flipH="1" flipV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22" idx="0"/>
            <a:endCxn id="22" idx="3"/>
          </p:cNvCxnSpPr>
          <p:nvPr/>
        </p:nvCxnSpPr>
        <p:spPr>
          <a:xfrm flipH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>
            <a:stCxn id="29" idx="5"/>
            <a:endCxn id="29" idx="1"/>
          </p:cNvCxnSpPr>
          <p:nvPr/>
        </p:nvCxnSpPr>
        <p:spPr>
          <a:xfrm rot="10800000" flipH="1" flipV="1">
            <a:off x="2667001" y="3810000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9" idx="0"/>
            <a:endCxn id="29" idx="3"/>
          </p:cNvCxnSpPr>
          <p:nvPr/>
        </p:nvCxnSpPr>
        <p:spPr>
          <a:xfrm flipH="1">
            <a:off x="2667001" y="3810000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/>
          <p:cNvCxnSpPr>
            <a:stCxn id="32" idx="5"/>
            <a:endCxn id="32" idx="1"/>
          </p:cNvCxnSpPr>
          <p:nvPr/>
        </p:nvCxnSpPr>
        <p:spPr>
          <a:xfrm rot="10800000" flipH="1" flipV="1">
            <a:off x="3276601" y="3810000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0"/>
            <a:endCxn id="32" idx="3"/>
          </p:cNvCxnSpPr>
          <p:nvPr/>
        </p:nvCxnSpPr>
        <p:spPr>
          <a:xfrm flipH="1">
            <a:off x="3276601" y="3810000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38" name="Oval 37"/>
          <p:cNvSpPr/>
          <p:nvPr/>
        </p:nvSpPr>
        <p:spPr>
          <a:xfrm>
            <a:off x="1637453" y="3428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hape 43"/>
          <p:cNvCxnSpPr>
            <a:stCxn id="38" idx="6"/>
          </p:cNvCxnSpPr>
          <p:nvPr/>
        </p:nvCxnSpPr>
        <p:spPr>
          <a:xfrm>
            <a:off x="1713653" y="3466540"/>
            <a:ext cx="953347" cy="57206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new-8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3706" y="28853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95400" y="327799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538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091934"/>
            <a:ext cx="953347" cy="26086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19" idx="5"/>
            <a:endCxn id="19" idx="1"/>
          </p:cNvCxnSpPr>
          <p:nvPr/>
        </p:nvCxnSpPr>
        <p:spPr>
          <a:xfrm rot="10800000" flipH="1" flipV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0"/>
            <a:endCxn id="19" idx="3"/>
          </p:cNvCxnSpPr>
          <p:nvPr/>
        </p:nvCxnSpPr>
        <p:spPr>
          <a:xfrm flipH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>
            <a:stCxn id="22" idx="5"/>
            <a:endCxn id="22" idx="1"/>
          </p:cNvCxnSpPr>
          <p:nvPr/>
        </p:nvCxnSpPr>
        <p:spPr>
          <a:xfrm rot="10800000" flipH="1" flipV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22" idx="0"/>
            <a:endCxn id="22" idx="3"/>
          </p:cNvCxnSpPr>
          <p:nvPr/>
        </p:nvCxnSpPr>
        <p:spPr>
          <a:xfrm flipH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/>
          <p:cNvCxnSpPr>
            <a:stCxn id="32" idx="5"/>
            <a:endCxn id="32" idx="1"/>
          </p:cNvCxnSpPr>
          <p:nvPr/>
        </p:nvCxnSpPr>
        <p:spPr>
          <a:xfrm rot="10800000" flipH="1" flipV="1">
            <a:off x="3276601" y="3810000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32" idx="0"/>
            <a:endCxn id="32" idx="3"/>
          </p:cNvCxnSpPr>
          <p:nvPr/>
        </p:nvCxnSpPr>
        <p:spPr>
          <a:xfrm flipH="1">
            <a:off x="3276601" y="3810000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38" name="Oval 37"/>
          <p:cNvSpPr/>
          <p:nvPr/>
        </p:nvSpPr>
        <p:spPr>
          <a:xfrm>
            <a:off x="1637453" y="3428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hape 43"/>
          <p:cNvCxnSpPr>
            <a:stCxn id="38" idx="6"/>
          </p:cNvCxnSpPr>
          <p:nvPr/>
        </p:nvCxnSpPr>
        <p:spPr>
          <a:xfrm>
            <a:off x="1713653" y="3466540"/>
            <a:ext cx="953347" cy="57206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932853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hape 43"/>
          <p:cNvCxnSpPr>
            <a:stCxn id="43" idx="0"/>
          </p:cNvCxnSpPr>
          <p:nvPr/>
        </p:nvCxnSpPr>
        <p:spPr>
          <a:xfrm rot="5400000" flipH="1" flipV="1">
            <a:off x="2746069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new-9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3706" y="28853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95400" y="327799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538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091934"/>
            <a:ext cx="953347" cy="260866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19" idx="5"/>
            <a:endCxn id="19" idx="1"/>
          </p:cNvCxnSpPr>
          <p:nvPr/>
        </p:nvCxnSpPr>
        <p:spPr>
          <a:xfrm rot="10800000" flipH="1" flipV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0"/>
            <a:endCxn id="19" idx="3"/>
          </p:cNvCxnSpPr>
          <p:nvPr/>
        </p:nvCxnSpPr>
        <p:spPr>
          <a:xfrm flipH="1">
            <a:off x="44196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22"/>
          <p:cNvCxnSpPr>
            <a:stCxn id="22" idx="5"/>
            <a:endCxn id="22" idx="1"/>
          </p:cNvCxnSpPr>
          <p:nvPr/>
        </p:nvCxnSpPr>
        <p:spPr>
          <a:xfrm rot="10800000" flipH="1" flipV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22" idx="0"/>
            <a:endCxn id="22" idx="3"/>
          </p:cNvCxnSpPr>
          <p:nvPr/>
        </p:nvCxnSpPr>
        <p:spPr>
          <a:xfrm flipH="1">
            <a:off x="5029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38" name="Oval 37"/>
          <p:cNvSpPr/>
          <p:nvPr/>
        </p:nvSpPr>
        <p:spPr>
          <a:xfrm>
            <a:off x="1637453" y="3428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hape 43"/>
          <p:cNvCxnSpPr>
            <a:stCxn id="38" idx="6"/>
          </p:cNvCxnSpPr>
          <p:nvPr/>
        </p:nvCxnSpPr>
        <p:spPr>
          <a:xfrm>
            <a:off x="1713653" y="3466540"/>
            <a:ext cx="953347" cy="57206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932853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hape 43"/>
          <p:cNvCxnSpPr>
            <a:stCxn id="43" idx="0"/>
          </p:cNvCxnSpPr>
          <p:nvPr/>
        </p:nvCxnSpPr>
        <p:spPr>
          <a:xfrm rot="5400000" flipH="1" flipV="1">
            <a:off x="2746069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543304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hape 43"/>
          <p:cNvCxnSpPr>
            <a:stCxn id="46" idx="0"/>
          </p:cNvCxnSpPr>
          <p:nvPr/>
        </p:nvCxnSpPr>
        <p:spPr>
          <a:xfrm rot="5400000" flipH="1" flipV="1">
            <a:off x="3755864" y="3292080"/>
            <a:ext cx="489276" cy="838196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add-last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add-last-5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43" name="Oval 42"/>
          <p:cNvSpPr/>
          <p:nvPr/>
        </p:nvSpPr>
        <p:spPr>
          <a:xfrm>
            <a:off x="2932853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hape 43"/>
          <p:cNvCxnSpPr>
            <a:stCxn id="43" idx="0"/>
          </p:cNvCxnSpPr>
          <p:nvPr/>
        </p:nvCxnSpPr>
        <p:spPr>
          <a:xfrm rot="5400000" flipH="1" flipV="1">
            <a:off x="2746069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543304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hape 43"/>
          <p:cNvCxnSpPr>
            <a:stCxn id="46" idx="6"/>
          </p:cNvCxnSpPr>
          <p:nvPr/>
        </p:nvCxnSpPr>
        <p:spPr>
          <a:xfrm flipV="1">
            <a:off x="3619504" y="3428440"/>
            <a:ext cx="2552696" cy="565476"/>
          </a:xfrm>
          <a:prstGeom prst="curvedConnector3">
            <a:avLst>
              <a:gd name="adj1" fmla="val 82239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ctagon 32"/>
          <p:cNvSpPr/>
          <p:nvPr/>
        </p:nvSpPr>
        <p:spPr>
          <a:xfrm>
            <a:off x="6172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>
            <a:stCxn id="33" idx="5"/>
            <a:endCxn id="33" idx="1"/>
          </p:cNvCxnSpPr>
          <p:nvPr/>
        </p:nvCxnSpPr>
        <p:spPr>
          <a:xfrm rot="10800000" flipH="1" flipV="1">
            <a:off x="6172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33" idx="0"/>
            <a:endCxn id="33" idx="3"/>
          </p:cNvCxnSpPr>
          <p:nvPr/>
        </p:nvCxnSpPr>
        <p:spPr>
          <a:xfrm flipH="1">
            <a:off x="61722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ctagon 49"/>
          <p:cNvSpPr/>
          <p:nvPr/>
        </p:nvSpPr>
        <p:spPr>
          <a:xfrm>
            <a:off x="67818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/>
          <p:cNvCxnSpPr>
            <a:stCxn id="50" idx="5"/>
            <a:endCxn id="50" idx="1"/>
          </p:cNvCxnSpPr>
          <p:nvPr/>
        </p:nvCxnSpPr>
        <p:spPr>
          <a:xfrm rot="10800000" flipH="1" flipV="1">
            <a:off x="67818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0" idx="0"/>
            <a:endCxn id="50" idx="3"/>
          </p:cNvCxnSpPr>
          <p:nvPr/>
        </p:nvCxnSpPr>
        <p:spPr>
          <a:xfrm flipH="1">
            <a:off x="67818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093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67817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5" name="Oval 54"/>
          <p:cNvSpPr/>
          <p:nvPr/>
        </p:nvSpPr>
        <p:spPr>
          <a:xfrm>
            <a:off x="52950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hape 43"/>
          <p:cNvCxnSpPr>
            <a:stCxn id="55" idx="6"/>
          </p:cNvCxnSpPr>
          <p:nvPr/>
        </p:nvCxnSpPr>
        <p:spPr>
          <a:xfrm>
            <a:off x="53712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hape 43"/>
          <p:cNvCxnSpPr/>
          <p:nvPr/>
        </p:nvCxnSpPr>
        <p:spPr>
          <a:xfrm rot="16200000" flipH="1">
            <a:off x="2590945" y="2971942"/>
            <a:ext cx="762559" cy="2589954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ctagon 63"/>
          <p:cNvSpPr/>
          <p:nvPr/>
        </p:nvSpPr>
        <p:spPr>
          <a:xfrm>
            <a:off x="42672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64" idx="5"/>
            <a:endCxn id="64" idx="1"/>
          </p:cNvCxnSpPr>
          <p:nvPr/>
        </p:nvCxnSpPr>
        <p:spPr>
          <a:xfrm rot="10800000" flipH="1" flipV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4" idx="0"/>
            <a:endCxn id="64" idx="3"/>
          </p:cNvCxnSpPr>
          <p:nvPr/>
        </p:nvCxnSpPr>
        <p:spPr>
          <a:xfrm flipH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ctagon 66"/>
          <p:cNvSpPr/>
          <p:nvPr/>
        </p:nvSpPr>
        <p:spPr>
          <a:xfrm>
            <a:off x="48768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/>
          <p:cNvCxnSpPr>
            <a:stCxn id="67" idx="5"/>
            <a:endCxn id="67" idx="1"/>
          </p:cNvCxnSpPr>
          <p:nvPr/>
        </p:nvCxnSpPr>
        <p:spPr>
          <a:xfrm rot="10800000" flipH="1" flipV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7" idx="0"/>
            <a:endCxn id="67" idx="3"/>
          </p:cNvCxnSpPr>
          <p:nvPr/>
        </p:nvCxnSpPr>
        <p:spPr>
          <a:xfrm flipH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304306" y="41264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4876800" y="41148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1290318" y="28853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292012" y="32779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x: 3</a:t>
            </a:r>
            <a:endParaRPr lang="en-US" dirty="0"/>
          </a:p>
        </p:txBody>
      </p:sp>
      <p:sp>
        <p:nvSpPr>
          <p:cNvPr id="72" name="Oval 71"/>
          <p:cNvSpPr/>
          <p:nvPr/>
        </p:nvSpPr>
        <p:spPr>
          <a:xfrm>
            <a:off x="1637453" y="307393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hape 43"/>
          <p:cNvCxnSpPr/>
          <p:nvPr/>
        </p:nvCxnSpPr>
        <p:spPr>
          <a:xfrm>
            <a:off x="1713653" y="3112030"/>
            <a:ext cx="953348" cy="84322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293706" y="36589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77" name="Oval 76"/>
          <p:cNvSpPr/>
          <p:nvPr/>
        </p:nvSpPr>
        <p:spPr>
          <a:xfrm>
            <a:off x="1639147" y="3809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add-last-6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0318" y="28853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92012" y="32779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x: 3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7393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112030"/>
            <a:ext cx="953348" cy="84322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43" name="Oval 42"/>
          <p:cNvSpPr/>
          <p:nvPr/>
        </p:nvSpPr>
        <p:spPr>
          <a:xfrm>
            <a:off x="2932853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hape 43"/>
          <p:cNvCxnSpPr>
            <a:stCxn id="43" idx="0"/>
          </p:cNvCxnSpPr>
          <p:nvPr/>
        </p:nvCxnSpPr>
        <p:spPr>
          <a:xfrm rot="5400000" flipH="1" flipV="1">
            <a:off x="2746069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543304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hape 43"/>
          <p:cNvCxnSpPr>
            <a:stCxn id="46" idx="6"/>
          </p:cNvCxnSpPr>
          <p:nvPr/>
        </p:nvCxnSpPr>
        <p:spPr>
          <a:xfrm flipV="1">
            <a:off x="3619504" y="3428440"/>
            <a:ext cx="2552696" cy="565476"/>
          </a:xfrm>
          <a:prstGeom prst="curvedConnector3">
            <a:avLst>
              <a:gd name="adj1" fmla="val 82239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ctagon 32"/>
          <p:cNvSpPr/>
          <p:nvPr/>
        </p:nvSpPr>
        <p:spPr>
          <a:xfrm>
            <a:off x="6172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Octagon 49"/>
          <p:cNvSpPr/>
          <p:nvPr/>
        </p:nvSpPr>
        <p:spPr>
          <a:xfrm>
            <a:off x="67818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/>
          <p:cNvCxnSpPr>
            <a:stCxn id="50" idx="5"/>
            <a:endCxn id="50" idx="1"/>
          </p:cNvCxnSpPr>
          <p:nvPr/>
        </p:nvCxnSpPr>
        <p:spPr>
          <a:xfrm rot="10800000" flipH="1" flipV="1">
            <a:off x="67818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0" idx="0"/>
            <a:endCxn id="50" idx="3"/>
          </p:cNvCxnSpPr>
          <p:nvPr/>
        </p:nvCxnSpPr>
        <p:spPr>
          <a:xfrm flipH="1">
            <a:off x="6781800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093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67817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5" name="Oval 54"/>
          <p:cNvSpPr/>
          <p:nvPr/>
        </p:nvSpPr>
        <p:spPr>
          <a:xfrm>
            <a:off x="52950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hape 43"/>
          <p:cNvCxnSpPr>
            <a:stCxn id="55" idx="6"/>
          </p:cNvCxnSpPr>
          <p:nvPr/>
        </p:nvCxnSpPr>
        <p:spPr>
          <a:xfrm>
            <a:off x="53712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93706" y="36589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1639147" y="3809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hape 43"/>
          <p:cNvCxnSpPr>
            <a:stCxn id="62" idx="4"/>
          </p:cNvCxnSpPr>
          <p:nvPr/>
        </p:nvCxnSpPr>
        <p:spPr>
          <a:xfrm rot="16200000" flipH="1">
            <a:off x="2590945" y="2971942"/>
            <a:ext cx="762559" cy="2589954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ctagon 63"/>
          <p:cNvSpPr/>
          <p:nvPr/>
        </p:nvSpPr>
        <p:spPr>
          <a:xfrm>
            <a:off x="42672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64" idx="5"/>
            <a:endCxn id="64" idx="1"/>
          </p:cNvCxnSpPr>
          <p:nvPr/>
        </p:nvCxnSpPr>
        <p:spPr>
          <a:xfrm rot="10800000" flipH="1" flipV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4" idx="0"/>
            <a:endCxn id="64" idx="3"/>
          </p:cNvCxnSpPr>
          <p:nvPr/>
        </p:nvCxnSpPr>
        <p:spPr>
          <a:xfrm flipH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ctagon 66"/>
          <p:cNvSpPr/>
          <p:nvPr/>
        </p:nvSpPr>
        <p:spPr>
          <a:xfrm>
            <a:off x="48768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/>
          <p:cNvCxnSpPr>
            <a:stCxn id="67" idx="5"/>
            <a:endCxn id="67" idx="1"/>
          </p:cNvCxnSpPr>
          <p:nvPr/>
        </p:nvCxnSpPr>
        <p:spPr>
          <a:xfrm rot="10800000" flipH="1" flipV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7" idx="0"/>
            <a:endCxn id="67" idx="3"/>
          </p:cNvCxnSpPr>
          <p:nvPr/>
        </p:nvCxnSpPr>
        <p:spPr>
          <a:xfrm flipH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304306" y="41264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4876800" y="41148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add-last-7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0318" y="28853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92012" y="32779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x: 3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7393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112030"/>
            <a:ext cx="953348" cy="84322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43" name="Oval 42"/>
          <p:cNvSpPr/>
          <p:nvPr/>
        </p:nvSpPr>
        <p:spPr>
          <a:xfrm>
            <a:off x="2932853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hape 43"/>
          <p:cNvCxnSpPr>
            <a:stCxn id="43" idx="0"/>
          </p:cNvCxnSpPr>
          <p:nvPr/>
        </p:nvCxnSpPr>
        <p:spPr>
          <a:xfrm rot="5400000" flipH="1" flipV="1">
            <a:off x="2746069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543304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hape 43"/>
          <p:cNvCxnSpPr>
            <a:stCxn id="46" idx="6"/>
          </p:cNvCxnSpPr>
          <p:nvPr/>
        </p:nvCxnSpPr>
        <p:spPr>
          <a:xfrm flipV="1">
            <a:off x="3619504" y="3428440"/>
            <a:ext cx="2552696" cy="565476"/>
          </a:xfrm>
          <a:prstGeom prst="curvedConnector3">
            <a:avLst>
              <a:gd name="adj1" fmla="val 82239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ctagon 32"/>
          <p:cNvSpPr/>
          <p:nvPr/>
        </p:nvSpPr>
        <p:spPr>
          <a:xfrm>
            <a:off x="6172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Octagon 49"/>
          <p:cNvSpPr/>
          <p:nvPr/>
        </p:nvSpPr>
        <p:spPr>
          <a:xfrm>
            <a:off x="67818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093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67817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5" name="Oval 54"/>
          <p:cNvSpPr/>
          <p:nvPr/>
        </p:nvSpPr>
        <p:spPr>
          <a:xfrm>
            <a:off x="52950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hape 43"/>
          <p:cNvCxnSpPr>
            <a:stCxn id="55" idx="6"/>
          </p:cNvCxnSpPr>
          <p:nvPr/>
        </p:nvCxnSpPr>
        <p:spPr>
          <a:xfrm>
            <a:off x="53712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93706" y="36589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1639147" y="3809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hape 43"/>
          <p:cNvCxnSpPr>
            <a:stCxn id="62" idx="4"/>
          </p:cNvCxnSpPr>
          <p:nvPr/>
        </p:nvCxnSpPr>
        <p:spPr>
          <a:xfrm rot="16200000" flipH="1">
            <a:off x="2590945" y="2971942"/>
            <a:ext cx="762559" cy="2589954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ctagon 63"/>
          <p:cNvSpPr/>
          <p:nvPr/>
        </p:nvSpPr>
        <p:spPr>
          <a:xfrm>
            <a:off x="42672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64" idx="5"/>
            <a:endCxn id="64" idx="1"/>
          </p:cNvCxnSpPr>
          <p:nvPr/>
        </p:nvCxnSpPr>
        <p:spPr>
          <a:xfrm rot="10800000" flipH="1" flipV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4" idx="0"/>
            <a:endCxn id="64" idx="3"/>
          </p:cNvCxnSpPr>
          <p:nvPr/>
        </p:nvCxnSpPr>
        <p:spPr>
          <a:xfrm flipH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ctagon 66"/>
          <p:cNvSpPr/>
          <p:nvPr/>
        </p:nvSpPr>
        <p:spPr>
          <a:xfrm>
            <a:off x="48768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/>
          <p:cNvCxnSpPr>
            <a:stCxn id="67" idx="5"/>
            <a:endCxn id="67" idx="1"/>
          </p:cNvCxnSpPr>
          <p:nvPr/>
        </p:nvCxnSpPr>
        <p:spPr>
          <a:xfrm rot="10800000" flipH="1" flipV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7" idx="0"/>
            <a:endCxn id="67" idx="3"/>
          </p:cNvCxnSpPr>
          <p:nvPr/>
        </p:nvCxnSpPr>
        <p:spPr>
          <a:xfrm flipH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304306" y="41264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4876800" y="41148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7" name="Oval 56"/>
          <p:cNvSpPr/>
          <p:nvPr/>
        </p:nvSpPr>
        <p:spPr>
          <a:xfrm>
            <a:off x="7048504" y="32876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hape 43"/>
          <p:cNvCxnSpPr>
            <a:stCxn id="57" idx="4"/>
          </p:cNvCxnSpPr>
          <p:nvPr/>
        </p:nvCxnSpPr>
        <p:spPr>
          <a:xfrm rot="5400000">
            <a:off x="5682410" y="3167808"/>
            <a:ext cx="1208186" cy="1600203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add-last-8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0318" y="28853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92012" y="32779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x: 3</a:t>
            </a:r>
            <a:endParaRPr lang="en-US" dirty="0"/>
          </a:p>
        </p:txBody>
      </p:sp>
      <p:sp>
        <p:nvSpPr>
          <p:cNvPr id="17" name="Octagon 16"/>
          <p:cNvSpPr/>
          <p:nvPr/>
        </p:nvSpPr>
        <p:spPr>
          <a:xfrm>
            <a:off x="26670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Octagon 35"/>
          <p:cNvSpPr/>
          <p:nvPr/>
        </p:nvSpPr>
        <p:spPr>
          <a:xfrm>
            <a:off x="3276601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04106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276600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42" name="Oval 41"/>
          <p:cNvSpPr/>
          <p:nvPr/>
        </p:nvSpPr>
        <p:spPr>
          <a:xfrm>
            <a:off x="1637453" y="307393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hape 43"/>
          <p:cNvCxnSpPr>
            <a:stCxn id="42" idx="6"/>
          </p:cNvCxnSpPr>
          <p:nvPr/>
        </p:nvCxnSpPr>
        <p:spPr>
          <a:xfrm>
            <a:off x="1713653" y="3112030"/>
            <a:ext cx="953348" cy="84322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44196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ctagon 21"/>
          <p:cNvSpPr/>
          <p:nvPr/>
        </p:nvSpPr>
        <p:spPr>
          <a:xfrm>
            <a:off x="5029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567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1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27" name="Oval 26"/>
          <p:cNvSpPr/>
          <p:nvPr/>
        </p:nvSpPr>
        <p:spPr>
          <a:xfrm>
            <a:off x="35424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hape 43"/>
          <p:cNvCxnSpPr>
            <a:stCxn id="27" idx="6"/>
          </p:cNvCxnSpPr>
          <p:nvPr/>
        </p:nvCxnSpPr>
        <p:spPr>
          <a:xfrm>
            <a:off x="36186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ctagon 28"/>
          <p:cNvSpPr/>
          <p:nvPr/>
        </p:nvSpPr>
        <p:spPr>
          <a:xfrm>
            <a:off x="26670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ctagon 31"/>
          <p:cNvSpPr/>
          <p:nvPr/>
        </p:nvSpPr>
        <p:spPr>
          <a:xfrm>
            <a:off x="3276601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04106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333750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43" name="Oval 42"/>
          <p:cNvSpPr/>
          <p:nvPr/>
        </p:nvSpPr>
        <p:spPr>
          <a:xfrm>
            <a:off x="2932853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hape 43"/>
          <p:cNvCxnSpPr>
            <a:stCxn id="43" idx="0"/>
          </p:cNvCxnSpPr>
          <p:nvPr/>
        </p:nvCxnSpPr>
        <p:spPr>
          <a:xfrm rot="5400000" flipH="1" flipV="1">
            <a:off x="2746069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543304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hape 43"/>
          <p:cNvCxnSpPr>
            <a:stCxn id="46" idx="6"/>
          </p:cNvCxnSpPr>
          <p:nvPr/>
        </p:nvCxnSpPr>
        <p:spPr>
          <a:xfrm>
            <a:off x="3619504" y="3993916"/>
            <a:ext cx="647696" cy="57808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ctagon 32"/>
          <p:cNvSpPr/>
          <p:nvPr/>
        </p:nvSpPr>
        <p:spPr>
          <a:xfrm>
            <a:off x="61722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Octagon 49"/>
          <p:cNvSpPr/>
          <p:nvPr/>
        </p:nvSpPr>
        <p:spPr>
          <a:xfrm>
            <a:off x="6781800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09305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6781799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5" name="Oval 54"/>
          <p:cNvSpPr/>
          <p:nvPr/>
        </p:nvSpPr>
        <p:spPr>
          <a:xfrm>
            <a:off x="5295053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hape 43"/>
          <p:cNvCxnSpPr>
            <a:stCxn id="55" idx="6"/>
          </p:cNvCxnSpPr>
          <p:nvPr/>
        </p:nvCxnSpPr>
        <p:spPr>
          <a:xfrm>
            <a:off x="5371253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293706" y="36589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1639147" y="380944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hape 43"/>
          <p:cNvCxnSpPr>
            <a:stCxn id="62" idx="4"/>
          </p:cNvCxnSpPr>
          <p:nvPr/>
        </p:nvCxnSpPr>
        <p:spPr>
          <a:xfrm rot="16200000" flipH="1">
            <a:off x="2590945" y="2971942"/>
            <a:ext cx="762559" cy="2589954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ctagon 63"/>
          <p:cNvSpPr/>
          <p:nvPr/>
        </p:nvSpPr>
        <p:spPr>
          <a:xfrm>
            <a:off x="42672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64" idx="5"/>
            <a:endCxn id="64" idx="1"/>
          </p:cNvCxnSpPr>
          <p:nvPr/>
        </p:nvCxnSpPr>
        <p:spPr>
          <a:xfrm rot="10800000" flipH="1" flipV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4" idx="0"/>
            <a:endCxn id="64" idx="3"/>
          </p:cNvCxnSpPr>
          <p:nvPr/>
        </p:nvCxnSpPr>
        <p:spPr>
          <a:xfrm flipH="1">
            <a:off x="42672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ctagon 66"/>
          <p:cNvSpPr/>
          <p:nvPr/>
        </p:nvSpPr>
        <p:spPr>
          <a:xfrm>
            <a:off x="4876801" y="44312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/>
          <p:cNvCxnSpPr>
            <a:stCxn id="67" idx="5"/>
            <a:endCxn id="67" idx="1"/>
          </p:cNvCxnSpPr>
          <p:nvPr/>
        </p:nvCxnSpPr>
        <p:spPr>
          <a:xfrm rot="10800000" flipH="1" flipV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7" idx="0"/>
            <a:endCxn id="67" idx="3"/>
          </p:cNvCxnSpPr>
          <p:nvPr/>
        </p:nvCxnSpPr>
        <p:spPr>
          <a:xfrm flipH="1">
            <a:off x="4876801" y="44312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304306" y="41264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4876800" y="41148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7" name="Oval 56"/>
          <p:cNvSpPr/>
          <p:nvPr/>
        </p:nvSpPr>
        <p:spPr>
          <a:xfrm>
            <a:off x="7048504" y="32876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hape 43"/>
          <p:cNvCxnSpPr>
            <a:stCxn id="57" idx="4"/>
          </p:cNvCxnSpPr>
          <p:nvPr/>
        </p:nvCxnSpPr>
        <p:spPr>
          <a:xfrm rot="5400000">
            <a:off x="5682410" y="3167808"/>
            <a:ext cx="1208186" cy="1600203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remove-first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remove-first-1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0256" y="28853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1950" y="32779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x: 4</a:t>
            </a:r>
            <a:endParaRPr lang="en-US" dirty="0"/>
          </a:p>
        </p:txBody>
      </p:sp>
      <p:sp>
        <p:nvSpPr>
          <p:cNvPr id="6" name="Octagon 5"/>
          <p:cNvSpPr/>
          <p:nvPr/>
        </p:nvSpPr>
        <p:spPr>
          <a:xfrm>
            <a:off x="1984589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ctagon 6"/>
          <p:cNvSpPr/>
          <p:nvPr/>
        </p:nvSpPr>
        <p:spPr>
          <a:xfrm>
            <a:off x="2594189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1694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594188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955041" y="307393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hape 43"/>
          <p:cNvCxnSpPr>
            <a:stCxn id="10" idx="6"/>
          </p:cNvCxnSpPr>
          <p:nvPr/>
        </p:nvCxnSpPr>
        <p:spPr>
          <a:xfrm>
            <a:off x="1031241" y="3112030"/>
            <a:ext cx="953348" cy="84322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ctagon 12"/>
          <p:cNvSpPr/>
          <p:nvPr/>
        </p:nvSpPr>
        <p:spPr>
          <a:xfrm>
            <a:off x="37371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ctagon 13"/>
          <p:cNvSpPr/>
          <p:nvPr/>
        </p:nvSpPr>
        <p:spPr>
          <a:xfrm>
            <a:off x="43467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74293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4346787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17" name="Oval 16"/>
          <p:cNvSpPr/>
          <p:nvPr/>
        </p:nvSpPr>
        <p:spPr>
          <a:xfrm>
            <a:off x="2860041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hape 43"/>
          <p:cNvCxnSpPr>
            <a:stCxn id="17" idx="6"/>
          </p:cNvCxnSpPr>
          <p:nvPr/>
        </p:nvCxnSpPr>
        <p:spPr>
          <a:xfrm>
            <a:off x="2936241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1984589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ctagon 19"/>
          <p:cNvSpPr/>
          <p:nvPr/>
        </p:nvSpPr>
        <p:spPr>
          <a:xfrm>
            <a:off x="2594189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1694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2651338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23" name="Oval 22"/>
          <p:cNvSpPr/>
          <p:nvPr/>
        </p:nvSpPr>
        <p:spPr>
          <a:xfrm>
            <a:off x="2250441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hape 43"/>
          <p:cNvCxnSpPr>
            <a:stCxn id="23" idx="0"/>
          </p:cNvCxnSpPr>
          <p:nvPr/>
        </p:nvCxnSpPr>
        <p:spPr>
          <a:xfrm rot="5400000" flipH="1" flipV="1">
            <a:off x="2063657" y="3729525"/>
            <a:ext cx="450616" cy="84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860892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hape 43"/>
          <p:cNvCxnSpPr>
            <a:stCxn id="25" idx="6"/>
          </p:cNvCxnSpPr>
          <p:nvPr/>
        </p:nvCxnSpPr>
        <p:spPr>
          <a:xfrm flipV="1">
            <a:off x="2937092" y="3428440"/>
            <a:ext cx="4305296" cy="565476"/>
          </a:xfrm>
          <a:prstGeom prst="curvedConnector3">
            <a:avLst>
              <a:gd name="adj1" fmla="val 90436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ctagon 26"/>
          <p:cNvSpPr/>
          <p:nvPr/>
        </p:nvSpPr>
        <p:spPr>
          <a:xfrm>
            <a:off x="54897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Octagon 29"/>
          <p:cNvSpPr/>
          <p:nvPr/>
        </p:nvSpPr>
        <p:spPr>
          <a:xfrm>
            <a:off x="60993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26893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6099387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35" name="Oval 34"/>
          <p:cNvSpPr/>
          <p:nvPr/>
        </p:nvSpPr>
        <p:spPr>
          <a:xfrm>
            <a:off x="4612641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hape 43"/>
          <p:cNvCxnSpPr>
            <a:stCxn id="35" idx="6"/>
          </p:cNvCxnSpPr>
          <p:nvPr/>
        </p:nvCxnSpPr>
        <p:spPr>
          <a:xfrm>
            <a:off x="4688841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ctagon 48"/>
          <p:cNvSpPr/>
          <p:nvPr/>
        </p:nvSpPr>
        <p:spPr>
          <a:xfrm>
            <a:off x="72423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>
            <a:stCxn id="49" idx="5"/>
            <a:endCxn id="49" idx="1"/>
          </p:cNvCxnSpPr>
          <p:nvPr/>
        </p:nvCxnSpPr>
        <p:spPr>
          <a:xfrm rot="10800000" flipH="1" flipV="1">
            <a:off x="72423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9" idx="0"/>
            <a:endCxn id="49" idx="3"/>
          </p:cNvCxnSpPr>
          <p:nvPr/>
        </p:nvCxnSpPr>
        <p:spPr>
          <a:xfrm flipH="1">
            <a:off x="72423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ctagon 51"/>
          <p:cNvSpPr/>
          <p:nvPr/>
        </p:nvSpPr>
        <p:spPr>
          <a:xfrm>
            <a:off x="78519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/>
          <p:cNvCxnSpPr>
            <a:stCxn id="52" idx="5"/>
            <a:endCxn id="52" idx="1"/>
          </p:cNvCxnSpPr>
          <p:nvPr/>
        </p:nvCxnSpPr>
        <p:spPr>
          <a:xfrm rot="10800000" flipH="1" flipV="1">
            <a:off x="78519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2" idx="0"/>
            <a:endCxn id="52" idx="3"/>
          </p:cNvCxnSpPr>
          <p:nvPr/>
        </p:nvCxnSpPr>
        <p:spPr>
          <a:xfrm flipH="1">
            <a:off x="78519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279493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851987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7" name="Oval 56"/>
          <p:cNvSpPr/>
          <p:nvPr/>
        </p:nvSpPr>
        <p:spPr>
          <a:xfrm>
            <a:off x="6365241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hape 43"/>
          <p:cNvCxnSpPr>
            <a:stCxn id="57" idx="6"/>
          </p:cNvCxnSpPr>
          <p:nvPr/>
        </p:nvCxnSpPr>
        <p:spPr>
          <a:xfrm>
            <a:off x="6441441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remove-first-2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0256" y="28853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1950" y="327799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x: 4</a:t>
            </a:r>
            <a:endParaRPr lang="en-US" dirty="0"/>
          </a:p>
        </p:txBody>
      </p:sp>
      <p:sp>
        <p:nvSpPr>
          <p:cNvPr id="6" name="Octagon 5"/>
          <p:cNvSpPr/>
          <p:nvPr/>
        </p:nvSpPr>
        <p:spPr>
          <a:xfrm>
            <a:off x="1984589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ctagon 6"/>
          <p:cNvSpPr/>
          <p:nvPr/>
        </p:nvSpPr>
        <p:spPr>
          <a:xfrm>
            <a:off x="2594189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21694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2594188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955041" y="307393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hape 43"/>
          <p:cNvCxnSpPr>
            <a:stCxn id="10" idx="6"/>
          </p:cNvCxnSpPr>
          <p:nvPr/>
        </p:nvCxnSpPr>
        <p:spPr>
          <a:xfrm>
            <a:off x="1031241" y="3112030"/>
            <a:ext cx="953348" cy="84322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ctagon 12"/>
          <p:cNvSpPr/>
          <p:nvPr/>
        </p:nvSpPr>
        <p:spPr>
          <a:xfrm>
            <a:off x="37371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ctagon 13"/>
          <p:cNvSpPr/>
          <p:nvPr/>
        </p:nvSpPr>
        <p:spPr>
          <a:xfrm>
            <a:off x="43467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74293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4346787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17" name="Oval 16"/>
          <p:cNvSpPr/>
          <p:nvPr/>
        </p:nvSpPr>
        <p:spPr>
          <a:xfrm>
            <a:off x="2860041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hape 43"/>
          <p:cNvCxnSpPr>
            <a:stCxn id="17" idx="6"/>
          </p:cNvCxnSpPr>
          <p:nvPr/>
        </p:nvCxnSpPr>
        <p:spPr>
          <a:xfrm>
            <a:off x="2936241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ctagon 18"/>
          <p:cNvSpPr/>
          <p:nvPr/>
        </p:nvSpPr>
        <p:spPr>
          <a:xfrm>
            <a:off x="1984589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ctagon 19"/>
          <p:cNvSpPr/>
          <p:nvPr/>
        </p:nvSpPr>
        <p:spPr>
          <a:xfrm>
            <a:off x="2594189" y="3810000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1694" y="4145578"/>
            <a:ext cx="567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start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2651338" y="4145578"/>
            <a:ext cx="5020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end</a:t>
            </a:r>
            <a:endParaRPr lang="en-US" sz="1600" dirty="0"/>
          </a:p>
        </p:txBody>
      </p:sp>
      <p:sp>
        <p:nvSpPr>
          <p:cNvPr id="23" name="Oval 22"/>
          <p:cNvSpPr/>
          <p:nvPr/>
        </p:nvSpPr>
        <p:spPr>
          <a:xfrm>
            <a:off x="2250441" y="395525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hape 43"/>
          <p:cNvCxnSpPr>
            <a:stCxn id="23" idx="0"/>
          </p:cNvCxnSpPr>
          <p:nvPr/>
        </p:nvCxnSpPr>
        <p:spPr>
          <a:xfrm rot="5400000" flipH="1" flipV="1">
            <a:off x="2786142" y="3007600"/>
            <a:ext cx="450057" cy="1445259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860892" y="395581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hape 43"/>
          <p:cNvCxnSpPr>
            <a:stCxn id="25" idx="6"/>
          </p:cNvCxnSpPr>
          <p:nvPr/>
        </p:nvCxnSpPr>
        <p:spPr>
          <a:xfrm flipV="1">
            <a:off x="2937092" y="3428440"/>
            <a:ext cx="4305296" cy="565476"/>
          </a:xfrm>
          <a:prstGeom prst="curvedConnector3">
            <a:avLst>
              <a:gd name="adj1" fmla="val 90436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ctagon 26"/>
          <p:cNvSpPr/>
          <p:nvPr/>
        </p:nvSpPr>
        <p:spPr>
          <a:xfrm>
            <a:off x="54897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Octagon 29"/>
          <p:cNvSpPr/>
          <p:nvPr/>
        </p:nvSpPr>
        <p:spPr>
          <a:xfrm>
            <a:off x="60993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26893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6099387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35" name="Oval 34"/>
          <p:cNvSpPr/>
          <p:nvPr/>
        </p:nvSpPr>
        <p:spPr>
          <a:xfrm>
            <a:off x="4612641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hape 43"/>
          <p:cNvCxnSpPr>
            <a:stCxn id="35" idx="6"/>
          </p:cNvCxnSpPr>
          <p:nvPr/>
        </p:nvCxnSpPr>
        <p:spPr>
          <a:xfrm>
            <a:off x="4688841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ctagon 48"/>
          <p:cNvSpPr/>
          <p:nvPr/>
        </p:nvSpPr>
        <p:spPr>
          <a:xfrm>
            <a:off x="72423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>
            <a:stCxn id="49" idx="5"/>
            <a:endCxn id="49" idx="1"/>
          </p:cNvCxnSpPr>
          <p:nvPr/>
        </p:nvCxnSpPr>
        <p:spPr>
          <a:xfrm rot="10800000" flipH="1" flipV="1">
            <a:off x="72423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9" idx="0"/>
            <a:endCxn id="49" idx="3"/>
          </p:cNvCxnSpPr>
          <p:nvPr/>
        </p:nvCxnSpPr>
        <p:spPr>
          <a:xfrm flipH="1">
            <a:off x="72423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ctagon 51"/>
          <p:cNvSpPr/>
          <p:nvPr/>
        </p:nvSpPr>
        <p:spPr>
          <a:xfrm>
            <a:off x="7851988" y="3135867"/>
            <a:ext cx="609600" cy="369332"/>
          </a:xfrm>
          <a:prstGeom prst="octagon">
            <a:avLst>
              <a:gd name="adj" fmla="val 0"/>
            </a:avLst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/>
          <p:cNvCxnSpPr>
            <a:stCxn id="52" idx="5"/>
            <a:endCxn id="52" idx="1"/>
          </p:cNvCxnSpPr>
          <p:nvPr/>
        </p:nvCxnSpPr>
        <p:spPr>
          <a:xfrm rot="10800000" flipH="1" flipV="1">
            <a:off x="78519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52" idx="0"/>
            <a:endCxn id="52" idx="3"/>
          </p:cNvCxnSpPr>
          <p:nvPr/>
        </p:nvCxnSpPr>
        <p:spPr>
          <a:xfrm flipH="1">
            <a:off x="7851988" y="3135867"/>
            <a:ext cx="609600" cy="3693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279493" y="2831068"/>
            <a:ext cx="55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7851987" y="2819400"/>
            <a:ext cx="5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next</a:t>
            </a:r>
            <a:endParaRPr lang="en-US" sz="1600" dirty="0"/>
          </a:p>
        </p:txBody>
      </p:sp>
      <p:sp>
        <p:nvSpPr>
          <p:cNvPr id="57" name="Oval 56"/>
          <p:cNvSpPr/>
          <p:nvPr/>
        </p:nvSpPr>
        <p:spPr>
          <a:xfrm>
            <a:off x="6365241" y="328243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hape 43"/>
          <p:cNvCxnSpPr>
            <a:stCxn id="57" idx="6"/>
          </p:cNvCxnSpPr>
          <p:nvPr/>
        </p:nvCxnSpPr>
        <p:spPr>
          <a:xfrm>
            <a:off x="6441441" y="3320534"/>
            <a:ext cx="800947" cy="158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195</Words>
  <Application>Microsoft Macintosh PowerPoint</Application>
  <PresentationFormat>On-screen Show (4:3)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Arial</vt:lpstr>
      <vt:lpstr>Office Theme</vt:lpstr>
      <vt:lpstr>Pictures for this recitation</vt:lpstr>
      <vt:lpstr>new</vt:lpstr>
      <vt:lpstr>new-4</vt:lpstr>
      <vt:lpstr>new-5</vt:lpstr>
      <vt:lpstr>new-6</vt:lpstr>
      <vt:lpstr>new-7</vt:lpstr>
      <vt:lpstr>new-8</vt:lpstr>
      <vt:lpstr>new-9</vt:lpstr>
      <vt:lpstr>add-last</vt:lpstr>
      <vt:lpstr>add-last-5</vt:lpstr>
      <vt:lpstr>add-last-6</vt:lpstr>
      <vt:lpstr>add-last-7</vt:lpstr>
      <vt:lpstr>add-last-8</vt:lpstr>
      <vt:lpstr>remove-first</vt:lpstr>
      <vt:lpstr>remove-first-1</vt:lpstr>
      <vt:lpstr>remove-first-2</vt:lpstr>
    </vt:vector>
  </TitlesOfParts>
  <Company>Carnegie Mellon University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Jonathan Burns</cp:lastModifiedBy>
  <cp:revision>75</cp:revision>
  <dcterms:created xsi:type="dcterms:W3CDTF">2011-02-11T13:14:12Z</dcterms:created>
  <dcterms:modified xsi:type="dcterms:W3CDTF">2017-02-28T06:16:06Z</dcterms:modified>
</cp:coreProperties>
</file>