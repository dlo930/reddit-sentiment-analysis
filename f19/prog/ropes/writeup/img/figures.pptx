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8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8" r:id="rId11"/>
    <p:sldId id="286" r:id="rId12"/>
    <p:sldId id="287" r:id="rId13"/>
    <p:sldId id="289" r:id="rId14"/>
    <p:sldId id="290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napToObjects="1">
      <p:cViewPr varScale="1">
        <p:scale>
          <a:sx n="95" d="100"/>
          <a:sy n="95" d="100"/>
        </p:scale>
        <p:origin x="-30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3/17/2016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3/17/2016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3/17/2016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3/17/2016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3/17/2016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this Homework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Ropes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15985970"/>
              </p:ext>
            </p:extLst>
          </p:nvPr>
        </p:nvGraphicFramePr>
        <p:xfrm>
          <a:off x="247807" y="3832699"/>
          <a:ext cx="70152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9878"/>
                <a:gridCol w="42164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3011550"/>
              </p:ext>
            </p:extLst>
          </p:nvPr>
        </p:nvGraphicFramePr>
        <p:xfrm>
          <a:off x="377863" y="5533269"/>
          <a:ext cx="2804376" cy="8177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7704"/>
                <a:gridCol w="617704"/>
                <a:gridCol w="617704"/>
                <a:gridCol w="951264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 smtClean="0"/>
                        <a:t>len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left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right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data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439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r>
                        <a:rPr lang="en-US" dirty="0" err="1" smtClean="0"/>
                        <a:t>happ</a:t>
                      </a:r>
                      <a:r>
                        <a:rPr lang="en-US" dirty="0" smtClean="0"/>
                        <a:t>”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8" name="Elbow Connector 17"/>
          <p:cNvCxnSpPr>
            <a:endCxn id="13" idx="3"/>
          </p:cNvCxnSpPr>
          <p:nvPr/>
        </p:nvCxnSpPr>
        <p:spPr>
          <a:xfrm rot="16200000" flipH="1">
            <a:off x="2578886" y="5338774"/>
            <a:ext cx="1149431" cy="57275"/>
          </a:xfrm>
          <a:prstGeom prst="bentConnector4">
            <a:avLst>
              <a:gd name="adj1" fmla="val 32215"/>
              <a:gd name="adj2" fmla="val 499127"/>
            </a:avLst>
          </a:prstGeom>
          <a:ln>
            <a:solidFill>
              <a:schemeClr val="tx1"/>
            </a:solidFill>
            <a:headEnd type="oval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63922861"/>
              </p:ext>
            </p:extLst>
          </p:nvPr>
        </p:nvGraphicFramePr>
        <p:xfrm>
          <a:off x="3663988" y="3200400"/>
          <a:ext cx="2470816" cy="8177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7704"/>
                <a:gridCol w="617704"/>
                <a:gridCol w="617704"/>
                <a:gridCol w="61770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len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left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right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data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439"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75998479"/>
              </p:ext>
            </p:extLst>
          </p:nvPr>
        </p:nvGraphicFramePr>
        <p:xfrm>
          <a:off x="2185038" y="4233634"/>
          <a:ext cx="2470816" cy="8177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7704"/>
                <a:gridCol w="617704"/>
                <a:gridCol w="617704"/>
                <a:gridCol w="61770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len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left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right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data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439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28" name="Elbow Connector 27"/>
          <p:cNvCxnSpPr>
            <a:endCxn id="27" idx="3"/>
          </p:cNvCxnSpPr>
          <p:nvPr/>
        </p:nvCxnSpPr>
        <p:spPr>
          <a:xfrm rot="16200000" flipH="1">
            <a:off x="4163650" y="4150289"/>
            <a:ext cx="859006" cy="125402"/>
          </a:xfrm>
          <a:prstGeom prst="bentConnector4">
            <a:avLst>
              <a:gd name="adj1" fmla="val 49118"/>
              <a:gd name="adj2" fmla="val 282294"/>
            </a:avLst>
          </a:prstGeom>
          <a:ln>
            <a:solidFill>
              <a:schemeClr val="tx1"/>
            </a:solidFill>
            <a:headEnd type="oval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17521632"/>
              </p:ext>
            </p:extLst>
          </p:nvPr>
        </p:nvGraphicFramePr>
        <p:xfrm>
          <a:off x="4495527" y="5533269"/>
          <a:ext cx="2877764" cy="8177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7704"/>
                <a:gridCol w="617704"/>
                <a:gridCol w="617704"/>
                <a:gridCol w="1024652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len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left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right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data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439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“y birth”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96658274"/>
              </p:ext>
            </p:extLst>
          </p:nvPr>
        </p:nvGraphicFramePr>
        <p:xfrm>
          <a:off x="5587240" y="4233633"/>
          <a:ext cx="2642360" cy="8177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7704"/>
                <a:gridCol w="617704"/>
                <a:gridCol w="617704"/>
                <a:gridCol w="789248"/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len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left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right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data</a:t>
                      </a:r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439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“day!”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36" name="Elbow Connector 35"/>
          <p:cNvCxnSpPr>
            <a:endCxn id="34" idx="1"/>
          </p:cNvCxnSpPr>
          <p:nvPr/>
        </p:nvCxnSpPr>
        <p:spPr>
          <a:xfrm rot="16200000" flipH="1">
            <a:off x="3536783" y="4983383"/>
            <a:ext cx="1149433" cy="768055"/>
          </a:xfrm>
          <a:prstGeom prst="bentConnector2">
            <a:avLst/>
          </a:prstGeom>
          <a:ln>
            <a:solidFill>
              <a:schemeClr val="tx1"/>
            </a:solidFill>
            <a:headEnd type="oval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endCxn id="35" idx="1"/>
          </p:cNvCxnSpPr>
          <p:nvPr/>
        </p:nvCxnSpPr>
        <p:spPr>
          <a:xfrm rot="16200000" flipH="1">
            <a:off x="4940496" y="3995747"/>
            <a:ext cx="859003" cy="434486"/>
          </a:xfrm>
          <a:prstGeom prst="bentConnector2">
            <a:avLst/>
          </a:prstGeom>
          <a:ln>
            <a:solidFill>
              <a:schemeClr val="tx1"/>
            </a:solidFill>
            <a:headEnd type="oval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/>
          <p:cNvCxnSpPr/>
          <p:nvPr/>
        </p:nvCxnSpPr>
        <p:spPr>
          <a:xfrm>
            <a:off x="1301755" y="6123917"/>
            <a:ext cx="0" cy="454142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39"/>
          <p:cNvCxnSpPr/>
          <p:nvPr/>
        </p:nvCxnSpPr>
        <p:spPr>
          <a:xfrm>
            <a:off x="1188245" y="6578059"/>
            <a:ext cx="221182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39"/>
          <p:cNvCxnSpPr/>
          <p:nvPr/>
        </p:nvCxnSpPr>
        <p:spPr>
          <a:xfrm>
            <a:off x="1234862" y="6656894"/>
            <a:ext cx="136465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39"/>
          <p:cNvCxnSpPr/>
          <p:nvPr/>
        </p:nvCxnSpPr>
        <p:spPr>
          <a:xfrm>
            <a:off x="1924055" y="6123917"/>
            <a:ext cx="0" cy="454142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39"/>
          <p:cNvCxnSpPr/>
          <p:nvPr/>
        </p:nvCxnSpPr>
        <p:spPr>
          <a:xfrm>
            <a:off x="1810545" y="6578059"/>
            <a:ext cx="221182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39"/>
          <p:cNvCxnSpPr/>
          <p:nvPr/>
        </p:nvCxnSpPr>
        <p:spPr>
          <a:xfrm>
            <a:off x="1857162" y="6656894"/>
            <a:ext cx="136465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39"/>
          <p:cNvCxnSpPr/>
          <p:nvPr/>
        </p:nvCxnSpPr>
        <p:spPr>
          <a:xfrm>
            <a:off x="5429255" y="6123917"/>
            <a:ext cx="0" cy="454142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39"/>
          <p:cNvCxnSpPr/>
          <p:nvPr/>
        </p:nvCxnSpPr>
        <p:spPr>
          <a:xfrm>
            <a:off x="5315745" y="6578059"/>
            <a:ext cx="221182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39"/>
          <p:cNvCxnSpPr/>
          <p:nvPr/>
        </p:nvCxnSpPr>
        <p:spPr>
          <a:xfrm>
            <a:off x="5362362" y="6656894"/>
            <a:ext cx="136465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39"/>
          <p:cNvCxnSpPr/>
          <p:nvPr/>
        </p:nvCxnSpPr>
        <p:spPr>
          <a:xfrm>
            <a:off x="6051555" y="6123917"/>
            <a:ext cx="0" cy="454142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39"/>
          <p:cNvCxnSpPr/>
          <p:nvPr/>
        </p:nvCxnSpPr>
        <p:spPr>
          <a:xfrm>
            <a:off x="5938045" y="6578059"/>
            <a:ext cx="221182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39"/>
          <p:cNvCxnSpPr/>
          <p:nvPr/>
        </p:nvCxnSpPr>
        <p:spPr>
          <a:xfrm>
            <a:off x="5984662" y="6656894"/>
            <a:ext cx="136465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39"/>
          <p:cNvCxnSpPr/>
          <p:nvPr/>
        </p:nvCxnSpPr>
        <p:spPr>
          <a:xfrm>
            <a:off x="6509050" y="4792694"/>
            <a:ext cx="0" cy="454142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39"/>
          <p:cNvCxnSpPr/>
          <p:nvPr/>
        </p:nvCxnSpPr>
        <p:spPr>
          <a:xfrm>
            <a:off x="6395540" y="5246836"/>
            <a:ext cx="221182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39"/>
          <p:cNvCxnSpPr/>
          <p:nvPr/>
        </p:nvCxnSpPr>
        <p:spPr>
          <a:xfrm>
            <a:off x="6442157" y="5325671"/>
            <a:ext cx="136465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39"/>
          <p:cNvCxnSpPr/>
          <p:nvPr/>
        </p:nvCxnSpPr>
        <p:spPr>
          <a:xfrm>
            <a:off x="7131350" y="4792694"/>
            <a:ext cx="0" cy="454142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39"/>
          <p:cNvCxnSpPr/>
          <p:nvPr/>
        </p:nvCxnSpPr>
        <p:spPr>
          <a:xfrm>
            <a:off x="7017840" y="5246836"/>
            <a:ext cx="221182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39"/>
          <p:cNvCxnSpPr/>
          <p:nvPr/>
        </p:nvCxnSpPr>
        <p:spPr>
          <a:xfrm>
            <a:off x="7064457" y="5325671"/>
            <a:ext cx="136465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/>
          <p:cNvCxnSpPr>
            <a:endCxn id="23" idx="1"/>
          </p:cNvCxnSpPr>
          <p:nvPr/>
        </p:nvCxnSpPr>
        <p:spPr>
          <a:xfrm flipV="1">
            <a:off x="743993" y="3609259"/>
            <a:ext cx="2919995" cy="40886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oval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046449" y="4568229"/>
            <a:ext cx="609405" cy="483124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V="1">
            <a:off x="4046449" y="4568229"/>
            <a:ext cx="609405" cy="483123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5518485" y="3534995"/>
            <a:ext cx="609405" cy="483124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V="1">
            <a:off x="5518485" y="3534995"/>
            <a:ext cx="609405" cy="483123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rope-concrete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72397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/>
          <p:cNvSpPr/>
          <p:nvPr/>
        </p:nvSpPr>
        <p:spPr>
          <a:xfrm>
            <a:off x="4762908" y="4353636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4" idx="1"/>
            <a:endCxn id="7" idx="0"/>
          </p:cNvCxnSpPr>
          <p:nvPr/>
        </p:nvCxnSpPr>
        <p:spPr>
          <a:xfrm flipH="1">
            <a:off x="3944934" y="4474217"/>
            <a:ext cx="817974" cy="292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4" idx="3"/>
            <a:endCxn id="12" idx="0"/>
          </p:cNvCxnSpPr>
          <p:nvPr/>
        </p:nvCxnSpPr>
        <p:spPr>
          <a:xfrm>
            <a:off x="5004069" y="4474217"/>
            <a:ext cx="783683" cy="5217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Diamond 6"/>
          <p:cNvSpPr/>
          <p:nvPr/>
        </p:nvSpPr>
        <p:spPr>
          <a:xfrm>
            <a:off x="3824353" y="4766932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7" idx="1"/>
            <a:endCxn id="10" idx="0"/>
          </p:cNvCxnSpPr>
          <p:nvPr/>
        </p:nvCxnSpPr>
        <p:spPr>
          <a:xfrm flipH="1">
            <a:off x="3398226" y="4887513"/>
            <a:ext cx="426127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7" idx="3"/>
            <a:endCxn id="11" idx="0"/>
          </p:cNvCxnSpPr>
          <p:nvPr/>
        </p:nvCxnSpPr>
        <p:spPr>
          <a:xfrm>
            <a:off x="4065514" y="4887513"/>
            <a:ext cx="444632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972099" y="5345668"/>
            <a:ext cx="8522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happ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016223" y="5345668"/>
            <a:ext cx="9878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“y birth”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393071" y="4996010"/>
            <a:ext cx="7893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“day!”</a:t>
            </a:r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rope-abstract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23254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/>
          <p:cNvSpPr/>
          <p:nvPr/>
        </p:nvSpPr>
        <p:spPr>
          <a:xfrm>
            <a:off x="6926810" y="4678188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4" idx="1"/>
            <a:endCxn id="37" idx="0"/>
          </p:cNvCxnSpPr>
          <p:nvPr/>
        </p:nvCxnSpPr>
        <p:spPr>
          <a:xfrm flipH="1">
            <a:off x="6233929" y="4798769"/>
            <a:ext cx="692881" cy="2729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4" idx="3"/>
            <a:endCxn id="42" idx="0"/>
          </p:cNvCxnSpPr>
          <p:nvPr/>
        </p:nvCxnSpPr>
        <p:spPr>
          <a:xfrm>
            <a:off x="7167971" y="4798769"/>
            <a:ext cx="986307" cy="2031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Diamond 24"/>
          <p:cNvSpPr/>
          <p:nvPr/>
        </p:nvSpPr>
        <p:spPr>
          <a:xfrm>
            <a:off x="1483400" y="5001923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>
            <a:stCxn id="25" idx="1"/>
            <a:endCxn id="28" idx="0"/>
          </p:cNvCxnSpPr>
          <p:nvPr/>
        </p:nvCxnSpPr>
        <p:spPr>
          <a:xfrm flipH="1">
            <a:off x="1241735" y="5122504"/>
            <a:ext cx="241665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3"/>
            <a:endCxn id="29" idx="0"/>
          </p:cNvCxnSpPr>
          <p:nvPr/>
        </p:nvCxnSpPr>
        <p:spPr>
          <a:xfrm>
            <a:off x="1724561" y="5122504"/>
            <a:ext cx="198080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014148" y="5580659"/>
            <a:ext cx="45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“t”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473690" y="5580659"/>
            <a:ext cx="897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otally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32" name="Diamond 31"/>
          <p:cNvSpPr/>
          <p:nvPr/>
        </p:nvSpPr>
        <p:spPr>
          <a:xfrm>
            <a:off x="3548428" y="5001923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stCxn id="32" idx="1"/>
            <a:endCxn id="35" idx="0"/>
          </p:cNvCxnSpPr>
          <p:nvPr/>
        </p:nvCxnSpPr>
        <p:spPr>
          <a:xfrm flipH="1">
            <a:off x="3269411" y="5122504"/>
            <a:ext cx="279017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32" idx="3"/>
            <a:endCxn id="36" idx="0"/>
          </p:cNvCxnSpPr>
          <p:nvPr/>
        </p:nvCxnSpPr>
        <p:spPr>
          <a:xfrm>
            <a:off x="3789589" y="5122504"/>
            <a:ext cx="258928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736490" y="5580659"/>
            <a:ext cx="1065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efficien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3820930" y="5580659"/>
            <a:ext cx="45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“t”</a:t>
            </a:r>
            <a:endParaRPr lang="en-US" dirty="0"/>
          </a:p>
        </p:txBody>
      </p:sp>
      <p:sp>
        <p:nvSpPr>
          <p:cNvPr id="37" name="Diamond 36"/>
          <p:cNvSpPr/>
          <p:nvPr/>
        </p:nvSpPr>
        <p:spPr>
          <a:xfrm>
            <a:off x="6113348" y="5071732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>
            <a:stCxn id="37" idx="1"/>
            <a:endCxn id="40" idx="0"/>
          </p:cNvCxnSpPr>
          <p:nvPr/>
        </p:nvCxnSpPr>
        <p:spPr>
          <a:xfrm flipH="1">
            <a:off x="5871683" y="5192313"/>
            <a:ext cx="241665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7" idx="3"/>
            <a:endCxn id="41" idx="0"/>
          </p:cNvCxnSpPr>
          <p:nvPr/>
        </p:nvCxnSpPr>
        <p:spPr>
          <a:xfrm>
            <a:off x="6354509" y="5192313"/>
            <a:ext cx="198080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644096" y="5650468"/>
            <a:ext cx="45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“t”</a:t>
            </a:r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6103638" y="5650468"/>
            <a:ext cx="897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otally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42" name="Diamond 41"/>
          <p:cNvSpPr/>
          <p:nvPr/>
        </p:nvSpPr>
        <p:spPr>
          <a:xfrm>
            <a:off x="8033697" y="5001923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/>
          <p:cNvCxnSpPr>
            <a:stCxn id="42" idx="1"/>
            <a:endCxn id="45" idx="0"/>
          </p:cNvCxnSpPr>
          <p:nvPr/>
        </p:nvCxnSpPr>
        <p:spPr>
          <a:xfrm flipH="1">
            <a:off x="7754680" y="5122504"/>
            <a:ext cx="279017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42" idx="3"/>
            <a:endCxn id="46" idx="0"/>
          </p:cNvCxnSpPr>
          <p:nvPr/>
        </p:nvCxnSpPr>
        <p:spPr>
          <a:xfrm>
            <a:off x="8274858" y="5122504"/>
            <a:ext cx="258928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7221759" y="5580659"/>
            <a:ext cx="1065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efficien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8306199" y="5580659"/>
            <a:ext cx="45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“t”</a:t>
            </a:r>
            <a:endParaRPr lang="en-US" dirty="0"/>
          </a:p>
        </p:txBody>
      </p:sp>
      <p:sp>
        <p:nvSpPr>
          <p:cNvPr id="50" name="Cross 49"/>
          <p:cNvSpPr/>
          <p:nvPr/>
        </p:nvSpPr>
        <p:spPr>
          <a:xfrm>
            <a:off x="2281846" y="5071732"/>
            <a:ext cx="539310" cy="539310"/>
          </a:xfrm>
          <a:prstGeom prst="plus">
            <a:avLst>
              <a:gd name="adj" fmla="val 36712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Equal 50"/>
          <p:cNvSpPr/>
          <p:nvPr/>
        </p:nvSpPr>
        <p:spPr>
          <a:xfrm>
            <a:off x="4562593" y="5086459"/>
            <a:ext cx="874888" cy="531828"/>
          </a:xfrm>
          <a:prstGeom prst="mathEqual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rope-join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52639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/>
          <p:cNvSpPr/>
          <p:nvPr/>
        </p:nvSpPr>
        <p:spPr>
          <a:xfrm>
            <a:off x="3922579" y="4479697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4" idx="1"/>
            <a:endCxn id="37" idx="0"/>
          </p:cNvCxnSpPr>
          <p:nvPr/>
        </p:nvCxnSpPr>
        <p:spPr>
          <a:xfrm flipH="1">
            <a:off x="3323768" y="4600278"/>
            <a:ext cx="598811" cy="3952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4" idx="3"/>
            <a:endCxn id="42" idx="0"/>
          </p:cNvCxnSpPr>
          <p:nvPr/>
        </p:nvCxnSpPr>
        <p:spPr>
          <a:xfrm>
            <a:off x="4163740" y="4600278"/>
            <a:ext cx="986307" cy="3818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Diamond 36"/>
          <p:cNvSpPr/>
          <p:nvPr/>
        </p:nvSpPr>
        <p:spPr>
          <a:xfrm>
            <a:off x="3203187" y="4995532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>
            <a:stCxn id="37" idx="1"/>
            <a:endCxn id="40" idx="0"/>
          </p:cNvCxnSpPr>
          <p:nvPr/>
        </p:nvCxnSpPr>
        <p:spPr>
          <a:xfrm flipH="1">
            <a:off x="2961522" y="5116113"/>
            <a:ext cx="241665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7" idx="3"/>
            <a:endCxn id="41" idx="0"/>
          </p:cNvCxnSpPr>
          <p:nvPr/>
        </p:nvCxnSpPr>
        <p:spPr>
          <a:xfrm>
            <a:off x="3444348" y="5116113"/>
            <a:ext cx="198080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733935" y="5574268"/>
            <a:ext cx="45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“t”</a:t>
            </a:r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3193477" y="5574268"/>
            <a:ext cx="897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otally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42" name="Diamond 41"/>
          <p:cNvSpPr/>
          <p:nvPr/>
        </p:nvSpPr>
        <p:spPr>
          <a:xfrm>
            <a:off x="5029466" y="4982165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/>
          <p:cNvCxnSpPr>
            <a:stCxn id="42" idx="1"/>
            <a:endCxn id="45" idx="0"/>
          </p:cNvCxnSpPr>
          <p:nvPr/>
        </p:nvCxnSpPr>
        <p:spPr>
          <a:xfrm flipH="1">
            <a:off x="4750449" y="5102746"/>
            <a:ext cx="279017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42" idx="3"/>
            <a:endCxn id="46" idx="0"/>
          </p:cNvCxnSpPr>
          <p:nvPr/>
        </p:nvCxnSpPr>
        <p:spPr>
          <a:xfrm>
            <a:off x="5270627" y="5102746"/>
            <a:ext cx="258928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217528" y="5560901"/>
            <a:ext cx="1065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efficien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5301968" y="5560901"/>
            <a:ext cx="45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“t”</a:t>
            </a:r>
            <a:endParaRPr lang="en-US" dirty="0"/>
          </a:p>
        </p:txBody>
      </p:sp>
      <p:sp>
        <p:nvSpPr>
          <p:cNvPr id="30" name="Diamond 29"/>
          <p:cNvSpPr/>
          <p:nvPr/>
        </p:nvSpPr>
        <p:spPr>
          <a:xfrm>
            <a:off x="6116704" y="4479697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1"/>
            <a:endCxn id="48" idx="0"/>
          </p:cNvCxnSpPr>
          <p:nvPr/>
        </p:nvCxnSpPr>
        <p:spPr>
          <a:xfrm flipH="1">
            <a:off x="5872888" y="4600278"/>
            <a:ext cx="243816" cy="4649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0" idx="3"/>
            <a:endCxn id="37" idx="0"/>
          </p:cNvCxnSpPr>
          <p:nvPr/>
        </p:nvCxnSpPr>
        <p:spPr>
          <a:xfrm flipH="1">
            <a:off x="3323768" y="4600278"/>
            <a:ext cx="3034097" cy="395254"/>
          </a:xfrm>
          <a:prstGeom prst="curvedConnector4">
            <a:avLst>
              <a:gd name="adj1" fmla="val -7534"/>
              <a:gd name="adj2" fmla="val 53353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5629071" y="5065250"/>
            <a:ext cx="487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“, ”</a:t>
            </a:r>
            <a:endParaRPr lang="en-US" dirty="0"/>
          </a:p>
        </p:txBody>
      </p:sp>
      <p:sp>
        <p:nvSpPr>
          <p:cNvPr id="49" name="Diamond 48"/>
          <p:cNvSpPr/>
          <p:nvPr/>
        </p:nvSpPr>
        <p:spPr>
          <a:xfrm>
            <a:off x="5162789" y="4194046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/>
          <p:cNvCxnSpPr>
            <a:stCxn id="49" idx="1"/>
            <a:endCxn id="4" idx="0"/>
          </p:cNvCxnSpPr>
          <p:nvPr/>
        </p:nvCxnSpPr>
        <p:spPr>
          <a:xfrm flipH="1">
            <a:off x="4043160" y="4314627"/>
            <a:ext cx="1119629" cy="1650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49" idx="3"/>
            <a:endCxn id="30" idx="0"/>
          </p:cNvCxnSpPr>
          <p:nvPr/>
        </p:nvCxnSpPr>
        <p:spPr>
          <a:xfrm>
            <a:off x="5403950" y="4314627"/>
            <a:ext cx="833335" cy="1650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rope-join2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52639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/>
          <p:cNvSpPr/>
          <p:nvPr/>
        </p:nvSpPr>
        <p:spPr>
          <a:xfrm>
            <a:off x="1617972" y="5287788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4" idx="1"/>
            <a:endCxn id="37" idx="0"/>
          </p:cNvCxnSpPr>
          <p:nvPr/>
        </p:nvCxnSpPr>
        <p:spPr>
          <a:xfrm flipH="1">
            <a:off x="1282557" y="5408369"/>
            <a:ext cx="335415" cy="2729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4" idx="3"/>
            <a:endCxn id="42" idx="0"/>
          </p:cNvCxnSpPr>
          <p:nvPr/>
        </p:nvCxnSpPr>
        <p:spPr>
          <a:xfrm>
            <a:off x="1859133" y="5408369"/>
            <a:ext cx="1296738" cy="3066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Diamond 36"/>
          <p:cNvSpPr/>
          <p:nvPr/>
        </p:nvSpPr>
        <p:spPr>
          <a:xfrm>
            <a:off x="1161976" y="5681332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>
            <a:stCxn id="37" idx="1"/>
          </p:cNvCxnSpPr>
          <p:nvPr/>
        </p:nvCxnSpPr>
        <p:spPr>
          <a:xfrm flipH="1">
            <a:off x="920311" y="5801913"/>
            <a:ext cx="241665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7" idx="3"/>
            <a:endCxn id="41" idx="0"/>
          </p:cNvCxnSpPr>
          <p:nvPr/>
        </p:nvCxnSpPr>
        <p:spPr>
          <a:xfrm>
            <a:off x="1403137" y="5801913"/>
            <a:ext cx="198080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92724" y="6260068"/>
            <a:ext cx="45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“t”</a:t>
            </a:r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1152266" y="6260068"/>
            <a:ext cx="897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otally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42" name="Diamond 41"/>
          <p:cNvSpPr/>
          <p:nvPr/>
        </p:nvSpPr>
        <p:spPr>
          <a:xfrm>
            <a:off x="3035290" y="5715000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/>
          <p:cNvCxnSpPr>
            <a:stCxn id="42" idx="1"/>
            <a:endCxn id="45" idx="0"/>
          </p:cNvCxnSpPr>
          <p:nvPr/>
        </p:nvCxnSpPr>
        <p:spPr>
          <a:xfrm flipH="1">
            <a:off x="2803308" y="5835581"/>
            <a:ext cx="231982" cy="3546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42" idx="3"/>
            <a:endCxn id="46" idx="0"/>
          </p:cNvCxnSpPr>
          <p:nvPr/>
        </p:nvCxnSpPr>
        <p:spPr>
          <a:xfrm>
            <a:off x="3276451" y="5835581"/>
            <a:ext cx="305963" cy="3546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270387" y="6190259"/>
            <a:ext cx="1065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efficien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3354827" y="6190259"/>
            <a:ext cx="45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“t”</a:t>
            </a:r>
            <a:endParaRPr lang="en-US" dirty="0"/>
          </a:p>
        </p:txBody>
      </p:sp>
      <p:sp>
        <p:nvSpPr>
          <p:cNvPr id="52" name="Diamond 51"/>
          <p:cNvSpPr/>
          <p:nvPr/>
        </p:nvSpPr>
        <p:spPr>
          <a:xfrm>
            <a:off x="2539912" y="5287788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/>
          <p:cNvCxnSpPr>
            <a:stCxn id="52" idx="1"/>
            <a:endCxn id="41" idx="0"/>
          </p:cNvCxnSpPr>
          <p:nvPr/>
        </p:nvCxnSpPr>
        <p:spPr>
          <a:xfrm flipH="1">
            <a:off x="1601217" y="5408369"/>
            <a:ext cx="938695" cy="8516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2" idx="3"/>
            <a:endCxn id="42" idx="0"/>
          </p:cNvCxnSpPr>
          <p:nvPr/>
        </p:nvCxnSpPr>
        <p:spPr>
          <a:xfrm>
            <a:off x="2781073" y="5408369"/>
            <a:ext cx="374798" cy="3066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67648065"/>
              </p:ext>
            </p:extLst>
          </p:nvPr>
        </p:nvGraphicFramePr>
        <p:xfrm>
          <a:off x="118970" y="5070990"/>
          <a:ext cx="801341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334"/>
                <a:gridCol w="352007"/>
              </a:tblGrid>
              <a:tr h="256352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352">
                <a:tc>
                  <a:txBody>
                    <a:bodyPr/>
                    <a:lstStyle/>
                    <a:p>
                      <a:pPr algn="r"/>
                      <a:r>
                        <a:rPr lang="en-US" smtClean="0"/>
                        <a:t>R3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36" name="Straight Arrow Connector 35"/>
          <p:cNvCxnSpPr>
            <a:endCxn id="4" idx="0"/>
          </p:cNvCxnSpPr>
          <p:nvPr/>
        </p:nvCxnSpPr>
        <p:spPr>
          <a:xfrm>
            <a:off x="756260" y="5259567"/>
            <a:ext cx="982293" cy="28221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35"/>
          <p:cNvCxnSpPr>
            <a:endCxn id="52" idx="0"/>
          </p:cNvCxnSpPr>
          <p:nvPr/>
        </p:nvCxnSpPr>
        <p:spPr>
          <a:xfrm flipV="1">
            <a:off x="756260" y="5287788"/>
            <a:ext cx="1904233" cy="356057"/>
          </a:xfrm>
          <a:prstGeom prst="curvedConnector4">
            <a:avLst>
              <a:gd name="adj1" fmla="val 25591"/>
              <a:gd name="adj2" fmla="val 164203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rope-sub1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52639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/>
          <p:cNvSpPr/>
          <p:nvPr/>
        </p:nvSpPr>
        <p:spPr>
          <a:xfrm>
            <a:off x="1598964" y="5440188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63215371"/>
              </p:ext>
            </p:extLst>
          </p:nvPr>
        </p:nvGraphicFramePr>
        <p:xfrm>
          <a:off x="99962" y="5223390"/>
          <a:ext cx="801341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334"/>
                <a:gridCol w="352007"/>
              </a:tblGrid>
              <a:tr h="256352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352">
                <a:tc>
                  <a:txBody>
                    <a:bodyPr/>
                    <a:lstStyle/>
                    <a:p>
                      <a:pPr algn="r"/>
                      <a:r>
                        <a:rPr lang="en-US" smtClean="0"/>
                        <a:t>R3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36" name="Straight Arrow Connector 35"/>
          <p:cNvCxnSpPr>
            <a:endCxn id="4" idx="0"/>
          </p:cNvCxnSpPr>
          <p:nvPr/>
        </p:nvCxnSpPr>
        <p:spPr>
          <a:xfrm>
            <a:off x="737252" y="5411967"/>
            <a:ext cx="982293" cy="28221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35"/>
          <p:cNvCxnSpPr>
            <a:endCxn id="81" idx="0"/>
          </p:cNvCxnSpPr>
          <p:nvPr/>
        </p:nvCxnSpPr>
        <p:spPr>
          <a:xfrm flipV="1">
            <a:off x="737252" y="5440188"/>
            <a:ext cx="2325213" cy="356058"/>
          </a:xfrm>
          <a:prstGeom prst="curvedConnector4">
            <a:avLst>
              <a:gd name="adj1" fmla="val 22323"/>
              <a:gd name="adj2" fmla="val 164203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51" idx="0"/>
          </p:cNvCxnSpPr>
          <p:nvPr/>
        </p:nvCxnSpPr>
        <p:spPr>
          <a:xfrm flipH="1">
            <a:off x="1261214" y="5560769"/>
            <a:ext cx="335415" cy="2729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59" idx="0"/>
          </p:cNvCxnSpPr>
          <p:nvPr/>
        </p:nvCxnSpPr>
        <p:spPr>
          <a:xfrm>
            <a:off x="1837790" y="5560769"/>
            <a:ext cx="1296738" cy="3066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Diamond 50"/>
          <p:cNvSpPr/>
          <p:nvPr/>
        </p:nvSpPr>
        <p:spPr>
          <a:xfrm>
            <a:off x="1140633" y="5833732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/>
          <p:cNvCxnSpPr>
            <a:stCxn id="51" idx="1"/>
            <a:endCxn id="56" idx="0"/>
          </p:cNvCxnSpPr>
          <p:nvPr/>
        </p:nvCxnSpPr>
        <p:spPr>
          <a:xfrm flipH="1">
            <a:off x="898968" y="5954313"/>
            <a:ext cx="241665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8" idx="0"/>
          </p:cNvCxnSpPr>
          <p:nvPr/>
        </p:nvCxnSpPr>
        <p:spPr>
          <a:xfrm>
            <a:off x="1381794" y="5954313"/>
            <a:ext cx="198080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71381" y="6412468"/>
            <a:ext cx="45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“t”</a:t>
            </a:r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1130923" y="6412468"/>
            <a:ext cx="897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otally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59" name="Diamond 58"/>
          <p:cNvSpPr/>
          <p:nvPr/>
        </p:nvSpPr>
        <p:spPr>
          <a:xfrm>
            <a:off x="3013947" y="5867400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>
            <a:stCxn id="59" idx="1"/>
            <a:endCxn id="79" idx="0"/>
          </p:cNvCxnSpPr>
          <p:nvPr/>
        </p:nvCxnSpPr>
        <p:spPr>
          <a:xfrm flipH="1">
            <a:off x="2781965" y="5987981"/>
            <a:ext cx="231982" cy="3546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59" idx="3"/>
            <a:endCxn id="80" idx="0"/>
          </p:cNvCxnSpPr>
          <p:nvPr/>
        </p:nvCxnSpPr>
        <p:spPr>
          <a:xfrm>
            <a:off x="3255108" y="5987981"/>
            <a:ext cx="305963" cy="3546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2249044" y="6342659"/>
            <a:ext cx="1065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efficien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80" name="Rectangle 79"/>
          <p:cNvSpPr/>
          <p:nvPr/>
        </p:nvSpPr>
        <p:spPr>
          <a:xfrm>
            <a:off x="3333484" y="6342659"/>
            <a:ext cx="45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“t”</a:t>
            </a:r>
            <a:endParaRPr lang="en-US" dirty="0"/>
          </a:p>
        </p:txBody>
      </p:sp>
      <p:sp>
        <p:nvSpPr>
          <p:cNvPr id="81" name="Diamond 80"/>
          <p:cNvSpPr/>
          <p:nvPr/>
        </p:nvSpPr>
        <p:spPr>
          <a:xfrm>
            <a:off x="2941884" y="5440188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81"/>
          <p:cNvCxnSpPr>
            <a:stCxn id="81" idx="1"/>
            <a:endCxn id="58" idx="0"/>
          </p:cNvCxnSpPr>
          <p:nvPr/>
        </p:nvCxnSpPr>
        <p:spPr>
          <a:xfrm flipH="1">
            <a:off x="1579874" y="5560769"/>
            <a:ext cx="1362010" cy="8516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81" idx="3"/>
            <a:endCxn id="84" idx="0"/>
          </p:cNvCxnSpPr>
          <p:nvPr/>
        </p:nvCxnSpPr>
        <p:spPr>
          <a:xfrm>
            <a:off x="3183045" y="5560769"/>
            <a:ext cx="1203819" cy="6670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4049328" y="6227802"/>
            <a:ext cx="675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effi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rope-sub2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52639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/>
          <p:cNvSpPr/>
          <p:nvPr/>
        </p:nvSpPr>
        <p:spPr>
          <a:xfrm>
            <a:off x="1606195" y="5440188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23747522"/>
              </p:ext>
            </p:extLst>
          </p:nvPr>
        </p:nvGraphicFramePr>
        <p:xfrm>
          <a:off x="107193" y="5223390"/>
          <a:ext cx="801341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334"/>
                <a:gridCol w="352007"/>
              </a:tblGrid>
              <a:tr h="256352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352">
                <a:tc>
                  <a:txBody>
                    <a:bodyPr/>
                    <a:lstStyle/>
                    <a:p>
                      <a:pPr algn="r"/>
                      <a:r>
                        <a:rPr lang="en-US" smtClean="0"/>
                        <a:t>R3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36" name="Straight Arrow Connector 35"/>
          <p:cNvCxnSpPr>
            <a:endCxn id="4" idx="0"/>
          </p:cNvCxnSpPr>
          <p:nvPr/>
        </p:nvCxnSpPr>
        <p:spPr>
          <a:xfrm>
            <a:off x="744483" y="5411967"/>
            <a:ext cx="982293" cy="28221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35"/>
          <p:cNvCxnSpPr>
            <a:endCxn id="81" idx="0"/>
          </p:cNvCxnSpPr>
          <p:nvPr/>
        </p:nvCxnSpPr>
        <p:spPr>
          <a:xfrm flipV="1">
            <a:off x="744483" y="5483625"/>
            <a:ext cx="3866568" cy="350107"/>
          </a:xfrm>
          <a:prstGeom prst="curvedConnector4">
            <a:avLst>
              <a:gd name="adj1" fmla="val 13162"/>
              <a:gd name="adj2" fmla="val 184103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51" idx="0"/>
          </p:cNvCxnSpPr>
          <p:nvPr/>
        </p:nvCxnSpPr>
        <p:spPr>
          <a:xfrm flipH="1">
            <a:off x="1268445" y="5560769"/>
            <a:ext cx="335415" cy="2729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59" idx="0"/>
          </p:cNvCxnSpPr>
          <p:nvPr/>
        </p:nvCxnSpPr>
        <p:spPr>
          <a:xfrm>
            <a:off x="1845021" y="5560769"/>
            <a:ext cx="1296738" cy="3066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Diamond 50"/>
          <p:cNvSpPr/>
          <p:nvPr/>
        </p:nvSpPr>
        <p:spPr>
          <a:xfrm>
            <a:off x="1147864" y="5833732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/>
          <p:cNvCxnSpPr>
            <a:stCxn id="51" idx="1"/>
            <a:endCxn id="56" idx="0"/>
          </p:cNvCxnSpPr>
          <p:nvPr/>
        </p:nvCxnSpPr>
        <p:spPr>
          <a:xfrm flipH="1">
            <a:off x="906199" y="5954313"/>
            <a:ext cx="241665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1" idx="3"/>
            <a:endCxn id="58" idx="0"/>
          </p:cNvCxnSpPr>
          <p:nvPr/>
        </p:nvCxnSpPr>
        <p:spPr>
          <a:xfrm>
            <a:off x="1389025" y="5954313"/>
            <a:ext cx="198080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78612" y="6412468"/>
            <a:ext cx="45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“t”</a:t>
            </a:r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1138154" y="6412468"/>
            <a:ext cx="897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otally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59" name="Diamond 58"/>
          <p:cNvSpPr/>
          <p:nvPr/>
        </p:nvSpPr>
        <p:spPr>
          <a:xfrm>
            <a:off x="3021178" y="5867400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>
            <a:stCxn id="59" idx="1"/>
            <a:endCxn id="79" idx="0"/>
          </p:cNvCxnSpPr>
          <p:nvPr/>
        </p:nvCxnSpPr>
        <p:spPr>
          <a:xfrm flipH="1">
            <a:off x="2789196" y="5987981"/>
            <a:ext cx="231982" cy="3546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59" idx="3"/>
            <a:endCxn id="80" idx="0"/>
          </p:cNvCxnSpPr>
          <p:nvPr/>
        </p:nvCxnSpPr>
        <p:spPr>
          <a:xfrm>
            <a:off x="3262339" y="5987981"/>
            <a:ext cx="305963" cy="3546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2256275" y="6342659"/>
            <a:ext cx="1065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efficien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80" name="Rectangle 79"/>
          <p:cNvSpPr/>
          <p:nvPr/>
        </p:nvSpPr>
        <p:spPr>
          <a:xfrm>
            <a:off x="3340715" y="6342659"/>
            <a:ext cx="45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“t”</a:t>
            </a:r>
            <a:endParaRPr lang="en-US" dirty="0"/>
          </a:p>
        </p:txBody>
      </p:sp>
      <p:sp>
        <p:nvSpPr>
          <p:cNvPr id="81" name="Diamond 80"/>
          <p:cNvSpPr/>
          <p:nvPr/>
        </p:nvSpPr>
        <p:spPr>
          <a:xfrm>
            <a:off x="4490470" y="5483625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81"/>
          <p:cNvCxnSpPr>
            <a:stCxn id="81" idx="1"/>
            <a:endCxn id="17" idx="0"/>
          </p:cNvCxnSpPr>
          <p:nvPr/>
        </p:nvCxnSpPr>
        <p:spPr>
          <a:xfrm flipH="1">
            <a:off x="4257809" y="5604206"/>
            <a:ext cx="232661" cy="7384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81" idx="3"/>
            <a:endCxn id="84" idx="0"/>
          </p:cNvCxnSpPr>
          <p:nvPr/>
        </p:nvCxnSpPr>
        <p:spPr>
          <a:xfrm>
            <a:off x="4731631" y="5604206"/>
            <a:ext cx="567604" cy="6216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4959670" y="6225896"/>
            <a:ext cx="679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effi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869722" y="6342659"/>
            <a:ext cx="776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“tally</a:t>
            </a:r>
            <a:r>
              <a:rPr lang="en-US" dirty="0"/>
              <a:t>”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rope-sub3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52639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/>
          <p:cNvSpPr/>
          <p:nvPr/>
        </p:nvSpPr>
        <p:spPr>
          <a:xfrm>
            <a:off x="2710712" y="2002960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>
            <a:stCxn id="4" idx="1"/>
            <a:endCxn id="14" idx="0"/>
          </p:cNvCxnSpPr>
          <p:nvPr/>
        </p:nvCxnSpPr>
        <p:spPr>
          <a:xfrm flipH="1">
            <a:off x="1119053" y="2123541"/>
            <a:ext cx="1591659" cy="5217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3"/>
            <a:endCxn id="23" idx="0"/>
          </p:cNvCxnSpPr>
          <p:nvPr/>
        </p:nvCxnSpPr>
        <p:spPr>
          <a:xfrm>
            <a:off x="2951873" y="2123541"/>
            <a:ext cx="690990" cy="4896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998472" y="2645334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4" idx="1"/>
            <a:endCxn id="33" idx="0"/>
          </p:cNvCxnSpPr>
          <p:nvPr/>
        </p:nvCxnSpPr>
        <p:spPr>
          <a:xfrm flipH="1">
            <a:off x="692991" y="2765915"/>
            <a:ext cx="305481" cy="514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4" idx="3"/>
            <a:endCxn id="35" idx="0"/>
          </p:cNvCxnSpPr>
          <p:nvPr/>
        </p:nvCxnSpPr>
        <p:spPr>
          <a:xfrm>
            <a:off x="1239633" y="2765915"/>
            <a:ext cx="233130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Diamond 22"/>
          <p:cNvSpPr/>
          <p:nvPr/>
        </p:nvSpPr>
        <p:spPr>
          <a:xfrm>
            <a:off x="3522282" y="2613184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>
            <a:stCxn id="23" idx="1"/>
            <a:endCxn id="39" idx="0"/>
          </p:cNvCxnSpPr>
          <p:nvPr/>
        </p:nvCxnSpPr>
        <p:spPr>
          <a:xfrm flipH="1">
            <a:off x="2977055" y="2733765"/>
            <a:ext cx="545227" cy="1928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3" idx="3"/>
            <a:endCxn id="46" idx="0"/>
          </p:cNvCxnSpPr>
          <p:nvPr/>
        </p:nvCxnSpPr>
        <p:spPr>
          <a:xfrm>
            <a:off x="3763443" y="2733765"/>
            <a:ext cx="656877" cy="54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90170" y="3280565"/>
            <a:ext cx="605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ab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1190342" y="3224070"/>
            <a:ext cx="564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ra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39" name="Diamond 38"/>
          <p:cNvSpPr/>
          <p:nvPr/>
        </p:nvSpPr>
        <p:spPr>
          <a:xfrm>
            <a:off x="2856474" y="2926584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/>
          <p:cNvCxnSpPr>
            <a:stCxn id="39" idx="1"/>
            <a:endCxn id="43" idx="0"/>
          </p:cNvCxnSpPr>
          <p:nvPr/>
        </p:nvCxnSpPr>
        <p:spPr>
          <a:xfrm flipH="1">
            <a:off x="2410861" y="3047165"/>
            <a:ext cx="445613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9" idx="3"/>
            <a:endCxn id="44" idx="0"/>
          </p:cNvCxnSpPr>
          <p:nvPr/>
        </p:nvCxnSpPr>
        <p:spPr>
          <a:xfrm>
            <a:off x="3097635" y="3047165"/>
            <a:ext cx="320061" cy="3708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059236" y="3505320"/>
            <a:ext cx="703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“cad”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3114875" y="3417990"/>
            <a:ext cx="605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ab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4135871" y="3280565"/>
            <a:ext cx="568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ra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48" name="Diamond 47"/>
          <p:cNvSpPr/>
          <p:nvPr/>
        </p:nvSpPr>
        <p:spPr>
          <a:xfrm>
            <a:off x="7509470" y="2002960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/>
          <p:cNvCxnSpPr>
            <a:stCxn id="48" idx="1"/>
            <a:endCxn id="53" idx="0"/>
          </p:cNvCxnSpPr>
          <p:nvPr/>
        </p:nvCxnSpPr>
        <p:spPr>
          <a:xfrm flipH="1">
            <a:off x="6251716" y="2123541"/>
            <a:ext cx="1257754" cy="5759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8" idx="3"/>
            <a:endCxn id="58" idx="0"/>
          </p:cNvCxnSpPr>
          <p:nvPr/>
        </p:nvCxnSpPr>
        <p:spPr>
          <a:xfrm>
            <a:off x="7750631" y="2123541"/>
            <a:ext cx="563369" cy="2806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956535" y="4173122"/>
            <a:ext cx="605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ab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53" name="Diamond 52"/>
          <p:cNvSpPr/>
          <p:nvPr/>
        </p:nvSpPr>
        <p:spPr>
          <a:xfrm>
            <a:off x="6131135" y="2699539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/>
          <p:cNvCxnSpPr>
            <a:stCxn id="53" idx="1"/>
            <a:endCxn id="51" idx="0"/>
          </p:cNvCxnSpPr>
          <p:nvPr/>
        </p:nvCxnSpPr>
        <p:spPr>
          <a:xfrm rot="10800000" flipH="1" flipV="1">
            <a:off x="6131134" y="2820120"/>
            <a:ext cx="1128221" cy="1353002"/>
          </a:xfrm>
          <a:prstGeom prst="curvedConnector4">
            <a:avLst>
              <a:gd name="adj1" fmla="val -20262"/>
              <a:gd name="adj2" fmla="val 54456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3" idx="3"/>
            <a:endCxn id="84" idx="0"/>
          </p:cNvCxnSpPr>
          <p:nvPr/>
        </p:nvCxnSpPr>
        <p:spPr>
          <a:xfrm>
            <a:off x="6372296" y="2820120"/>
            <a:ext cx="1841169" cy="1353002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Diamond 57"/>
          <p:cNvSpPr/>
          <p:nvPr/>
        </p:nvSpPr>
        <p:spPr>
          <a:xfrm>
            <a:off x="8193419" y="2404173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/>
          <p:cNvCxnSpPr>
            <a:stCxn id="58" idx="1"/>
            <a:endCxn id="64" idx="0"/>
          </p:cNvCxnSpPr>
          <p:nvPr/>
        </p:nvCxnSpPr>
        <p:spPr>
          <a:xfrm flipH="1">
            <a:off x="7796986" y="2524754"/>
            <a:ext cx="396433" cy="1741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8" idx="3"/>
            <a:endCxn id="84" idx="0"/>
          </p:cNvCxnSpPr>
          <p:nvPr/>
        </p:nvCxnSpPr>
        <p:spPr>
          <a:xfrm flipH="1">
            <a:off x="8213465" y="2524754"/>
            <a:ext cx="221115" cy="1648368"/>
          </a:xfrm>
          <a:prstGeom prst="curvedConnector4">
            <a:avLst>
              <a:gd name="adj1" fmla="val -103385"/>
              <a:gd name="adj2" fmla="val 53658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Diamond 63"/>
          <p:cNvSpPr/>
          <p:nvPr/>
        </p:nvSpPr>
        <p:spPr>
          <a:xfrm>
            <a:off x="7676405" y="2698913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/>
          <p:cNvCxnSpPr>
            <a:stCxn id="64" idx="1"/>
            <a:endCxn id="67" idx="0"/>
          </p:cNvCxnSpPr>
          <p:nvPr/>
        </p:nvCxnSpPr>
        <p:spPr>
          <a:xfrm flipH="1">
            <a:off x="6956535" y="2819494"/>
            <a:ext cx="719870" cy="3082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64" idx="3"/>
            <a:endCxn id="51" idx="0"/>
          </p:cNvCxnSpPr>
          <p:nvPr/>
        </p:nvCxnSpPr>
        <p:spPr>
          <a:xfrm flipH="1">
            <a:off x="7259356" y="2819494"/>
            <a:ext cx="658210" cy="1353628"/>
          </a:xfrm>
          <a:prstGeom prst="curvedConnector4">
            <a:avLst>
              <a:gd name="adj1" fmla="val -34731"/>
              <a:gd name="adj2" fmla="val 54454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6604910" y="3127718"/>
            <a:ext cx="703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“cad”</a:t>
            </a:r>
            <a:endParaRPr lang="en-US" dirty="0"/>
          </a:p>
        </p:txBody>
      </p:sp>
      <p:sp>
        <p:nvSpPr>
          <p:cNvPr id="84" name="Rectangle 83"/>
          <p:cNvSpPr/>
          <p:nvPr/>
        </p:nvSpPr>
        <p:spPr>
          <a:xfrm>
            <a:off x="7929016" y="4173122"/>
            <a:ext cx="568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r</a:t>
            </a:r>
            <a:r>
              <a:rPr lang="en-US" dirty="0" err="1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cxnSp>
        <p:nvCxnSpPr>
          <p:cNvPr id="105" name="Straight Arrow Connector 104"/>
          <p:cNvCxnSpPr>
            <a:stCxn id="138" idx="3"/>
            <a:endCxn id="109" idx="0"/>
          </p:cNvCxnSpPr>
          <p:nvPr/>
        </p:nvCxnSpPr>
        <p:spPr>
          <a:xfrm>
            <a:off x="3795263" y="5023158"/>
            <a:ext cx="547766" cy="3697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138" idx="1"/>
            <a:endCxn id="114" idx="0"/>
          </p:cNvCxnSpPr>
          <p:nvPr/>
        </p:nvCxnSpPr>
        <p:spPr>
          <a:xfrm flipH="1">
            <a:off x="2805099" y="5023158"/>
            <a:ext cx="749003" cy="4963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Diamond 108"/>
          <p:cNvSpPr/>
          <p:nvPr/>
        </p:nvSpPr>
        <p:spPr>
          <a:xfrm>
            <a:off x="4222448" y="5392882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/>
          <p:cNvCxnSpPr>
            <a:stCxn id="109" idx="1"/>
            <a:endCxn id="113" idx="0"/>
          </p:cNvCxnSpPr>
          <p:nvPr/>
        </p:nvCxnSpPr>
        <p:spPr>
          <a:xfrm flipH="1">
            <a:off x="3640559" y="5513463"/>
            <a:ext cx="581889" cy="6588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109" idx="3"/>
            <a:endCxn id="120" idx="0"/>
          </p:cNvCxnSpPr>
          <p:nvPr/>
        </p:nvCxnSpPr>
        <p:spPr>
          <a:xfrm>
            <a:off x="4463609" y="5513463"/>
            <a:ext cx="284449" cy="6588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3337738" y="6172279"/>
            <a:ext cx="605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ab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114" name="Rectangle 113"/>
          <p:cNvSpPr/>
          <p:nvPr/>
        </p:nvSpPr>
        <p:spPr>
          <a:xfrm>
            <a:off x="2451445" y="5519482"/>
            <a:ext cx="707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“cad”</a:t>
            </a:r>
            <a:endParaRPr lang="en-US" dirty="0"/>
          </a:p>
        </p:txBody>
      </p:sp>
      <p:sp>
        <p:nvSpPr>
          <p:cNvPr id="120" name="Rectangle 119"/>
          <p:cNvSpPr/>
          <p:nvPr/>
        </p:nvSpPr>
        <p:spPr>
          <a:xfrm>
            <a:off x="4463609" y="6172279"/>
            <a:ext cx="568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ra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132" name="Diamond 131"/>
          <p:cNvSpPr/>
          <p:nvPr/>
        </p:nvSpPr>
        <p:spPr>
          <a:xfrm>
            <a:off x="2742532" y="4292353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Arrow Connector 132"/>
          <p:cNvCxnSpPr>
            <a:stCxn id="132" idx="1"/>
            <a:endCxn id="135" idx="0"/>
          </p:cNvCxnSpPr>
          <p:nvPr/>
        </p:nvCxnSpPr>
        <p:spPr>
          <a:xfrm flipH="1">
            <a:off x="1150873" y="4412934"/>
            <a:ext cx="1591659" cy="5217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32" idx="3"/>
            <a:endCxn id="138" idx="0"/>
          </p:cNvCxnSpPr>
          <p:nvPr/>
        </p:nvCxnSpPr>
        <p:spPr>
          <a:xfrm>
            <a:off x="2983693" y="4412934"/>
            <a:ext cx="690990" cy="4896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Diamond 134"/>
          <p:cNvSpPr/>
          <p:nvPr/>
        </p:nvSpPr>
        <p:spPr>
          <a:xfrm>
            <a:off x="1030292" y="4934727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Arrow Connector 135"/>
          <p:cNvCxnSpPr>
            <a:stCxn id="135" idx="1"/>
            <a:endCxn id="139" idx="0"/>
          </p:cNvCxnSpPr>
          <p:nvPr/>
        </p:nvCxnSpPr>
        <p:spPr>
          <a:xfrm flipH="1">
            <a:off x="720513" y="5055308"/>
            <a:ext cx="309779" cy="4952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135" idx="3"/>
            <a:endCxn id="140" idx="0"/>
          </p:cNvCxnSpPr>
          <p:nvPr/>
        </p:nvCxnSpPr>
        <p:spPr>
          <a:xfrm>
            <a:off x="1271453" y="5055308"/>
            <a:ext cx="194920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Diamond 137"/>
          <p:cNvSpPr/>
          <p:nvPr/>
        </p:nvSpPr>
        <p:spPr>
          <a:xfrm>
            <a:off x="3554102" y="4902577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375425" y="5550533"/>
            <a:ext cx="690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abr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140" name="Rectangle 139"/>
          <p:cNvSpPr/>
          <p:nvPr/>
        </p:nvSpPr>
        <p:spPr>
          <a:xfrm>
            <a:off x="1222162" y="5513463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“a”</a:t>
            </a:r>
            <a:endParaRPr lang="en-US" dirty="0"/>
          </a:p>
        </p:txBody>
      </p:sp>
      <p:sp>
        <p:nvSpPr>
          <p:cNvPr id="143" name="Diamond 142"/>
          <p:cNvSpPr/>
          <p:nvPr/>
        </p:nvSpPr>
        <p:spPr>
          <a:xfrm>
            <a:off x="6584315" y="5777237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4" name="Straight Arrow Connector 143"/>
          <p:cNvCxnSpPr>
            <a:stCxn id="143" idx="1"/>
            <a:endCxn id="146" idx="0"/>
          </p:cNvCxnSpPr>
          <p:nvPr/>
        </p:nvCxnSpPr>
        <p:spPr>
          <a:xfrm flipH="1">
            <a:off x="6321101" y="5897818"/>
            <a:ext cx="263214" cy="514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>
            <a:stCxn id="143" idx="3"/>
            <a:endCxn id="147" idx="0"/>
          </p:cNvCxnSpPr>
          <p:nvPr/>
        </p:nvCxnSpPr>
        <p:spPr>
          <a:xfrm>
            <a:off x="6825476" y="5897818"/>
            <a:ext cx="194920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5976013" y="6412468"/>
            <a:ext cx="690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abr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147" name="Rectangle 146"/>
          <p:cNvSpPr/>
          <p:nvPr/>
        </p:nvSpPr>
        <p:spPr>
          <a:xfrm>
            <a:off x="6776185" y="6355973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“a”</a:t>
            </a:r>
            <a:endParaRPr lang="en-US" dirty="0"/>
          </a:p>
        </p:txBody>
      </p:sp>
      <p:cxnSp>
        <p:nvCxnSpPr>
          <p:cNvPr id="148" name="Straight Arrow Connector 147"/>
          <p:cNvCxnSpPr>
            <a:stCxn id="152" idx="1"/>
            <a:endCxn id="149" idx="0"/>
          </p:cNvCxnSpPr>
          <p:nvPr/>
        </p:nvCxnSpPr>
        <p:spPr>
          <a:xfrm flipH="1">
            <a:off x="7621744" y="5275323"/>
            <a:ext cx="411386" cy="7052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7268090" y="5980622"/>
            <a:ext cx="707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“cad”</a:t>
            </a:r>
            <a:endParaRPr lang="en-US" dirty="0"/>
          </a:p>
        </p:txBody>
      </p:sp>
      <p:sp>
        <p:nvSpPr>
          <p:cNvPr id="150" name="Diamond 149"/>
          <p:cNvSpPr/>
          <p:nvPr/>
        </p:nvSpPr>
        <p:spPr>
          <a:xfrm>
            <a:off x="7559177" y="4753493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1" name="Straight Arrow Connector 150"/>
          <p:cNvCxnSpPr>
            <a:stCxn id="150" idx="3"/>
            <a:endCxn id="152" idx="0"/>
          </p:cNvCxnSpPr>
          <p:nvPr/>
        </p:nvCxnSpPr>
        <p:spPr>
          <a:xfrm>
            <a:off x="7800338" y="4874074"/>
            <a:ext cx="353373" cy="2806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Diamond 151"/>
          <p:cNvSpPr/>
          <p:nvPr/>
        </p:nvSpPr>
        <p:spPr>
          <a:xfrm>
            <a:off x="8033130" y="5154742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" name="Straight Arrow Connector 152"/>
          <p:cNvCxnSpPr>
            <a:stCxn id="150" idx="1"/>
            <a:endCxn id="143" idx="0"/>
          </p:cNvCxnSpPr>
          <p:nvPr/>
        </p:nvCxnSpPr>
        <p:spPr>
          <a:xfrm rot="10800000" flipV="1">
            <a:off x="6704897" y="4874073"/>
            <a:ext cx="854281" cy="903163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Arrow Connector 152"/>
          <p:cNvCxnSpPr>
            <a:stCxn id="152" idx="3"/>
            <a:endCxn id="143" idx="0"/>
          </p:cNvCxnSpPr>
          <p:nvPr/>
        </p:nvCxnSpPr>
        <p:spPr>
          <a:xfrm flipH="1">
            <a:off x="6704896" y="5275323"/>
            <a:ext cx="1569395" cy="501914"/>
          </a:xfrm>
          <a:prstGeom prst="curvedConnector4">
            <a:avLst>
              <a:gd name="adj1" fmla="val -14566"/>
              <a:gd name="adj2" fmla="val 62012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Right Arrow 158"/>
          <p:cNvSpPr/>
          <p:nvPr/>
        </p:nvSpPr>
        <p:spPr>
          <a:xfrm>
            <a:off x="4748058" y="2698912"/>
            <a:ext cx="1071955" cy="719077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reduce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0" name="Right Arrow 159"/>
          <p:cNvSpPr/>
          <p:nvPr/>
        </p:nvSpPr>
        <p:spPr>
          <a:xfrm>
            <a:off x="5032507" y="5112500"/>
            <a:ext cx="1071955" cy="719077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reduce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8" name="Title 6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rope-reduce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35882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unused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/>
          <p:cNvSpPr/>
          <p:nvPr/>
        </p:nvSpPr>
        <p:spPr>
          <a:xfrm>
            <a:off x="1557861" y="5059188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4" idx="1"/>
            <a:endCxn id="37" idx="0"/>
          </p:cNvCxnSpPr>
          <p:nvPr/>
        </p:nvCxnSpPr>
        <p:spPr>
          <a:xfrm flipH="1">
            <a:off x="1222446" y="5179769"/>
            <a:ext cx="335415" cy="2729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4" idx="3"/>
            <a:endCxn id="42" idx="0"/>
          </p:cNvCxnSpPr>
          <p:nvPr/>
        </p:nvCxnSpPr>
        <p:spPr>
          <a:xfrm>
            <a:off x="1799022" y="5179769"/>
            <a:ext cx="1296738" cy="3066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Diamond 36"/>
          <p:cNvSpPr/>
          <p:nvPr/>
        </p:nvSpPr>
        <p:spPr>
          <a:xfrm>
            <a:off x="1101865" y="5452732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>
            <a:stCxn id="37" idx="1"/>
            <a:endCxn id="40" idx="0"/>
          </p:cNvCxnSpPr>
          <p:nvPr/>
        </p:nvCxnSpPr>
        <p:spPr>
          <a:xfrm flipH="1">
            <a:off x="860200" y="5573313"/>
            <a:ext cx="241665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7" idx="3"/>
            <a:endCxn id="41" idx="0"/>
          </p:cNvCxnSpPr>
          <p:nvPr/>
        </p:nvCxnSpPr>
        <p:spPr>
          <a:xfrm>
            <a:off x="1343026" y="5573313"/>
            <a:ext cx="198080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32613" y="6031468"/>
            <a:ext cx="45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“t”</a:t>
            </a:r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1092155" y="6031468"/>
            <a:ext cx="897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otally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42" name="Diamond 41"/>
          <p:cNvSpPr/>
          <p:nvPr/>
        </p:nvSpPr>
        <p:spPr>
          <a:xfrm>
            <a:off x="2975179" y="5486400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/>
          <p:cNvCxnSpPr>
            <a:stCxn id="42" idx="1"/>
            <a:endCxn id="45" idx="0"/>
          </p:cNvCxnSpPr>
          <p:nvPr/>
        </p:nvCxnSpPr>
        <p:spPr>
          <a:xfrm flipH="1">
            <a:off x="2743197" y="5606981"/>
            <a:ext cx="231982" cy="3546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42" idx="3"/>
            <a:endCxn id="46" idx="0"/>
          </p:cNvCxnSpPr>
          <p:nvPr/>
        </p:nvCxnSpPr>
        <p:spPr>
          <a:xfrm>
            <a:off x="3216340" y="5606981"/>
            <a:ext cx="305963" cy="3546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210276" y="5961659"/>
            <a:ext cx="1065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efficien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3294716" y="5961659"/>
            <a:ext cx="45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“t”</a:t>
            </a:r>
            <a:endParaRPr lang="en-US" dirty="0"/>
          </a:p>
        </p:txBody>
      </p:sp>
      <p:sp>
        <p:nvSpPr>
          <p:cNvPr id="52" name="Diamond 51"/>
          <p:cNvSpPr/>
          <p:nvPr/>
        </p:nvSpPr>
        <p:spPr>
          <a:xfrm>
            <a:off x="2479801" y="5059188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/>
          <p:cNvCxnSpPr>
            <a:stCxn id="52" idx="1"/>
            <a:endCxn id="41" idx="0"/>
          </p:cNvCxnSpPr>
          <p:nvPr/>
        </p:nvCxnSpPr>
        <p:spPr>
          <a:xfrm flipH="1">
            <a:off x="1541106" y="5179769"/>
            <a:ext cx="938695" cy="8516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2" idx="3"/>
            <a:endCxn id="42" idx="0"/>
          </p:cNvCxnSpPr>
          <p:nvPr/>
        </p:nvCxnSpPr>
        <p:spPr>
          <a:xfrm>
            <a:off x="2720962" y="5179769"/>
            <a:ext cx="374798" cy="3066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Diamond 59"/>
          <p:cNvSpPr/>
          <p:nvPr/>
        </p:nvSpPr>
        <p:spPr>
          <a:xfrm>
            <a:off x="5153372" y="5059188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/>
          <p:cNvCxnSpPr>
            <a:stCxn id="60" idx="1"/>
            <a:endCxn id="63" idx="0"/>
          </p:cNvCxnSpPr>
          <p:nvPr/>
        </p:nvCxnSpPr>
        <p:spPr>
          <a:xfrm flipH="1">
            <a:off x="4817957" y="5179769"/>
            <a:ext cx="335415" cy="2729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60" idx="3"/>
            <a:endCxn id="68" idx="0"/>
          </p:cNvCxnSpPr>
          <p:nvPr/>
        </p:nvCxnSpPr>
        <p:spPr>
          <a:xfrm>
            <a:off x="5394533" y="5179769"/>
            <a:ext cx="1296738" cy="3066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4697376" y="5452732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>
            <a:stCxn id="63" idx="1"/>
            <a:endCxn id="66" idx="0"/>
          </p:cNvCxnSpPr>
          <p:nvPr/>
        </p:nvCxnSpPr>
        <p:spPr>
          <a:xfrm flipH="1">
            <a:off x="4455711" y="5573313"/>
            <a:ext cx="241665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63" idx="3"/>
            <a:endCxn id="67" idx="0"/>
          </p:cNvCxnSpPr>
          <p:nvPr/>
        </p:nvCxnSpPr>
        <p:spPr>
          <a:xfrm>
            <a:off x="4938537" y="5573313"/>
            <a:ext cx="198080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4228124" y="6031468"/>
            <a:ext cx="45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“t”</a:t>
            </a:r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4687666" y="6031468"/>
            <a:ext cx="897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otally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68" name="Diamond 67"/>
          <p:cNvSpPr/>
          <p:nvPr/>
        </p:nvSpPr>
        <p:spPr>
          <a:xfrm>
            <a:off x="6570690" y="5486400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/>
          <p:cNvCxnSpPr>
            <a:stCxn id="68" idx="1"/>
            <a:endCxn id="71" idx="0"/>
          </p:cNvCxnSpPr>
          <p:nvPr/>
        </p:nvCxnSpPr>
        <p:spPr>
          <a:xfrm flipH="1">
            <a:off x="6338708" y="5606981"/>
            <a:ext cx="231982" cy="3546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8" idx="3"/>
            <a:endCxn id="72" idx="0"/>
          </p:cNvCxnSpPr>
          <p:nvPr/>
        </p:nvCxnSpPr>
        <p:spPr>
          <a:xfrm>
            <a:off x="6811851" y="5606981"/>
            <a:ext cx="305963" cy="3546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805787" y="5961659"/>
            <a:ext cx="1065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efficien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6890227" y="5961659"/>
            <a:ext cx="455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“t”</a:t>
            </a:r>
            <a:endParaRPr lang="en-US" dirty="0"/>
          </a:p>
        </p:txBody>
      </p:sp>
      <p:sp>
        <p:nvSpPr>
          <p:cNvPr id="73" name="Diamond 72"/>
          <p:cNvSpPr/>
          <p:nvPr/>
        </p:nvSpPr>
        <p:spPr>
          <a:xfrm>
            <a:off x="6498627" y="5059188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/>
          <p:cNvCxnSpPr>
            <a:stCxn id="73" idx="1"/>
            <a:endCxn id="67" idx="0"/>
          </p:cNvCxnSpPr>
          <p:nvPr/>
        </p:nvCxnSpPr>
        <p:spPr>
          <a:xfrm flipH="1">
            <a:off x="5136617" y="5179769"/>
            <a:ext cx="1362010" cy="8516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73" idx="3"/>
            <a:endCxn id="76" idx="0"/>
          </p:cNvCxnSpPr>
          <p:nvPr/>
        </p:nvCxnSpPr>
        <p:spPr>
          <a:xfrm>
            <a:off x="6739788" y="5179769"/>
            <a:ext cx="1203819" cy="6670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7606071" y="5846802"/>
            <a:ext cx="675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effi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35" name="Title 3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rope-sub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52639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3021282"/>
              </p:ext>
            </p:extLst>
          </p:nvPr>
        </p:nvGraphicFramePr>
        <p:xfrm>
          <a:off x="319376" y="4475905"/>
          <a:ext cx="801341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334"/>
                <a:gridCol w="352007"/>
              </a:tblGrid>
              <a:tr h="256352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96839902"/>
              </p:ext>
            </p:extLst>
          </p:nvPr>
        </p:nvGraphicFramePr>
        <p:xfrm>
          <a:off x="1603089" y="4534325"/>
          <a:ext cx="1442358" cy="614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786"/>
                <a:gridCol w="480786"/>
                <a:gridCol w="480786"/>
              </a:tblGrid>
              <a:tr h="163286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0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1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8" name="Straight Arrow Connector 7"/>
          <p:cNvCxnSpPr>
            <a:endCxn id="7" idx="1"/>
          </p:cNvCxnSpPr>
          <p:nvPr/>
        </p:nvCxnSpPr>
        <p:spPr>
          <a:xfrm>
            <a:off x="919425" y="4657300"/>
            <a:ext cx="683664" cy="1843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Diamond 14"/>
          <p:cNvSpPr/>
          <p:nvPr/>
        </p:nvSpPr>
        <p:spPr>
          <a:xfrm>
            <a:off x="1382022" y="5489429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stCxn id="15" idx="1"/>
            <a:endCxn id="18" idx="0"/>
          </p:cNvCxnSpPr>
          <p:nvPr/>
        </p:nvCxnSpPr>
        <p:spPr>
          <a:xfrm flipH="1">
            <a:off x="1120717" y="5610010"/>
            <a:ext cx="261305" cy="5579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5" idx="3"/>
            <a:endCxn id="19" idx="0"/>
          </p:cNvCxnSpPr>
          <p:nvPr/>
        </p:nvCxnSpPr>
        <p:spPr>
          <a:xfrm>
            <a:off x="1623183" y="5610010"/>
            <a:ext cx="120581" cy="6012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76506" y="6168007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“a”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453961" y="6211267"/>
            <a:ext cx="579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br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21" name="Diamond 20"/>
          <p:cNvSpPr/>
          <p:nvPr/>
        </p:nvSpPr>
        <p:spPr>
          <a:xfrm>
            <a:off x="2672857" y="5499645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21" idx="1"/>
            <a:endCxn id="24" idx="0"/>
          </p:cNvCxnSpPr>
          <p:nvPr/>
        </p:nvCxnSpPr>
        <p:spPr>
          <a:xfrm flipH="1">
            <a:off x="2409643" y="5620226"/>
            <a:ext cx="263214" cy="514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1" idx="3"/>
            <a:endCxn id="25" idx="0"/>
          </p:cNvCxnSpPr>
          <p:nvPr/>
        </p:nvCxnSpPr>
        <p:spPr>
          <a:xfrm>
            <a:off x="2914018" y="5620226"/>
            <a:ext cx="194920" cy="45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064555" y="6134876"/>
            <a:ext cx="690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abr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2864727" y="6078381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“a”</a:t>
            </a:r>
            <a:endParaRPr lang="en-US" dirty="0"/>
          </a:p>
        </p:txBody>
      </p:sp>
      <p:sp>
        <p:nvSpPr>
          <p:cNvPr id="26" name="Diamond 25"/>
          <p:cNvSpPr/>
          <p:nvPr/>
        </p:nvSpPr>
        <p:spPr>
          <a:xfrm>
            <a:off x="3842596" y="5475241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stCxn id="26" idx="3"/>
            <a:endCxn id="30" idx="0"/>
          </p:cNvCxnSpPr>
          <p:nvPr/>
        </p:nvCxnSpPr>
        <p:spPr>
          <a:xfrm>
            <a:off x="4083757" y="5595822"/>
            <a:ext cx="189118" cy="2695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6" idx="1"/>
            <a:endCxn id="29" idx="0"/>
          </p:cNvCxnSpPr>
          <p:nvPr/>
        </p:nvCxnSpPr>
        <p:spPr>
          <a:xfrm flipH="1">
            <a:off x="3760733" y="5595822"/>
            <a:ext cx="81863" cy="4612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16522" y="6057112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“a”</a:t>
            </a:r>
            <a:endParaRPr lang="en-US" dirty="0"/>
          </a:p>
        </p:txBody>
      </p:sp>
      <p:sp>
        <p:nvSpPr>
          <p:cNvPr id="30" name="Diamond 29"/>
          <p:cNvSpPr/>
          <p:nvPr/>
        </p:nvSpPr>
        <p:spPr>
          <a:xfrm>
            <a:off x="4152294" y="5865358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1"/>
            <a:endCxn id="33" idx="0"/>
          </p:cNvCxnSpPr>
          <p:nvPr/>
        </p:nvCxnSpPr>
        <p:spPr>
          <a:xfrm flipH="1">
            <a:off x="4047991" y="5985939"/>
            <a:ext cx="104303" cy="4243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0" idx="3"/>
            <a:endCxn id="34" idx="0"/>
          </p:cNvCxnSpPr>
          <p:nvPr/>
        </p:nvCxnSpPr>
        <p:spPr>
          <a:xfrm>
            <a:off x="4393455" y="5985939"/>
            <a:ext cx="186399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758188" y="6410256"/>
            <a:ext cx="579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br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4335643" y="6286416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cxnSp>
        <p:nvCxnSpPr>
          <p:cNvPr id="41" name="Straight Arrow Connector 40"/>
          <p:cNvCxnSpPr>
            <a:endCxn id="15" idx="0"/>
          </p:cNvCxnSpPr>
          <p:nvPr/>
        </p:nvCxnSpPr>
        <p:spPr>
          <a:xfrm flipH="1">
            <a:off x="1502603" y="4958077"/>
            <a:ext cx="328685" cy="5313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21" idx="0"/>
          </p:cNvCxnSpPr>
          <p:nvPr/>
        </p:nvCxnSpPr>
        <p:spPr>
          <a:xfrm>
            <a:off x="2344096" y="4958077"/>
            <a:ext cx="449342" cy="5415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26" idx="0"/>
          </p:cNvCxnSpPr>
          <p:nvPr/>
        </p:nvCxnSpPr>
        <p:spPr>
          <a:xfrm>
            <a:off x="2864727" y="4958077"/>
            <a:ext cx="1098450" cy="5171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ight Arrow 48"/>
          <p:cNvSpPr/>
          <p:nvPr/>
        </p:nvSpPr>
        <p:spPr>
          <a:xfrm>
            <a:off x="3728201" y="4419600"/>
            <a:ext cx="2131116" cy="71907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rope_reduce</a:t>
            </a:r>
            <a:r>
              <a:rPr lang="en-US" dirty="0" smtClean="0"/>
              <a:t>(A,3)</a:t>
            </a:r>
            <a:endParaRPr lang="en-US" dirty="0"/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43655567"/>
              </p:ext>
            </p:extLst>
          </p:nvPr>
        </p:nvGraphicFramePr>
        <p:xfrm>
          <a:off x="5808329" y="4480971"/>
          <a:ext cx="801341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334"/>
                <a:gridCol w="352007"/>
              </a:tblGrid>
              <a:tr h="256352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23269287"/>
              </p:ext>
            </p:extLst>
          </p:nvPr>
        </p:nvGraphicFramePr>
        <p:xfrm>
          <a:off x="7092042" y="4539391"/>
          <a:ext cx="1442358" cy="614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786"/>
                <a:gridCol w="480786"/>
                <a:gridCol w="480786"/>
              </a:tblGrid>
              <a:tr h="163286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0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1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52" name="Straight Arrow Connector 51"/>
          <p:cNvCxnSpPr>
            <a:endCxn id="51" idx="1"/>
          </p:cNvCxnSpPr>
          <p:nvPr/>
        </p:nvCxnSpPr>
        <p:spPr>
          <a:xfrm>
            <a:off x="6408378" y="4662366"/>
            <a:ext cx="683664" cy="1843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Diamond 52"/>
          <p:cNvSpPr/>
          <p:nvPr/>
        </p:nvSpPr>
        <p:spPr>
          <a:xfrm>
            <a:off x="6870975" y="5494495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/>
          <p:cNvCxnSpPr>
            <a:stCxn id="53" idx="1"/>
            <a:endCxn id="56" idx="0"/>
          </p:cNvCxnSpPr>
          <p:nvPr/>
        </p:nvCxnSpPr>
        <p:spPr>
          <a:xfrm flipH="1">
            <a:off x="6609670" y="5615076"/>
            <a:ext cx="261305" cy="5579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3" idx="3"/>
            <a:endCxn id="57" idx="0"/>
          </p:cNvCxnSpPr>
          <p:nvPr/>
        </p:nvCxnSpPr>
        <p:spPr>
          <a:xfrm>
            <a:off x="7112136" y="5615076"/>
            <a:ext cx="120581" cy="6012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365459" y="6173073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“a”</a:t>
            </a:r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6942914" y="6216333"/>
            <a:ext cx="579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br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58" name="Diamond 57"/>
          <p:cNvSpPr/>
          <p:nvPr/>
        </p:nvSpPr>
        <p:spPr>
          <a:xfrm>
            <a:off x="8161810" y="5504711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/>
          <p:cNvCxnSpPr>
            <a:stCxn id="58" idx="1"/>
            <a:endCxn id="53" idx="0"/>
          </p:cNvCxnSpPr>
          <p:nvPr/>
        </p:nvCxnSpPr>
        <p:spPr>
          <a:xfrm rot="10800000">
            <a:off x="6991556" y="5494496"/>
            <a:ext cx="1170254" cy="130797"/>
          </a:xfrm>
          <a:prstGeom prst="curvedConnector4">
            <a:avLst>
              <a:gd name="adj1" fmla="val 44848"/>
              <a:gd name="adj2" fmla="val 274775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8" idx="3"/>
            <a:endCxn id="56" idx="0"/>
          </p:cNvCxnSpPr>
          <p:nvPr/>
        </p:nvCxnSpPr>
        <p:spPr>
          <a:xfrm flipH="1">
            <a:off x="6609670" y="5625292"/>
            <a:ext cx="1793301" cy="547781"/>
          </a:xfrm>
          <a:prstGeom prst="curvedConnector4">
            <a:avLst>
              <a:gd name="adj1" fmla="val -12747"/>
              <a:gd name="adj2" fmla="val 6304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endCxn id="53" idx="0"/>
          </p:cNvCxnSpPr>
          <p:nvPr/>
        </p:nvCxnSpPr>
        <p:spPr>
          <a:xfrm flipH="1">
            <a:off x="6991556" y="4963143"/>
            <a:ext cx="328685" cy="5313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endCxn id="58" idx="0"/>
          </p:cNvCxnSpPr>
          <p:nvPr/>
        </p:nvCxnSpPr>
        <p:spPr>
          <a:xfrm>
            <a:off x="7833049" y="4963143"/>
            <a:ext cx="449342" cy="5415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endCxn id="58" idx="0"/>
          </p:cNvCxnSpPr>
          <p:nvPr/>
        </p:nvCxnSpPr>
        <p:spPr>
          <a:xfrm flipH="1">
            <a:off x="8282391" y="4958077"/>
            <a:ext cx="71289" cy="5466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rope-reduce1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08948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3021282"/>
              </p:ext>
            </p:extLst>
          </p:nvPr>
        </p:nvGraphicFramePr>
        <p:xfrm>
          <a:off x="0" y="3697950"/>
          <a:ext cx="801341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334"/>
                <a:gridCol w="352007"/>
              </a:tblGrid>
              <a:tr h="256352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68890818"/>
              </p:ext>
            </p:extLst>
          </p:nvPr>
        </p:nvGraphicFramePr>
        <p:xfrm>
          <a:off x="1283713" y="3756370"/>
          <a:ext cx="961572" cy="614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786"/>
                <a:gridCol w="480786"/>
              </a:tblGrid>
              <a:tr h="163286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0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1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8" name="Straight Arrow Connector 7"/>
          <p:cNvCxnSpPr>
            <a:endCxn id="7" idx="1"/>
          </p:cNvCxnSpPr>
          <p:nvPr/>
        </p:nvCxnSpPr>
        <p:spPr>
          <a:xfrm>
            <a:off x="600049" y="3879345"/>
            <a:ext cx="683664" cy="1843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137" idx="0"/>
          </p:cNvCxnSpPr>
          <p:nvPr/>
        </p:nvCxnSpPr>
        <p:spPr>
          <a:xfrm flipH="1">
            <a:off x="1328391" y="4180122"/>
            <a:ext cx="183522" cy="5108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117" idx="0"/>
          </p:cNvCxnSpPr>
          <p:nvPr/>
        </p:nvCxnSpPr>
        <p:spPr>
          <a:xfrm>
            <a:off x="1991221" y="4180122"/>
            <a:ext cx="1285589" cy="5836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ight Arrow 48"/>
          <p:cNvSpPr/>
          <p:nvPr/>
        </p:nvSpPr>
        <p:spPr>
          <a:xfrm>
            <a:off x="3419966" y="3641645"/>
            <a:ext cx="2131116" cy="71907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rope_reduce</a:t>
            </a:r>
            <a:r>
              <a:rPr lang="en-US" dirty="0" smtClean="0"/>
              <a:t>(A,2)</a:t>
            </a:r>
            <a:endParaRPr lang="en-US" dirty="0"/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43655567"/>
              </p:ext>
            </p:extLst>
          </p:nvPr>
        </p:nvGraphicFramePr>
        <p:xfrm>
          <a:off x="5488953" y="3703016"/>
          <a:ext cx="801341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334"/>
                <a:gridCol w="352007"/>
              </a:tblGrid>
              <a:tr h="256352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52" name="Straight Arrow Connector 51"/>
          <p:cNvCxnSpPr/>
          <p:nvPr/>
        </p:nvCxnSpPr>
        <p:spPr>
          <a:xfrm>
            <a:off x="6089002" y="3884411"/>
            <a:ext cx="683664" cy="1843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Diamond 73"/>
          <p:cNvSpPr/>
          <p:nvPr/>
        </p:nvSpPr>
        <p:spPr>
          <a:xfrm>
            <a:off x="1870640" y="5481485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/>
          <p:cNvCxnSpPr>
            <a:stCxn id="74" idx="3"/>
            <a:endCxn id="76" idx="0"/>
          </p:cNvCxnSpPr>
          <p:nvPr/>
        </p:nvCxnSpPr>
        <p:spPr>
          <a:xfrm>
            <a:off x="2111801" y="5602066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1948627" y="5902543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cxnSp>
        <p:nvCxnSpPr>
          <p:cNvPr id="78" name="Straight Arrow Connector 77"/>
          <p:cNvCxnSpPr>
            <a:stCxn id="74" idx="1"/>
            <a:endCxn id="79" idx="0"/>
          </p:cNvCxnSpPr>
          <p:nvPr/>
        </p:nvCxnSpPr>
        <p:spPr>
          <a:xfrm flipH="1">
            <a:off x="1789603" y="5602066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1545392" y="5902543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81" name="Diamond 80"/>
          <p:cNvSpPr/>
          <p:nvPr/>
        </p:nvSpPr>
        <p:spPr>
          <a:xfrm>
            <a:off x="2669796" y="5481485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81"/>
          <p:cNvCxnSpPr>
            <a:stCxn id="81" idx="3"/>
            <a:endCxn id="83" idx="0"/>
          </p:cNvCxnSpPr>
          <p:nvPr/>
        </p:nvCxnSpPr>
        <p:spPr>
          <a:xfrm>
            <a:off x="2910957" y="5602066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2747783" y="5902543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cxnSp>
        <p:nvCxnSpPr>
          <p:cNvPr id="84" name="Straight Arrow Connector 83"/>
          <p:cNvCxnSpPr>
            <a:stCxn id="81" idx="1"/>
            <a:endCxn id="85" idx="0"/>
          </p:cNvCxnSpPr>
          <p:nvPr/>
        </p:nvCxnSpPr>
        <p:spPr>
          <a:xfrm flipH="1">
            <a:off x="2588759" y="5602066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2344548" y="5902543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96" name="Diamond 95"/>
          <p:cNvSpPr/>
          <p:nvPr/>
        </p:nvSpPr>
        <p:spPr>
          <a:xfrm>
            <a:off x="2263292" y="5156153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Arrow Connector 97"/>
          <p:cNvCxnSpPr>
            <a:stCxn id="96" idx="1"/>
            <a:endCxn id="74" idx="0"/>
          </p:cNvCxnSpPr>
          <p:nvPr/>
        </p:nvCxnSpPr>
        <p:spPr>
          <a:xfrm flipH="1">
            <a:off x="1991221" y="5276734"/>
            <a:ext cx="272071" cy="2047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96" idx="3"/>
            <a:endCxn id="81" idx="0"/>
          </p:cNvCxnSpPr>
          <p:nvPr/>
        </p:nvCxnSpPr>
        <p:spPr>
          <a:xfrm>
            <a:off x="2504453" y="5276734"/>
            <a:ext cx="285924" cy="2047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Diamond 103"/>
          <p:cNvSpPr/>
          <p:nvPr/>
        </p:nvSpPr>
        <p:spPr>
          <a:xfrm>
            <a:off x="3498779" y="5479884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Arrow Connector 104"/>
          <p:cNvCxnSpPr>
            <a:stCxn id="104" idx="3"/>
            <a:endCxn id="106" idx="0"/>
          </p:cNvCxnSpPr>
          <p:nvPr/>
        </p:nvCxnSpPr>
        <p:spPr>
          <a:xfrm>
            <a:off x="3739940" y="5600465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3576766" y="5900942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cxnSp>
        <p:nvCxnSpPr>
          <p:cNvPr id="107" name="Straight Arrow Connector 106"/>
          <p:cNvCxnSpPr>
            <a:stCxn id="104" idx="1"/>
            <a:endCxn id="108" idx="0"/>
          </p:cNvCxnSpPr>
          <p:nvPr/>
        </p:nvCxnSpPr>
        <p:spPr>
          <a:xfrm flipH="1">
            <a:off x="3417742" y="5600465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3173531" y="5900942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109" name="Diamond 108"/>
          <p:cNvSpPr/>
          <p:nvPr/>
        </p:nvSpPr>
        <p:spPr>
          <a:xfrm>
            <a:off x="4297935" y="5479884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/>
          <p:cNvCxnSpPr>
            <a:stCxn id="109" idx="3"/>
            <a:endCxn id="111" idx="0"/>
          </p:cNvCxnSpPr>
          <p:nvPr/>
        </p:nvCxnSpPr>
        <p:spPr>
          <a:xfrm>
            <a:off x="4539096" y="5600465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4375922" y="5900942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cxnSp>
        <p:nvCxnSpPr>
          <p:cNvPr id="112" name="Straight Arrow Connector 111"/>
          <p:cNvCxnSpPr>
            <a:stCxn id="109" idx="1"/>
            <a:endCxn id="113" idx="0"/>
          </p:cNvCxnSpPr>
          <p:nvPr/>
        </p:nvCxnSpPr>
        <p:spPr>
          <a:xfrm flipH="1">
            <a:off x="4216898" y="5600465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3972687" y="5900942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114" name="Diamond 113"/>
          <p:cNvSpPr/>
          <p:nvPr/>
        </p:nvSpPr>
        <p:spPr>
          <a:xfrm>
            <a:off x="3891431" y="5154552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" name="Straight Arrow Connector 114"/>
          <p:cNvCxnSpPr>
            <a:stCxn id="114" idx="1"/>
            <a:endCxn id="104" idx="0"/>
          </p:cNvCxnSpPr>
          <p:nvPr/>
        </p:nvCxnSpPr>
        <p:spPr>
          <a:xfrm flipH="1">
            <a:off x="3619360" y="5275133"/>
            <a:ext cx="272071" cy="2047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>
            <a:stCxn id="114" idx="3"/>
            <a:endCxn id="109" idx="0"/>
          </p:cNvCxnSpPr>
          <p:nvPr/>
        </p:nvCxnSpPr>
        <p:spPr>
          <a:xfrm>
            <a:off x="4132592" y="5275133"/>
            <a:ext cx="285924" cy="2047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Diamond 116"/>
          <p:cNvSpPr/>
          <p:nvPr/>
        </p:nvSpPr>
        <p:spPr>
          <a:xfrm>
            <a:off x="3156229" y="4763769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Arrow Connector 117"/>
          <p:cNvCxnSpPr>
            <a:stCxn id="117" idx="1"/>
            <a:endCxn id="96" idx="0"/>
          </p:cNvCxnSpPr>
          <p:nvPr/>
        </p:nvCxnSpPr>
        <p:spPr>
          <a:xfrm flipH="1">
            <a:off x="2383873" y="4884350"/>
            <a:ext cx="772356" cy="2718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stCxn id="117" idx="3"/>
            <a:endCxn id="114" idx="0"/>
          </p:cNvCxnSpPr>
          <p:nvPr/>
        </p:nvCxnSpPr>
        <p:spPr>
          <a:xfrm>
            <a:off x="3397390" y="4884350"/>
            <a:ext cx="614622" cy="2702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Diamond 123"/>
          <p:cNvSpPr/>
          <p:nvPr/>
        </p:nvSpPr>
        <p:spPr>
          <a:xfrm>
            <a:off x="599723" y="5910144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Arrow Connector 124"/>
          <p:cNvCxnSpPr>
            <a:stCxn id="124" idx="3"/>
            <a:endCxn id="126" idx="0"/>
          </p:cNvCxnSpPr>
          <p:nvPr/>
        </p:nvCxnSpPr>
        <p:spPr>
          <a:xfrm>
            <a:off x="840884" y="6030725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677710" y="6331202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cxnSp>
        <p:nvCxnSpPr>
          <p:cNvPr id="127" name="Straight Arrow Connector 126"/>
          <p:cNvCxnSpPr>
            <a:stCxn id="124" idx="1"/>
            <a:endCxn id="128" idx="0"/>
          </p:cNvCxnSpPr>
          <p:nvPr/>
        </p:nvCxnSpPr>
        <p:spPr>
          <a:xfrm flipH="1">
            <a:off x="518686" y="6030725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274475" y="6331202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129" name="Diamond 128"/>
          <p:cNvSpPr/>
          <p:nvPr/>
        </p:nvSpPr>
        <p:spPr>
          <a:xfrm>
            <a:off x="801056" y="5488509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Straight Arrow Connector 129"/>
          <p:cNvCxnSpPr>
            <a:stCxn id="129" idx="3"/>
            <a:endCxn id="131" idx="0"/>
          </p:cNvCxnSpPr>
          <p:nvPr/>
        </p:nvCxnSpPr>
        <p:spPr>
          <a:xfrm>
            <a:off x="1042217" y="5609090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879043" y="5909567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cxnSp>
        <p:nvCxnSpPr>
          <p:cNvPr id="132" name="Straight Arrow Connector 131"/>
          <p:cNvCxnSpPr>
            <a:stCxn id="129" idx="1"/>
          </p:cNvCxnSpPr>
          <p:nvPr/>
        </p:nvCxnSpPr>
        <p:spPr>
          <a:xfrm flipH="1">
            <a:off x="720019" y="5609090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Diamond 132"/>
          <p:cNvSpPr/>
          <p:nvPr/>
        </p:nvSpPr>
        <p:spPr>
          <a:xfrm>
            <a:off x="1002673" y="5096695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Straight Arrow Connector 133"/>
          <p:cNvCxnSpPr>
            <a:stCxn id="133" idx="3"/>
            <a:endCxn id="135" idx="0"/>
          </p:cNvCxnSpPr>
          <p:nvPr/>
        </p:nvCxnSpPr>
        <p:spPr>
          <a:xfrm>
            <a:off x="1243834" y="5217276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1080660" y="5517753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cxnSp>
        <p:nvCxnSpPr>
          <p:cNvPr id="136" name="Straight Arrow Connector 135"/>
          <p:cNvCxnSpPr>
            <a:stCxn id="133" idx="1"/>
          </p:cNvCxnSpPr>
          <p:nvPr/>
        </p:nvCxnSpPr>
        <p:spPr>
          <a:xfrm flipH="1">
            <a:off x="921636" y="5217276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Diamond 136"/>
          <p:cNvSpPr/>
          <p:nvPr/>
        </p:nvSpPr>
        <p:spPr>
          <a:xfrm>
            <a:off x="1207810" y="4690959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Arrow Connector 137"/>
          <p:cNvCxnSpPr>
            <a:stCxn id="137" idx="3"/>
            <a:endCxn id="139" idx="0"/>
          </p:cNvCxnSpPr>
          <p:nvPr/>
        </p:nvCxnSpPr>
        <p:spPr>
          <a:xfrm>
            <a:off x="1448971" y="4811540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1285797" y="5112017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cxnSp>
        <p:nvCxnSpPr>
          <p:cNvPr id="140" name="Straight Arrow Connector 139"/>
          <p:cNvCxnSpPr>
            <a:stCxn id="137" idx="1"/>
          </p:cNvCxnSpPr>
          <p:nvPr/>
        </p:nvCxnSpPr>
        <p:spPr>
          <a:xfrm flipH="1">
            <a:off x="1126773" y="4811540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43" name="Table 1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73476504"/>
              </p:ext>
            </p:extLst>
          </p:nvPr>
        </p:nvGraphicFramePr>
        <p:xfrm>
          <a:off x="6772666" y="3761436"/>
          <a:ext cx="961572" cy="614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786"/>
                <a:gridCol w="480786"/>
              </a:tblGrid>
              <a:tr h="163286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0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1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44" name="Straight Arrow Connector 143"/>
          <p:cNvCxnSpPr>
            <a:endCxn id="188" idx="0"/>
          </p:cNvCxnSpPr>
          <p:nvPr/>
        </p:nvCxnSpPr>
        <p:spPr>
          <a:xfrm flipH="1">
            <a:off x="6817344" y="4185188"/>
            <a:ext cx="183522" cy="5108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>
            <a:endCxn id="172" idx="0"/>
          </p:cNvCxnSpPr>
          <p:nvPr/>
        </p:nvCxnSpPr>
        <p:spPr>
          <a:xfrm>
            <a:off x="7507487" y="4185188"/>
            <a:ext cx="1269417" cy="5836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Diamond 171"/>
          <p:cNvSpPr/>
          <p:nvPr/>
        </p:nvSpPr>
        <p:spPr>
          <a:xfrm>
            <a:off x="8656323" y="4768835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3" name="Straight Arrow Connector 172"/>
          <p:cNvCxnSpPr>
            <a:stCxn id="172" idx="1"/>
            <a:endCxn id="184" idx="0"/>
          </p:cNvCxnSpPr>
          <p:nvPr/>
        </p:nvCxnSpPr>
        <p:spPr>
          <a:xfrm rot="10800000" flipV="1">
            <a:off x="6612207" y="4889415"/>
            <a:ext cx="2044116" cy="212345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>
            <a:stCxn id="172" idx="3"/>
            <a:endCxn id="184" idx="0"/>
          </p:cNvCxnSpPr>
          <p:nvPr/>
        </p:nvCxnSpPr>
        <p:spPr>
          <a:xfrm flipH="1">
            <a:off x="6612207" y="4889416"/>
            <a:ext cx="2285277" cy="212345"/>
          </a:xfrm>
          <a:prstGeom prst="curvedConnector4">
            <a:avLst>
              <a:gd name="adj1" fmla="val -10003"/>
              <a:gd name="adj2" fmla="val 78392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Diamond 174"/>
          <p:cNvSpPr/>
          <p:nvPr/>
        </p:nvSpPr>
        <p:spPr>
          <a:xfrm>
            <a:off x="6088676" y="5915210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6" name="Straight Arrow Connector 175"/>
          <p:cNvCxnSpPr>
            <a:stCxn id="175" idx="3"/>
            <a:endCxn id="179" idx="0"/>
          </p:cNvCxnSpPr>
          <p:nvPr/>
        </p:nvCxnSpPr>
        <p:spPr>
          <a:xfrm flipH="1">
            <a:off x="6007639" y="6035791"/>
            <a:ext cx="322198" cy="300477"/>
          </a:xfrm>
          <a:prstGeom prst="curvedConnector4">
            <a:avLst>
              <a:gd name="adj1" fmla="val -70950"/>
              <a:gd name="adj2" fmla="val 70065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Straight Arrow Connector 177"/>
          <p:cNvCxnSpPr>
            <a:stCxn id="175" idx="1"/>
            <a:endCxn id="179" idx="0"/>
          </p:cNvCxnSpPr>
          <p:nvPr/>
        </p:nvCxnSpPr>
        <p:spPr>
          <a:xfrm flipH="1">
            <a:off x="6007639" y="6035791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9" name="Rectangle 178"/>
          <p:cNvSpPr/>
          <p:nvPr/>
        </p:nvSpPr>
        <p:spPr>
          <a:xfrm>
            <a:off x="5763428" y="6336268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180" name="Diamond 179"/>
          <p:cNvSpPr/>
          <p:nvPr/>
        </p:nvSpPr>
        <p:spPr>
          <a:xfrm>
            <a:off x="6290009" y="5493575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1" name="Straight Arrow Connector 180"/>
          <p:cNvCxnSpPr>
            <a:stCxn id="180" idx="3"/>
            <a:endCxn id="179" idx="0"/>
          </p:cNvCxnSpPr>
          <p:nvPr/>
        </p:nvCxnSpPr>
        <p:spPr>
          <a:xfrm flipH="1">
            <a:off x="6007639" y="5614156"/>
            <a:ext cx="523531" cy="722112"/>
          </a:xfrm>
          <a:prstGeom prst="curvedConnector4">
            <a:avLst>
              <a:gd name="adj1" fmla="val -43665"/>
              <a:gd name="adj2" fmla="val 78404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Straight Arrow Connector 182"/>
          <p:cNvCxnSpPr>
            <a:stCxn id="180" idx="1"/>
          </p:cNvCxnSpPr>
          <p:nvPr/>
        </p:nvCxnSpPr>
        <p:spPr>
          <a:xfrm flipH="1">
            <a:off x="6208972" y="5614156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4" name="Diamond 183"/>
          <p:cNvSpPr/>
          <p:nvPr/>
        </p:nvSpPr>
        <p:spPr>
          <a:xfrm>
            <a:off x="6491626" y="5101761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Arrow Connector 184"/>
          <p:cNvCxnSpPr>
            <a:stCxn id="184" idx="3"/>
            <a:endCxn id="179" idx="0"/>
          </p:cNvCxnSpPr>
          <p:nvPr/>
        </p:nvCxnSpPr>
        <p:spPr>
          <a:xfrm flipH="1">
            <a:off x="6007639" y="5222342"/>
            <a:ext cx="725148" cy="1113926"/>
          </a:xfrm>
          <a:prstGeom prst="curvedConnector4">
            <a:avLst>
              <a:gd name="adj1" fmla="val -31525"/>
              <a:gd name="adj2" fmla="val 86414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>
            <a:stCxn id="184" idx="1"/>
          </p:cNvCxnSpPr>
          <p:nvPr/>
        </p:nvCxnSpPr>
        <p:spPr>
          <a:xfrm flipH="1">
            <a:off x="6410589" y="5222342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8" name="Diamond 187"/>
          <p:cNvSpPr/>
          <p:nvPr/>
        </p:nvSpPr>
        <p:spPr>
          <a:xfrm>
            <a:off x="6696763" y="4696025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9" name="Straight Arrow Connector 188"/>
          <p:cNvCxnSpPr>
            <a:stCxn id="188" idx="3"/>
            <a:endCxn id="179" idx="0"/>
          </p:cNvCxnSpPr>
          <p:nvPr/>
        </p:nvCxnSpPr>
        <p:spPr>
          <a:xfrm flipH="1">
            <a:off x="6007639" y="4816606"/>
            <a:ext cx="930285" cy="1519662"/>
          </a:xfrm>
          <a:prstGeom prst="curvedConnector4">
            <a:avLst>
              <a:gd name="adj1" fmla="val -24573"/>
              <a:gd name="adj2" fmla="val 8842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>
            <a:stCxn id="188" idx="1"/>
          </p:cNvCxnSpPr>
          <p:nvPr/>
        </p:nvCxnSpPr>
        <p:spPr>
          <a:xfrm flipH="1">
            <a:off x="6615726" y="4816606"/>
            <a:ext cx="81037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itle 7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rope-reduce2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08948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3021282"/>
              </p:ext>
            </p:extLst>
          </p:nvPr>
        </p:nvGraphicFramePr>
        <p:xfrm>
          <a:off x="-31856" y="4513851"/>
          <a:ext cx="801341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334"/>
                <a:gridCol w="352007"/>
              </a:tblGrid>
              <a:tr h="256352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38719071"/>
              </p:ext>
            </p:extLst>
          </p:nvPr>
        </p:nvGraphicFramePr>
        <p:xfrm>
          <a:off x="1251857" y="4572271"/>
          <a:ext cx="1923144" cy="614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786"/>
                <a:gridCol w="480786"/>
                <a:gridCol w="480786"/>
                <a:gridCol w="480786"/>
              </a:tblGrid>
              <a:tr h="163286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0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1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3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8" name="Straight Arrow Connector 7"/>
          <p:cNvCxnSpPr>
            <a:endCxn id="7" idx="1"/>
          </p:cNvCxnSpPr>
          <p:nvPr/>
        </p:nvCxnSpPr>
        <p:spPr>
          <a:xfrm>
            <a:off x="568193" y="4695246"/>
            <a:ext cx="683664" cy="1843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Diamond 20"/>
          <p:cNvSpPr/>
          <p:nvPr/>
        </p:nvSpPr>
        <p:spPr>
          <a:xfrm>
            <a:off x="2513495" y="5561316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21" idx="1"/>
            <a:endCxn id="24" idx="0"/>
          </p:cNvCxnSpPr>
          <p:nvPr/>
        </p:nvCxnSpPr>
        <p:spPr>
          <a:xfrm flipH="1">
            <a:off x="2325512" y="5681897"/>
            <a:ext cx="187983" cy="2525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1" idx="3"/>
            <a:endCxn id="25" idx="0"/>
          </p:cNvCxnSpPr>
          <p:nvPr/>
        </p:nvCxnSpPr>
        <p:spPr>
          <a:xfrm>
            <a:off x="2754656" y="5681897"/>
            <a:ext cx="351537" cy="4379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980424" y="5934476"/>
            <a:ext cx="690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abr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2859840" y="6119818"/>
            <a:ext cx="4927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e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26" name="Diamond 25"/>
          <p:cNvSpPr/>
          <p:nvPr/>
        </p:nvSpPr>
        <p:spPr>
          <a:xfrm>
            <a:off x="1108078" y="5472387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stCxn id="26" idx="3"/>
            <a:endCxn id="30" idx="0"/>
          </p:cNvCxnSpPr>
          <p:nvPr/>
        </p:nvCxnSpPr>
        <p:spPr>
          <a:xfrm>
            <a:off x="1349239" y="5592968"/>
            <a:ext cx="189118" cy="2695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6" idx="1"/>
            <a:endCxn id="29" idx="0"/>
          </p:cNvCxnSpPr>
          <p:nvPr/>
        </p:nvCxnSpPr>
        <p:spPr>
          <a:xfrm flipH="1">
            <a:off x="1026215" y="5592968"/>
            <a:ext cx="81863" cy="4612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82004" y="6054258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“a”</a:t>
            </a:r>
            <a:endParaRPr lang="en-US" dirty="0"/>
          </a:p>
        </p:txBody>
      </p:sp>
      <p:sp>
        <p:nvSpPr>
          <p:cNvPr id="30" name="Diamond 29"/>
          <p:cNvSpPr/>
          <p:nvPr/>
        </p:nvSpPr>
        <p:spPr>
          <a:xfrm>
            <a:off x="1417776" y="5862504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1"/>
            <a:endCxn id="33" idx="0"/>
          </p:cNvCxnSpPr>
          <p:nvPr/>
        </p:nvCxnSpPr>
        <p:spPr>
          <a:xfrm flipH="1">
            <a:off x="1313473" y="5983085"/>
            <a:ext cx="104303" cy="4243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0" idx="3"/>
            <a:endCxn id="34" idx="0"/>
          </p:cNvCxnSpPr>
          <p:nvPr/>
        </p:nvCxnSpPr>
        <p:spPr>
          <a:xfrm>
            <a:off x="1658937" y="5983085"/>
            <a:ext cx="186399" cy="300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023670" y="6407402"/>
            <a:ext cx="579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br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1601125" y="6283562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a</a:t>
            </a:r>
            <a:r>
              <a:rPr lang="en-US" dirty="0" smtClean="0"/>
              <a:t>”</a:t>
            </a:r>
            <a:endParaRPr lang="en-US" dirty="0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1980424" y="5018303"/>
            <a:ext cx="0" cy="519288"/>
          </a:xfrm>
          <a:prstGeom prst="straightConnector1">
            <a:avLst/>
          </a:prstGeom>
          <a:ln cap="flat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26" idx="0"/>
          </p:cNvCxnSpPr>
          <p:nvPr/>
        </p:nvCxnSpPr>
        <p:spPr>
          <a:xfrm flipH="1">
            <a:off x="1228659" y="4996023"/>
            <a:ext cx="251398" cy="4763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1904224" y="5540188"/>
            <a:ext cx="152400" cy="0"/>
          </a:xfrm>
          <a:prstGeom prst="straightConnector1">
            <a:avLst/>
          </a:prstGeom>
          <a:ln cap="flat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1941244" y="5582672"/>
            <a:ext cx="82563" cy="1097"/>
          </a:xfrm>
          <a:prstGeom prst="straightConnector1">
            <a:avLst/>
          </a:prstGeom>
          <a:ln cap="flat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002281" y="5609434"/>
            <a:ext cx="6944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bre</a:t>
            </a:r>
            <a:r>
              <a:rPr lang="en-US" dirty="0" smtClean="0"/>
              <a:t>”</a:t>
            </a:r>
            <a:endParaRPr lang="en-US" dirty="0"/>
          </a:p>
        </p:txBody>
      </p:sp>
      <p:cxnSp>
        <p:nvCxnSpPr>
          <p:cNvPr id="45" name="Straight Arrow Connector 44"/>
          <p:cNvCxnSpPr>
            <a:endCxn id="21" idx="0"/>
          </p:cNvCxnSpPr>
          <p:nvPr/>
        </p:nvCxnSpPr>
        <p:spPr>
          <a:xfrm>
            <a:off x="2472855" y="5018303"/>
            <a:ext cx="161221" cy="5430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44" idx="0"/>
          </p:cNvCxnSpPr>
          <p:nvPr/>
        </p:nvCxnSpPr>
        <p:spPr>
          <a:xfrm>
            <a:off x="2934812" y="5018303"/>
            <a:ext cx="414698" cy="5911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ight Arrow 51"/>
          <p:cNvSpPr/>
          <p:nvPr/>
        </p:nvSpPr>
        <p:spPr>
          <a:xfrm>
            <a:off x="3368490" y="4457546"/>
            <a:ext cx="2131116" cy="71907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rope_reduce</a:t>
            </a:r>
            <a:r>
              <a:rPr lang="en-US" dirty="0" smtClean="0"/>
              <a:t>(A,4)</a:t>
            </a:r>
            <a:endParaRPr lang="en-US" dirty="0"/>
          </a:p>
        </p:txBody>
      </p: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64508960"/>
              </p:ext>
            </p:extLst>
          </p:nvPr>
        </p:nvGraphicFramePr>
        <p:xfrm>
          <a:off x="5457097" y="4518917"/>
          <a:ext cx="801341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334"/>
                <a:gridCol w="352007"/>
              </a:tblGrid>
              <a:tr h="256352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54" name="Straight Arrow Connector 53"/>
          <p:cNvCxnSpPr/>
          <p:nvPr/>
        </p:nvCxnSpPr>
        <p:spPr>
          <a:xfrm>
            <a:off x="6057146" y="4700312"/>
            <a:ext cx="683664" cy="1843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26774484"/>
              </p:ext>
            </p:extLst>
          </p:nvPr>
        </p:nvGraphicFramePr>
        <p:xfrm>
          <a:off x="6740810" y="4577337"/>
          <a:ext cx="961572" cy="614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786"/>
                <a:gridCol w="480786"/>
              </a:tblGrid>
              <a:tr h="163286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0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1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12893142"/>
              </p:ext>
            </p:extLst>
          </p:nvPr>
        </p:nvGraphicFramePr>
        <p:xfrm>
          <a:off x="6740810" y="4577337"/>
          <a:ext cx="1923144" cy="614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786"/>
                <a:gridCol w="480786"/>
                <a:gridCol w="480786"/>
                <a:gridCol w="480786"/>
              </a:tblGrid>
              <a:tr h="163286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0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1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3</a:t>
                      </a:r>
                      <a:endParaRPr lang="en-US" sz="1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57" name="Straight Arrow Connector 56"/>
          <p:cNvCxnSpPr>
            <a:endCxn id="56" idx="1"/>
          </p:cNvCxnSpPr>
          <p:nvPr/>
        </p:nvCxnSpPr>
        <p:spPr>
          <a:xfrm>
            <a:off x="6057146" y="4700312"/>
            <a:ext cx="683664" cy="1843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Diamond 57"/>
          <p:cNvSpPr/>
          <p:nvPr/>
        </p:nvSpPr>
        <p:spPr>
          <a:xfrm>
            <a:off x="8002448" y="5566382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/>
          <p:cNvCxnSpPr>
            <a:stCxn id="58" idx="1"/>
            <a:endCxn id="61" idx="0"/>
          </p:cNvCxnSpPr>
          <p:nvPr/>
        </p:nvCxnSpPr>
        <p:spPr>
          <a:xfrm flipH="1">
            <a:off x="7814465" y="5686963"/>
            <a:ext cx="187983" cy="2525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8" idx="3"/>
            <a:endCxn id="62" idx="0"/>
          </p:cNvCxnSpPr>
          <p:nvPr/>
        </p:nvCxnSpPr>
        <p:spPr>
          <a:xfrm>
            <a:off x="8243609" y="5686963"/>
            <a:ext cx="351537" cy="4379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469377" y="5939542"/>
            <a:ext cx="690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abr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62" name="Rectangle 61"/>
          <p:cNvSpPr/>
          <p:nvPr/>
        </p:nvSpPr>
        <p:spPr>
          <a:xfrm>
            <a:off x="8348793" y="6124884"/>
            <a:ext cx="4927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/>
              <a:t>e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63" name="Diamond 62"/>
          <p:cNvSpPr/>
          <p:nvPr/>
        </p:nvSpPr>
        <p:spPr>
          <a:xfrm>
            <a:off x="6597031" y="5477453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>
            <a:stCxn id="63" idx="3"/>
            <a:endCxn id="67" idx="0"/>
          </p:cNvCxnSpPr>
          <p:nvPr/>
        </p:nvCxnSpPr>
        <p:spPr>
          <a:xfrm>
            <a:off x="6838192" y="5598034"/>
            <a:ext cx="189118" cy="2695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63" idx="1"/>
            <a:endCxn id="66" idx="0"/>
          </p:cNvCxnSpPr>
          <p:nvPr/>
        </p:nvCxnSpPr>
        <p:spPr>
          <a:xfrm flipH="1">
            <a:off x="6515168" y="5598034"/>
            <a:ext cx="81863" cy="4612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270957" y="6059324"/>
            <a:ext cx="48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“a”</a:t>
            </a:r>
            <a:endParaRPr lang="en-US" dirty="0"/>
          </a:p>
        </p:txBody>
      </p:sp>
      <p:sp>
        <p:nvSpPr>
          <p:cNvPr id="67" name="Diamond 66"/>
          <p:cNvSpPr/>
          <p:nvPr/>
        </p:nvSpPr>
        <p:spPr>
          <a:xfrm>
            <a:off x="6906729" y="5867570"/>
            <a:ext cx="241161" cy="24116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/>
          <p:cNvCxnSpPr>
            <a:stCxn id="67" idx="1"/>
            <a:endCxn id="70" idx="0"/>
          </p:cNvCxnSpPr>
          <p:nvPr/>
        </p:nvCxnSpPr>
        <p:spPr>
          <a:xfrm flipH="1">
            <a:off x="6802426" y="5988151"/>
            <a:ext cx="104303" cy="4243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67" idx="3"/>
            <a:endCxn id="66" idx="0"/>
          </p:cNvCxnSpPr>
          <p:nvPr/>
        </p:nvCxnSpPr>
        <p:spPr>
          <a:xfrm flipH="1">
            <a:off x="6515168" y="5988151"/>
            <a:ext cx="632722" cy="71173"/>
          </a:xfrm>
          <a:prstGeom prst="curvedConnector4">
            <a:avLst>
              <a:gd name="adj1" fmla="val -36130"/>
              <a:gd name="adj2" fmla="val -404958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6512623" y="6412468"/>
            <a:ext cx="579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br</a:t>
            </a:r>
            <a:r>
              <a:rPr lang="en-US" dirty="0" smtClean="0"/>
              <a:t>”</a:t>
            </a:r>
            <a:endParaRPr lang="en-US" dirty="0"/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7469377" y="5023369"/>
            <a:ext cx="0" cy="519288"/>
          </a:xfrm>
          <a:prstGeom prst="straightConnector1">
            <a:avLst/>
          </a:prstGeom>
          <a:ln cap="flat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endCxn id="63" idx="0"/>
          </p:cNvCxnSpPr>
          <p:nvPr/>
        </p:nvCxnSpPr>
        <p:spPr>
          <a:xfrm flipH="1">
            <a:off x="6717612" y="5001089"/>
            <a:ext cx="251398" cy="4763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7393177" y="5545254"/>
            <a:ext cx="152400" cy="0"/>
          </a:xfrm>
          <a:prstGeom prst="straightConnector1">
            <a:avLst/>
          </a:prstGeom>
          <a:ln cap="flat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V="1">
            <a:off x="7430197" y="5587738"/>
            <a:ext cx="82563" cy="1097"/>
          </a:xfrm>
          <a:prstGeom prst="straightConnector1">
            <a:avLst/>
          </a:prstGeom>
          <a:ln cap="flat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8511554" y="5614500"/>
            <a:ext cx="6944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bre</a:t>
            </a:r>
            <a:r>
              <a:rPr lang="en-US" dirty="0" smtClean="0"/>
              <a:t>”</a:t>
            </a:r>
            <a:endParaRPr lang="en-US" dirty="0"/>
          </a:p>
        </p:txBody>
      </p:sp>
      <p:cxnSp>
        <p:nvCxnSpPr>
          <p:cNvPr id="77" name="Straight Arrow Connector 76"/>
          <p:cNvCxnSpPr>
            <a:endCxn id="58" idx="0"/>
          </p:cNvCxnSpPr>
          <p:nvPr/>
        </p:nvCxnSpPr>
        <p:spPr>
          <a:xfrm>
            <a:off x="7961808" y="5023369"/>
            <a:ext cx="161221" cy="5430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endCxn id="76" idx="0"/>
          </p:cNvCxnSpPr>
          <p:nvPr/>
        </p:nvCxnSpPr>
        <p:spPr>
          <a:xfrm>
            <a:off x="8423765" y="5023369"/>
            <a:ext cx="435018" cy="5911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itle 7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rope-reduce3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08948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</TotalTime>
  <Words>395</Words>
  <Application>Microsoft Macintosh PowerPoint</Application>
  <PresentationFormat>On-screen Show (4:3)</PresentationFormat>
  <Paragraphs>175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Pictures for this Homework</vt:lpstr>
      <vt:lpstr>Ropes</vt:lpstr>
      <vt:lpstr>rope-concrete</vt:lpstr>
      <vt:lpstr>rope-abstract</vt:lpstr>
      <vt:lpstr>rope-join</vt:lpstr>
      <vt:lpstr>rope-join2</vt:lpstr>
      <vt:lpstr>rope-sub1</vt:lpstr>
      <vt:lpstr>rope-sub2</vt:lpstr>
      <vt:lpstr>rope-sub3</vt:lpstr>
      <vt:lpstr>rope-reduce</vt:lpstr>
      <vt:lpstr>unused</vt:lpstr>
      <vt:lpstr>rope-sub</vt:lpstr>
      <vt:lpstr>rope-reduce1</vt:lpstr>
      <vt:lpstr>rope-reduce2</vt:lpstr>
      <vt:lpstr>rope-reduce3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57</cp:revision>
  <dcterms:created xsi:type="dcterms:W3CDTF">2011-02-11T13:14:12Z</dcterms:created>
  <dcterms:modified xsi:type="dcterms:W3CDTF">2016-03-17T21:03:19Z</dcterms:modified>
</cp:coreProperties>
</file>