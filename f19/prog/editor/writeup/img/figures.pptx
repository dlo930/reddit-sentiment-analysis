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8" r:id="rId2"/>
    <p:sldId id="259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2" r:id="rId11"/>
    <p:sldId id="268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 snapToObjects="1">
      <p:cViewPr varScale="1">
        <p:scale>
          <a:sx n="93" d="100"/>
          <a:sy n="93" d="100"/>
        </p:scale>
        <p:origin x="-15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A8F51-48B2-4A54-B8F7-B67A2836F7A7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02015-F8A1-408C-BD74-83FEB1D733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5125"/>
            <a:ext cx="7772400" cy="1362075"/>
          </a:xfrm>
        </p:spPr>
        <p:txBody>
          <a:bodyPr anchor="t">
            <a:noAutofit/>
          </a:bodyPr>
          <a:lstStyle>
            <a:lvl1pPr algn="ctr">
              <a:defRPr sz="4800" b="1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2672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BE773-AFD6-1F41-B544-3BE70B961224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Pictures for this Homework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</a:rPr>
              <a:t>To save a picture (1 per slide):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picture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right-click ‘</a:t>
            </a:r>
            <a:r>
              <a:rPr lang="en-US" i="1" dirty="0" smtClean="0">
                <a:solidFill>
                  <a:schemeClr val="tx1"/>
                </a:solidFill>
              </a:rPr>
              <a:t>Save as Picture …</a:t>
            </a:r>
            <a:r>
              <a:rPr lang="en-US" dirty="0" smtClean="0">
                <a:solidFill>
                  <a:schemeClr val="tx1"/>
                </a:solidFill>
              </a:rPr>
              <a:t>’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PNG format and use the slide title as the file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99917871"/>
              </p:ext>
            </p:extLst>
          </p:nvPr>
        </p:nvGraphicFramePr>
        <p:xfrm>
          <a:off x="2834452" y="4155809"/>
          <a:ext cx="5335880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985"/>
                <a:gridCol w="666985"/>
                <a:gridCol w="666985"/>
                <a:gridCol w="666985"/>
                <a:gridCol w="666985"/>
                <a:gridCol w="666985"/>
                <a:gridCol w="666985"/>
                <a:gridCol w="666985"/>
              </a:tblGrid>
              <a:tr h="529676">
                <a:tc>
                  <a:txBody>
                    <a:bodyPr/>
                    <a:lstStyle/>
                    <a:p>
                      <a:r>
                        <a:rPr lang="en-US" sz="2100" dirty="0" smtClean="0">
                          <a:solidFill>
                            <a:srgbClr val="000000"/>
                          </a:solidFill>
                          <a:latin typeface="Courier New"/>
                          <a:cs typeface="Courier New"/>
                        </a:rPr>
                        <a:t>'g'</a:t>
                      </a:r>
                      <a:endParaRPr lang="en-US" sz="2100" dirty="0">
                        <a:solidFill>
                          <a:srgbClr val="000000"/>
                        </a:solidFill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 smtClean="0">
                          <a:solidFill>
                            <a:srgbClr val="000000"/>
                          </a:solidFill>
                          <a:latin typeface="Courier New"/>
                          <a:cs typeface="Courier New"/>
                        </a:rPr>
                        <a:t>'a'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100" dirty="0">
                        <a:solidFill>
                          <a:srgbClr val="000000"/>
                        </a:solidFill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100" dirty="0">
                        <a:solidFill>
                          <a:srgbClr val="000000"/>
                        </a:solidFill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100" dirty="0">
                        <a:solidFill>
                          <a:srgbClr val="000000"/>
                        </a:solidFill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 smtClean="0">
                          <a:solidFill>
                            <a:srgbClr val="000000"/>
                          </a:solidFill>
                          <a:latin typeface="Courier New"/>
                          <a:cs typeface="Courier New"/>
                        </a:rPr>
                        <a:t>'p'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 smtClean="0">
                          <a:solidFill>
                            <a:srgbClr val="000000"/>
                          </a:solidFill>
                          <a:latin typeface="Courier New"/>
                          <a:cs typeface="Courier New"/>
                        </a:rPr>
                        <a:t>'p'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 smtClean="0">
                          <a:solidFill>
                            <a:srgbClr val="000000"/>
                          </a:solidFill>
                          <a:latin typeface="Courier New"/>
                          <a:cs typeface="Courier New"/>
                        </a:rPr>
                        <a:t>'y'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70374299"/>
              </p:ext>
            </p:extLst>
          </p:nvPr>
        </p:nvGraphicFramePr>
        <p:xfrm>
          <a:off x="2834451" y="3746581"/>
          <a:ext cx="5335880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985"/>
                <a:gridCol w="666985"/>
                <a:gridCol w="666985"/>
                <a:gridCol w="666985"/>
                <a:gridCol w="666985"/>
                <a:gridCol w="666985"/>
                <a:gridCol w="666985"/>
                <a:gridCol w="666985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47" name="Straight Connector 46"/>
          <p:cNvCxnSpPr/>
          <p:nvPr/>
        </p:nvCxnSpPr>
        <p:spPr>
          <a:xfrm flipV="1">
            <a:off x="4173918" y="4155809"/>
            <a:ext cx="656874" cy="52967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70527279"/>
              </p:ext>
            </p:extLst>
          </p:nvPr>
        </p:nvGraphicFramePr>
        <p:xfrm>
          <a:off x="1480575" y="6032990"/>
          <a:ext cx="4299560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890"/>
                <a:gridCol w="1074890"/>
                <a:gridCol w="1074890"/>
                <a:gridCol w="1074890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limit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buffer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gap_start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gap_end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35425290"/>
              </p:ext>
            </p:extLst>
          </p:nvPr>
        </p:nvGraphicFramePr>
        <p:xfrm>
          <a:off x="1480580" y="5503314"/>
          <a:ext cx="4299556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889"/>
                <a:gridCol w="1074889"/>
                <a:gridCol w="1074889"/>
                <a:gridCol w="1074889"/>
              </a:tblGrid>
              <a:tr h="529676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55" name="Elbow Connector 54"/>
          <p:cNvCxnSpPr>
            <a:endCxn id="4" idx="1"/>
          </p:cNvCxnSpPr>
          <p:nvPr/>
        </p:nvCxnSpPr>
        <p:spPr>
          <a:xfrm rot="16200000" flipV="1">
            <a:off x="2286050" y="4969049"/>
            <a:ext cx="1338580" cy="241775"/>
          </a:xfrm>
          <a:prstGeom prst="bentConnector4">
            <a:avLst>
              <a:gd name="adj1" fmla="val 47224"/>
              <a:gd name="adj2" fmla="val 194551"/>
            </a:avLst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4173918" y="4155809"/>
            <a:ext cx="656874" cy="52967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4845168" y="4155809"/>
            <a:ext cx="656874" cy="52967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4845168" y="4155809"/>
            <a:ext cx="656874" cy="52967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5502042" y="4155809"/>
            <a:ext cx="656874" cy="52967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5502042" y="4155809"/>
            <a:ext cx="656874" cy="52967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/>
          <p:cNvCxnSpPr/>
          <p:nvPr/>
        </p:nvCxnSpPr>
        <p:spPr>
          <a:xfrm flipV="1">
            <a:off x="4486275" y="4685485"/>
            <a:ext cx="0" cy="38100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3875201" y="4947675"/>
            <a:ext cx="5130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gap_start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)                    (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gap_end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)                       (limit)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9" name="Elbow Connector 12"/>
          <p:cNvCxnSpPr/>
          <p:nvPr/>
        </p:nvCxnSpPr>
        <p:spPr>
          <a:xfrm flipV="1">
            <a:off x="6511925" y="4685485"/>
            <a:ext cx="0" cy="38100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2"/>
          <p:cNvCxnSpPr/>
          <p:nvPr/>
        </p:nvCxnSpPr>
        <p:spPr>
          <a:xfrm flipV="1">
            <a:off x="8416925" y="4685485"/>
            <a:ext cx="0" cy="38100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gapbuf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9399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90950134"/>
              </p:ext>
            </p:extLst>
          </p:nvPr>
        </p:nvGraphicFramePr>
        <p:xfrm>
          <a:off x="280339" y="406682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6524927"/>
              </p:ext>
            </p:extLst>
          </p:nvPr>
        </p:nvGraphicFramePr>
        <p:xfrm>
          <a:off x="280340" y="3657600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97211203"/>
              </p:ext>
            </p:extLst>
          </p:nvPr>
        </p:nvGraphicFramePr>
        <p:xfrm>
          <a:off x="2512492" y="406682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‘a’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06928887"/>
              </p:ext>
            </p:extLst>
          </p:nvPr>
        </p:nvGraphicFramePr>
        <p:xfrm>
          <a:off x="2512493" y="3657600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88889007"/>
              </p:ext>
            </p:extLst>
          </p:nvPr>
        </p:nvGraphicFramePr>
        <p:xfrm>
          <a:off x="4744646" y="406682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‘b’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11676732"/>
              </p:ext>
            </p:extLst>
          </p:nvPr>
        </p:nvGraphicFramePr>
        <p:xfrm>
          <a:off x="4744647" y="3657600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88384747"/>
              </p:ext>
            </p:extLst>
          </p:nvPr>
        </p:nvGraphicFramePr>
        <p:xfrm>
          <a:off x="6976799" y="406682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95373391"/>
              </p:ext>
            </p:extLst>
          </p:nvPr>
        </p:nvGraphicFramePr>
        <p:xfrm>
          <a:off x="6976800" y="3657600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" name="Freeform 30"/>
          <p:cNvSpPr/>
          <p:nvPr/>
        </p:nvSpPr>
        <p:spPr>
          <a:xfrm rot="10800000">
            <a:off x="2098343" y="4001232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>
            <a:off x="1778715" y="4354052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5"/>
          <p:cNvSpPr/>
          <p:nvPr/>
        </p:nvSpPr>
        <p:spPr>
          <a:xfrm rot="10800000">
            <a:off x="4330496" y="3998388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4010868" y="4351208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/>
          <p:cNvSpPr/>
          <p:nvPr/>
        </p:nvSpPr>
        <p:spPr>
          <a:xfrm rot="10800000">
            <a:off x="6562650" y="3998388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8"/>
          <p:cNvSpPr/>
          <p:nvPr/>
        </p:nvSpPr>
        <p:spPr>
          <a:xfrm>
            <a:off x="6243022" y="4351208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280339" y="406682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280339" y="406682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886030" y="406682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886030" y="406682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8200252" y="406682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8200252" y="406682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7594561" y="4062339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7594561" y="4062339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96081603"/>
              </p:ext>
            </p:extLst>
          </p:nvPr>
        </p:nvGraphicFramePr>
        <p:xfrm>
          <a:off x="2996871" y="6049120"/>
          <a:ext cx="2027994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8"/>
                <a:gridCol w="675998"/>
                <a:gridCol w="675998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start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point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end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76986040"/>
              </p:ext>
            </p:extLst>
          </p:nvPr>
        </p:nvGraphicFramePr>
        <p:xfrm>
          <a:off x="2996872" y="5519444"/>
          <a:ext cx="2027994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8"/>
                <a:gridCol w="675998"/>
                <a:gridCol w="675998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55" name="Elbow Connector 54"/>
          <p:cNvCxnSpPr>
            <a:endCxn id="4" idx="2"/>
          </p:cNvCxnSpPr>
          <p:nvPr/>
        </p:nvCxnSpPr>
        <p:spPr>
          <a:xfrm rot="10800000">
            <a:off x="1189341" y="4596505"/>
            <a:ext cx="2141831" cy="1207181"/>
          </a:xfrm>
          <a:prstGeom prst="bentConnector2">
            <a:avLst/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/>
          <p:cNvCxnSpPr/>
          <p:nvPr/>
        </p:nvCxnSpPr>
        <p:spPr>
          <a:xfrm rot="5400000" flipH="1" flipV="1">
            <a:off x="3934805" y="4672568"/>
            <a:ext cx="1205536" cy="1053410"/>
          </a:xfrm>
          <a:prstGeom prst="bentConnector3">
            <a:avLst/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endCxn id="16" idx="2"/>
          </p:cNvCxnSpPr>
          <p:nvPr/>
        </p:nvCxnSpPr>
        <p:spPr>
          <a:xfrm flipV="1">
            <a:off x="4744647" y="4596504"/>
            <a:ext cx="3141153" cy="1207183"/>
          </a:xfrm>
          <a:prstGeom prst="bentConnector2">
            <a:avLst/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tle 2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dll1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9399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90950134"/>
              </p:ext>
            </p:extLst>
          </p:nvPr>
        </p:nvGraphicFramePr>
        <p:xfrm>
          <a:off x="280339" y="3042057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6524927"/>
              </p:ext>
            </p:extLst>
          </p:nvPr>
        </p:nvGraphicFramePr>
        <p:xfrm>
          <a:off x="280340" y="2632829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97211203"/>
              </p:ext>
            </p:extLst>
          </p:nvPr>
        </p:nvGraphicFramePr>
        <p:xfrm>
          <a:off x="2512492" y="3042057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‘a’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06928887"/>
              </p:ext>
            </p:extLst>
          </p:nvPr>
        </p:nvGraphicFramePr>
        <p:xfrm>
          <a:off x="2512493" y="2632829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20324666"/>
              </p:ext>
            </p:extLst>
          </p:nvPr>
        </p:nvGraphicFramePr>
        <p:xfrm>
          <a:off x="4744646" y="3042057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‘b’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18422876"/>
              </p:ext>
            </p:extLst>
          </p:nvPr>
        </p:nvGraphicFramePr>
        <p:xfrm>
          <a:off x="4744647" y="2632829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88384747"/>
              </p:ext>
            </p:extLst>
          </p:nvPr>
        </p:nvGraphicFramePr>
        <p:xfrm>
          <a:off x="6976799" y="3042057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95373391"/>
              </p:ext>
            </p:extLst>
          </p:nvPr>
        </p:nvGraphicFramePr>
        <p:xfrm>
          <a:off x="6976800" y="2632829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" name="Freeform 30"/>
          <p:cNvSpPr/>
          <p:nvPr/>
        </p:nvSpPr>
        <p:spPr>
          <a:xfrm rot="10800000">
            <a:off x="2098343" y="2976461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>
            <a:off x="1778715" y="3329281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5"/>
          <p:cNvSpPr/>
          <p:nvPr/>
        </p:nvSpPr>
        <p:spPr>
          <a:xfrm rot="10800000">
            <a:off x="4330496" y="2973617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4010868" y="3326437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/>
          <p:cNvSpPr/>
          <p:nvPr/>
        </p:nvSpPr>
        <p:spPr>
          <a:xfrm rot="10800000">
            <a:off x="6562650" y="2973617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8"/>
          <p:cNvSpPr/>
          <p:nvPr/>
        </p:nvSpPr>
        <p:spPr>
          <a:xfrm>
            <a:off x="6243022" y="3326437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280339" y="30420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280339" y="30420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886030" y="30420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886030" y="30420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8200252" y="30420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8200252" y="30420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7594561" y="303756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7594561" y="303756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27284804"/>
              </p:ext>
            </p:extLst>
          </p:nvPr>
        </p:nvGraphicFramePr>
        <p:xfrm>
          <a:off x="2996871" y="6032990"/>
          <a:ext cx="2027994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8"/>
                <a:gridCol w="675998"/>
                <a:gridCol w="675998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start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point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end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0769515"/>
              </p:ext>
            </p:extLst>
          </p:nvPr>
        </p:nvGraphicFramePr>
        <p:xfrm>
          <a:off x="2996872" y="5503314"/>
          <a:ext cx="2027994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8"/>
                <a:gridCol w="675998"/>
                <a:gridCol w="675998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55" name="Elbow Connector 54"/>
          <p:cNvCxnSpPr>
            <a:endCxn id="4" idx="2"/>
          </p:cNvCxnSpPr>
          <p:nvPr/>
        </p:nvCxnSpPr>
        <p:spPr>
          <a:xfrm rot="16200000" flipV="1">
            <a:off x="1151141" y="3609932"/>
            <a:ext cx="2218232" cy="214183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/>
          <p:cNvCxnSpPr/>
          <p:nvPr/>
        </p:nvCxnSpPr>
        <p:spPr>
          <a:xfrm rot="5400000" flipH="1" flipV="1">
            <a:off x="3934805" y="4658846"/>
            <a:ext cx="1205536" cy="1053410"/>
          </a:xfrm>
          <a:prstGeom prst="bentConnector3">
            <a:avLst/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endCxn id="16" idx="2"/>
          </p:cNvCxnSpPr>
          <p:nvPr/>
        </p:nvCxnSpPr>
        <p:spPr>
          <a:xfrm flipV="1">
            <a:off x="4744647" y="3571733"/>
            <a:ext cx="3141153" cy="2218233"/>
          </a:xfrm>
          <a:prstGeom prst="bentConnector2">
            <a:avLst/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19981539"/>
              </p:ext>
            </p:extLst>
          </p:nvPr>
        </p:nvGraphicFramePr>
        <p:xfrm>
          <a:off x="4744645" y="404360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‘b’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49837295"/>
              </p:ext>
            </p:extLst>
          </p:nvPr>
        </p:nvGraphicFramePr>
        <p:xfrm>
          <a:off x="4744646" y="3634380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5" name="Freeform 74"/>
          <p:cNvSpPr/>
          <p:nvPr/>
        </p:nvSpPr>
        <p:spPr>
          <a:xfrm>
            <a:off x="6243021" y="3604442"/>
            <a:ext cx="834048" cy="10046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  <a:gd name="connsiteX0" fmla="*/ 0 w 834048"/>
              <a:gd name="connsiteY0" fmla="*/ 928370 h 1371596"/>
              <a:gd name="connsiteX1" fmla="*/ 352778 w 834048"/>
              <a:gd name="connsiteY1" fmla="*/ 1326101 h 1371596"/>
              <a:gd name="connsiteX2" fmla="*/ 834048 w 834048"/>
              <a:gd name="connsiteY2" fmla="*/ 0 h 1371596"/>
              <a:gd name="connsiteX0" fmla="*/ 0 w 834048"/>
              <a:gd name="connsiteY0" fmla="*/ 928370 h 1143433"/>
              <a:gd name="connsiteX1" fmla="*/ 564458 w 834048"/>
              <a:gd name="connsiteY1" fmla="*/ 1026326 h 1143433"/>
              <a:gd name="connsiteX2" fmla="*/ 834048 w 834048"/>
              <a:gd name="connsiteY2" fmla="*/ 0 h 1143433"/>
              <a:gd name="connsiteX0" fmla="*/ 0 w 834048"/>
              <a:gd name="connsiteY0" fmla="*/ 928370 h 1320611"/>
              <a:gd name="connsiteX1" fmla="*/ 564458 w 834048"/>
              <a:gd name="connsiteY1" fmla="*/ 1026326 h 1320611"/>
              <a:gd name="connsiteX2" fmla="*/ 834048 w 834048"/>
              <a:gd name="connsiteY2" fmla="*/ 0 h 1320611"/>
              <a:gd name="connsiteX0" fmla="*/ 0 w 834048"/>
              <a:gd name="connsiteY0" fmla="*/ 928370 h 1320611"/>
              <a:gd name="connsiteX1" fmla="*/ 564458 w 834048"/>
              <a:gd name="connsiteY1" fmla="*/ 1026326 h 1320611"/>
              <a:gd name="connsiteX2" fmla="*/ 834048 w 834048"/>
              <a:gd name="connsiteY2" fmla="*/ 0 h 1320611"/>
              <a:gd name="connsiteX0" fmla="*/ 0 w 834048"/>
              <a:gd name="connsiteY0" fmla="*/ 928370 h 1320611"/>
              <a:gd name="connsiteX1" fmla="*/ 564458 w 834048"/>
              <a:gd name="connsiteY1" fmla="*/ 1026326 h 1320611"/>
              <a:gd name="connsiteX2" fmla="*/ 834048 w 834048"/>
              <a:gd name="connsiteY2" fmla="*/ 0 h 1320611"/>
              <a:gd name="connsiteX0" fmla="*/ 0 w 834048"/>
              <a:gd name="connsiteY0" fmla="*/ 928370 h 1227326"/>
              <a:gd name="connsiteX1" fmla="*/ 564458 w 834048"/>
              <a:gd name="connsiteY1" fmla="*/ 1026326 h 1227326"/>
              <a:gd name="connsiteX2" fmla="*/ 834048 w 834048"/>
              <a:gd name="connsiteY2" fmla="*/ 0 h 1227326"/>
              <a:gd name="connsiteX0" fmla="*/ 0 w 834048"/>
              <a:gd name="connsiteY0" fmla="*/ 928370 h 1215049"/>
              <a:gd name="connsiteX1" fmla="*/ 564458 w 834048"/>
              <a:gd name="connsiteY1" fmla="*/ 1026326 h 1215049"/>
              <a:gd name="connsiteX2" fmla="*/ 834048 w 834048"/>
              <a:gd name="connsiteY2" fmla="*/ 0 h 1215049"/>
              <a:gd name="connsiteX0" fmla="*/ 0 w 834048"/>
              <a:gd name="connsiteY0" fmla="*/ 928370 h 1110911"/>
              <a:gd name="connsiteX1" fmla="*/ 497612 w 834048"/>
              <a:gd name="connsiteY1" fmla="*/ 826474 h 1110911"/>
              <a:gd name="connsiteX2" fmla="*/ 834048 w 834048"/>
              <a:gd name="connsiteY2" fmla="*/ 0 h 1110911"/>
              <a:gd name="connsiteX0" fmla="*/ 0 w 834048"/>
              <a:gd name="connsiteY0" fmla="*/ 928370 h 1273140"/>
              <a:gd name="connsiteX1" fmla="*/ 285932 w 834048"/>
              <a:gd name="connsiteY1" fmla="*/ 1111976 h 1273140"/>
              <a:gd name="connsiteX2" fmla="*/ 834048 w 834048"/>
              <a:gd name="connsiteY2" fmla="*/ 0 h 1273140"/>
              <a:gd name="connsiteX0" fmla="*/ 0 w 834048"/>
              <a:gd name="connsiteY0" fmla="*/ 928370 h 1140984"/>
              <a:gd name="connsiteX1" fmla="*/ 285932 w 834048"/>
              <a:gd name="connsiteY1" fmla="*/ 1111976 h 1140984"/>
              <a:gd name="connsiteX2" fmla="*/ 834048 w 834048"/>
              <a:gd name="connsiteY2" fmla="*/ 0 h 1140984"/>
              <a:gd name="connsiteX0" fmla="*/ 0 w 834048"/>
              <a:gd name="connsiteY0" fmla="*/ 928370 h 1287443"/>
              <a:gd name="connsiteX1" fmla="*/ 363920 w 834048"/>
              <a:gd name="connsiteY1" fmla="*/ 1283277 h 1287443"/>
              <a:gd name="connsiteX2" fmla="*/ 834048 w 834048"/>
              <a:gd name="connsiteY2" fmla="*/ 0 h 128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4048" h="1287443">
                <a:moveTo>
                  <a:pt x="0" y="928370"/>
                </a:moveTo>
                <a:cubicBezTo>
                  <a:pt x="91722" y="1214120"/>
                  <a:pt x="191489" y="1309531"/>
                  <a:pt x="363920" y="1283277"/>
                </a:cubicBezTo>
                <a:cubicBezTo>
                  <a:pt x="536351" y="1257023"/>
                  <a:pt x="806323" y="298630"/>
                  <a:pt x="834048" y="0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reeform 79"/>
          <p:cNvSpPr/>
          <p:nvPr/>
        </p:nvSpPr>
        <p:spPr>
          <a:xfrm>
            <a:off x="1777341" y="3631505"/>
            <a:ext cx="3258404" cy="679533"/>
          </a:xfrm>
          <a:custGeom>
            <a:avLst/>
            <a:gdLst>
              <a:gd name="connsiteX0" fmla="*/ 83211 w 3258404"/>
              <a:gd name="connsiteY0" fmla="*/ 0 h 679533"/>
              <a:gd name="connsiteX1" fmla="*/ 406301 w 3258404"/>
              <a:gd name="connsiteY1" fmla="*/ 345336 h 679533"/>
              <a:gd name="connsiteX2" fmla="*/ 3258404 w 3258404"/>
              <a:gd name="connsiteY2" fmla="*/ 679533 h 679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8404" h="679533">
                <a:moveTo>
                  <a:pt x="83211" y="0"/>
                </a:moveTo>
                <a:cubicBezTo>
                  <a:pt x="-19844" y="116040"/>
                  <a:pt x="-122898" y="232081"/>
                  <a:pt x="406301" y="345336"/>
                </a:cubicBezTo>
                <a:cubicBezTo>
                  <a:pt x="935500" y="458592"/>
                  <a:pt x="2588086" y="675820"/>
                  <a:pt x="3258404" y="679533"/>
                </a:cubicBezTo>
              </a:path>
            </a:pathLst>
          </a:custGeom>
          <a:ln>
            <a:solidFill>
              <a:schemeClr val="tx1"/>
            </a:solidFill>
            <a:headEnd type="arrow" w="lg" len="lg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itle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dll2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9399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90950134"/>
              </p:ext>
            </p:extLst>
          </p:nvPr>
        </p:nvGraphicFramePr>
        <p:xfrm>
          <a:off x="280339" y="2661057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6524927"/>
              </p:ext>
            </p:extLst>
          </p:nvPr>
        </p:nvGraphicFramePr>
        <p:xfrm>
          <a:off x="280340" y="2251829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97211203"/>
              </p:ext>
            </p:extLst>
          </p:nvPr>
        </p:nvGraphicFramePr>
        <p:xfrm>
          <a:off x="2512492" y="2661057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‘a’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06928887"/>
              </p:ext>
            </p:extLst>
          </p:nvPr>
        </p:nvGraphicFramePr>
        <p:xfrm>
          <a:off x="2512493" y="2251829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20324666"/>
              </p:ext>
            </p:extLst>
          </p:nvPr>
        </p:nvGraphicFramePr>
        <p:xfrm>
          <a:off x="4744646" y="2661057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‘b’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18422876"/>
              </p:ext>
            </p:extLst>
          </p:nvPr>
        </p:nvGraphicFramePr>
        <p:xfrm>
          <a:off x="4744647" y="2251829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88384747"/>
              </p:ext>
            </p:extLst>
          </p:nvPr>
        </p:nvGraphicFramePr>
        <p:xfrm>
          <a:off x="6976799" y="2661057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95373391"/>
              </p:ext>
            </p:extLst>
          </p:nvPr>
        </p:nvGraphicFramePr>
        <p:xfrm>
          <a:off x="6976800" y="2251829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" name="Freeform 30"/>
          <p:cNvSpPr/>
          <p:nvPr/>
        </p:nvSpPr>
        <p:spPr>
          <a:xfrm rot="10800000">
            <a:off x="2098343" y="2595461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>
            <a:off x="1778715" y="2948281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5"/>
          <p:cNvSpPr/>
          <p:nvPr/>
        </p:nvSpPr>
        <p:spPr>
          <a:xfrm rot="10800000">
            <a:off x="4330496" y="2592617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4010867" y="2945438"/>
            <a:ext cx="733777" cy="839782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  <a:gd name="connsiteX0" fmla="*/ 0 w 678072"/>
              <a:gd name="connsiteY0" fmla="*/ 0 h 954795"/>
              <a:gd name="connsiteX1" fmla="*/ 352778 w 678072"/>
              <a:gd name="connsiteY1" fmla="*/ 397731 h 954795"/>
              <a:gd name="connsiteX2" fmla="*/ 678072 w 678072"/>
              <a:gd name="connsiteY2" fmla="*/ 941663 h 954795"/>
              <a:gd name="connsiteX0" fmla="*/ 0 w 678072"/>
              <a:gd name="connsiteY0" fmla="*/ 0 h 951927"/>
              <a:gd name="connsiteX1" fmla="*/ 486470 w 678072"/>
              <a:gd name="connsiteY1" fmla="*/ 240705 h 951927"/>
              <a:gd name="connsiteX2" fmla="*/ 678072 w 678072"/>
              <a:gd name="connsiteY2" fmla="*/ 941663 h 951927"/>
              <a:gd name="connsiteX0" fmla="*/ 0 w 678072"/>
              <a:gd name="connsiteY0" fmla="*/ 0 h 941663"/>
              <a:gd name="connsiteX1" fmla="*/ 486470 w 678072"/>
              <a:gd name="connsiteY1" fmla="*/ 240705 h 941663"/>
              <a:gd name="connsiteX2" fmla="*/ 678072 w 678072"/>
              <a:gd name="connsiteY2" fmla="*/ 941663 h 941663"/>
              <a:gd name="connsiteX0" fmla="*/ 0 w 678072"/>
              <a:gd name="connsiteY0" fmla="*/ 0 h 941663"/>
              <a:gd name="connsiteX1" fmla="*/ 311452 w 678072"/>
              <a:gd name="connsiteY1" fmla="*/ 740332 h 941663"/>
              <a:gd name="connsiteX2" fmla="*/ 678072 w 678072"/>
              <a:gd name="connsiteY2" fmla="*/ 941663 h 941663"/>
              <a:gd name="connsiteX0" fmla="*/ 0 w 678072"/>
              <a:gd name="connsiteY0" fmla="*/ 0 h 941663"/>
              <a:gd name="connsiteX1" fmla="*/ 311452 w 678072"/>
              <a:gd name="connsiteY1" fmla="*/ 868807 h 941663"/>
              <a:gd name="connsiteX2" fmla="*/ 678072 w 678072"/>
              <a:gd name="connsiteY2" fmla="*/ 941663 h 941663"/>
              <a:gd name="connsiteX0" fmla="*/ 0 w 678072"/>
              <a:gd name="connsiteY0" fmla="*/ 0 h 963749"/>
              <a:gd name="connsiteX1" fmla="*/ 311452 w 678072"/>
              <a:gd name="connsiteY1" fmla="*/ 868807 h 963749"/>
              <a:gd name="connsiteX2" fmla="*/ 678072 w 678072"/>
              <a:gd name="connsiteY2" fmla="*/ 941663 h 963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8072" h="963749">
                <a:moveTo>
                  <a:pt x="0" y="0"/>
                </a:moveTo>
                <a:cubicBezTo>
                  <a:pt x="91722" y="285750"/>
                  <a:pt x="198440" y="711863"/>
                  <a:pt x="311452" y="868807"/>
                </a:cubicBezTo>
                <a:cubicBezTo>
                  <a:pt x="424464" y="1025751"/>
                  <a:pt x="565448" y="940516"/>
                  <a:pt x="678072" y="94166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/>
          <p:cNvSpPr/>
          <p:nvPr/>
        </p:nvSpPr>
        <p:spPr>
          <a:xfrm rot="10800000">
            <a:off x="6562650" y="2592617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8"/>
          <p:cNvSpPr/>
          <p:nvPr/>
        </p:nvSpPr>
        <p:spPr>
          <a:xfrm>
            <a:off x="6243022" y="2945437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280339" y="26610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280339" y="26610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886030" y="26610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886030" y="26610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8200252" y="26610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8200252" y="26610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7594561" y="265656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7594561" y="265656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27284804"/>
              </p:ext>
            </p:extLst>
          </p:nvPr>
        </p:nvGraphicFramePr>
        <p:xfrm>
          <a:off x="2996871" y="5651990"/>
          <a:ext cx="2027994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8"/>
                <a:gridCol w="675998"/>
                <a:gridCol w="675998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start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point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end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0769515"/>
              </p:ext>
            </p:extLst>
          </p:nvPr>
        </p:nvGraphicFramePr>
        <p:xfrm>
          <a:off x="2996872" y="5122314"/>
          <a:ext cx="2027994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8"/>
                <a:gridCol w="675998"/>
                <a:gridCol w="675998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55" name="Elbow Connector 54"/>
          <p:cNvCxnSpPr>
            <a:endCxn id="4" idx="2"/>
          </p:cNvCxnSpPr>
          <p:nvPr/>
        </p:nvCxnSpPr>
        <p:spPr>
          <a:xfrm rot="16200000" flipV="1">
            <a:off x="1151141" y="3228932"/>
            <a:ext cx="2218232" cy="214183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/>
          <p:cNvCxnSpPr>
            <a:endCxn id="12" idx="2"/>
          </p:cNvCxnSpPr>
          <p:nvPr/>
        </p:nvCxnSpPr>
        <p:spPr>
          <a:xfrm rot="16200000" flipV="1">
            <a:off x="2607888" y="4004338"/>
            <a:ext cx="2216586" cy="589375"/>
          </a:xfrm>
          <a:prstGeom prst="bentConnector3">
            <a:avLst/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endCxn id="16" idx="2"/>
          </p:cNvCxnSpPr>
          <p:nvPr/>
        </p:nvCxnSpPr>
        <p:spPr>
          <a:xfrm flipV="1">
            <a:off x="4744647" y="3190733"/>
            <a:ext cx="3141153" cy="2218233"/>
          </a:xfrm>
          <a:prstGeom prst="bentConnector2">
            <a:avLst/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19981539"/>
              </p:ext>
            </p:extLst>
          </p:nvPr>
        </p:nvGraphicFramePr>
        <p:xfrm>
          <a:off x="4744645" y="366260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‘b’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49837295"/>
              </p:ext>
            </p:extLst>
          </p:nvPr>
        </p:nvGraphicFramePr>
        <p:xfrm>
          <a:off x="4744646" y="3253380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5" name="Freeform 74"/>
          <p:cNvSpPr/>
          <p:nvPr/>
        </p:nvSpPr>
        <p:spPr>
          <a:xfrm>
            <a:off x="6243021" y="3223442"/>
            <a:ext cx="834048" cy="10046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  <a:gd name="connsiteX0" fmla="*/ 0 w 834048"/>
              <a:gd name="connsiteY0" fmla="*/ 928370 h 1371596"/>
              <a:gd name="connsiteX1" fmla="*/ 352778 w 834048"/>
              <a:gd name="connsiteY1" fmla="*/ 1326101 h 1371596"/>
              <a:gd name="connsiteX2" fmla="*/ 834048 w 834048"/>
              <a:gd name="connsiteY2" fmla="*/ 0 h 1371596"/>
              <a:gd name="connsiteX0" fmla="*/ 0 w 834048"/>
              <a:gd name="connsiteY0" fmla="*/ 928370 h 1143433"/>
              <a:gd name="connsiteX1" fmla="*/ 564458 w 834048"/>
              <a:gd name="connsiteY1" fmla="*/ 1026326 h 1143433"/>
              <a:gd name="connsiteX2" fmla="*/ 834048 w 834048"/>
              <a:gd name="connsiteY2" fmla="*/ 0 h 1143433"/>
              <a:gd name="connsiteX0" fmla="*/ 0 w 834048"/>
              <a:gd name="connsiteY0" fmla="*/ 928370 h 1320611"/>
              <a:gd name="connsiteX1" fmla="*/ 564458 w 834048"/>
              <a:gd name="connsiteY1" fmla="*/ 1026326 h 1320611"/>
              <a:gd name="connsiteX2" fmla="*/ 834048 w 834048"/>
              <a:gd name="connsiteY2" fmla="*/ 0 h 1320611"/>
              <a:gd name="connsiteX0" fmla="*/ 0 w 834048"/>
              <a:gd name="connsiteY0" fmla="*/ 928370 h 1320611"/>
              <a:gd name="connsiteX1" fmla="*/ 564458 w 834048"/>
              <a:gd name="connsiteY1" fmla="*/ 1026326 h 1320611"/>
              <a:gd name="connsiteX2" fmla="*/ 834048 w 834048"/>
              <a:gd name="connsiteY2" fmla="*/ 0 h 1320611"/>
              <a:gd name="connsiteX0" fmla="*/ 0 w 834048"/>
              <a:gd name="connsiteY0" fmla="*/ 928370 h 1320611"/>
              <a:gd name="connsiteX1" fmla="*/ 564458 w 834048"/>
              <a:gd name="connsiteY1" fmla="*/ 1026326 h 1320611"/>
              <a:gd name="connsiteX2" fmla="*/ 834048 w 834048"/>
              <a:gd name="connsiteY2" fmla="*/ 0 h 1320611"/>
              <a:gd name="connsiteX0" fmla="*/ 0 w 834048"/>
              <a:gd name="connsiteY0" fmla="*/ 928370 h 1227326"/>
              <a:gd name="connsiteX1" fmla="*/ 564458 w 834048"/>
              <a:gd name="connsiteY1" fmla="*/ 1026326 h 1227326"/>
              <a:gd name="connsiteX2" fmla="*/ 834048 w 834048"/>
              <a:gd name="connsiteY2" fmla="*/ 0 h 1227326"/>
              <a:gd name="connsiteX0" fmla="*/ 0 w 834048"/>
              <a:gd name="connsiteY0" fmla="*/ 928370 h 1215049"/>
              <a:gd name="connsiteX1" fmla="*/ 564458 w 834048"/>
              <a:gd name="connsiteY1" fmla="*/ 1026326 h 1215049"/>
              <a:gd name="connsiteX2" fmla="*/ 834048 w 834048"/>
              <a:gd name="connsiteY2" fmla="*/ 0 h 1215049"/>
              <a:gd name="connsiteX0" fmla="*/ 0 w 834048"/>
              <a:gd name="connsiteY0" fmla="*/ 928370 h 1110911"/>
              <a:gd name="connsiteX1" fmla="*/ 497612 w 834048"/>
              <a:gd name="connsiteY1" fmla="*/ 826474 h 1110911"/>
              <a:gd name="connsiteX2" fmla="*/ 834048 w 834048"/>
              <a:gd name="connsiteY2" fmla="*/ 0 h 1110911"/>
              <a:gd name="connsiteX0" fmla="*/ 0 w 834048"/>
              <a:gd name="connsiteY0" fmla="*/ 928370 h 1273140"/>
              <a:gd name="connsiteX1" fmla="*/ 285932 w 834048"/>
              <a:gd name="connsiteY1" fmla="*/ 1111976 h 1273140"/>
              <a:gd name="connsiteX2" fmla="*/ 834048 w 834048"/>
              <a:gd name="connsiteY2" fmla="*/ 0 h 1273140"/>
              <a:gd name="connsiteX0" fmla="*/ 0 w 834048"/>
              <a:gd name="connsiteY0" fmla="*/ 928370 h 1140984"/>
              <a:gd name="connsiteX1" fmla="*/ 285932 w 834048"/>
              <a:gd name="connsiteY1" fmla="*/ 1111976 h 1140984"/>
              <a:gd name="connsiteX2" fmla="*/ 834048 w 834048"/>
              <a:gd name="connsiteY2" fmla="*/ 0 h 1140984"/>
              <a:gd name="connsiteX0" fmla="*/ 0 w 834048"/>
              <a:gd name="connsiteY0" fmla="*/ 928370 h 1287443"/>
              <a:gd name="connsiteX1" fmla="*/ 363920 w 834048"/>
              <a:gd name="connsiteY1" fmla="*/ 1283277 h 1287443"/>
              <a:gd name="connsiteX2" fmla="*/ 834048 w 834048"/>
              <a:gd name="connsiteY2" fmla="*/ 0 h 128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4048" h="1287443">
                <a:moveTo>
                  <a:pt x="0" y="928370"/>
                </a:moveTo>
                <a:cubicBezTo>
                  <a:pt x="91722" y="1214120"/>
                  <a:pt x="191489" y="1309531"/>
                  <a:pt x="363920" y="1283277"/>
                </a:cubicBezTo>
                <a:cubicBezTo>
                  <a:pt x="536351" y="1257023"/>
                  <a:pt x="806323" y="298630"/>
                  <a:pt x="834048" y="0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reeform 79"/>
          <p:cNvSpPr/>
          <p:nvPr/>
        </p:nvSpPr>
        <p:spPr>
          <a:xfrm>
            <a:off x="4010867" y="3172525"/>
            <a:ext cx="1024879" cy="757513"/>
          </a:xfrm>
          <a:custGeom>
            <a:avLst/>
            <a:gdLst>
              <a:gd name="connsiteX0" fmla="*/ 83211 w 3258404"/>
              <a:gd name="connsiteY0" fmla="*/ 0 h 679533"/>
              <a:gd name="connsiteX1" fmla="*/ 406301 w 3258404"/>
              <a:gd name="connsiteY1" fmla="*/ 345336 h 679533"/>
              <a:gd name="connsiteX2" fmla="*/ 3258404 w 3258404"/>
              <a:gd name="connsiteY2" fmla="*/ 679533 h 679533"/>
              <a:gd name="connsiteX0" fmla="*/ 6896 w 3182089"/>
              <a:gd name="connsiteY0" fmla="*/ 0 h 679533"/>
              <a:gd name="connsiteX1" fmla="*/ 1510935 w 3182089"/>
              <a:gd name="connsiteY1" fmla="*/ 389895 h 679533"/>
              <a:gd name="connsiteX2" fmla="*/ 3182089 w 3182089"/>
              <a:gd name="connsiteY2" fmla="*/ 679533 h 679533"/>
              <a:gd name="connsiteX0" fmla="*/ 50940 w 1978338"/>
              <a:gd name="connsiteY0" fmla="*/ 0 h 757513"/>
              <a:gd name="connsiteX1" fmla="*/ 307184 w 1978338"/>
              <a:gd name="connsiteY1" fmla="*/ 467875 h 757513"/>
              <a:gd name="connsiteX2" fmla="*/ 1978338 w 1978338"/>
              <a:gd name="connsiteY2" fmla="*/ 757513 h 757513"/>
              <a:gd name="connsiteX0" fmla="*/ 21339 w 1948737"/>
              <a:gd name="connsiteY0" fmla="*/ 0 h 757513"/>
              <a:gd name="connsiteX1" fmla="*/ 277583 w 1948737"/>
              <a:gd name="connsiteY1" fmla="*/ 467875 h 757513"/>
              <a:gd name="connsiteX2" fmla="*/ 1948737 w 1948737"/>
              <a:gd name="connsiteY2" fmla="*/ 757513 h 757513"/>
              <a:gd name="connsiteX0" fmla="*/ 4768 w 1932166"/>
              <a:gd name="connsiteY0" fmla="*/ 0 h 757513"/>
              <a:gd name="connsiteX1" fmla="*/ 461551 w 1932166"/>
              <a:gd name="connsiteY1" fmla="*/ 601554 h 757513"/>
              <a:gd name="connsiteX2" fmla="*/ 1932166 w 1932166"/>
              <a:gd name="connsiteY2" fmla="*/ 757513 h 757513"/>
              <a:gd name="connsiteX0" fmla="*/ 0 w 1927398"/>
              <a:gd name="connsiteY0" fmla="*/ 0 h 757513"/>
              <a:gd name="connsiteX1" fmla="*/ 456783 w 1927398"/>
              <a:gd name="connsiteY1" fmla="*/ 601554 h 757513"/>
              <a:gd name="connsiteX2" fmla="*/ 1927398 w 1927398"/>
              <a:gd name="connsiteY2" fmla="*/ 757513 h 75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27398" h="757513">
                <a:moveTo>
                  <a:pt x="0" y="0"/>
                </a:moveTo>
                <a:cubicBezTo>
                  <a:pt x="41778" y="205160"/>
                  <a:pt x="135550" y="475302"/>
                  <a:pt x="456783" y="601554"/>
                </a:cubicBezTo>
                <a:cubicBezTo>
                  <a:pt x="778016" y="727806"/>
                  <a:pt x="1257080" y="753800"/>
                  <a:pt x="1927398" y="757513"/>
                </a:cubicBezTo>
              </a:path>
            </a:pathLst>
          </a:custGeom>
          <a:ln>
            <a:solidFill>
              <a:schemeClr val="tx1"/>
            </a:solidFill>
            <a:headEnd type="arrow" w="lg" len="lg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itle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dll3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9399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90950134"/>
              </p:ext>
            </p:extLst>
          </p:nvPr>
        </p:nvGraphicFramePr>
        <p:xfrm>
          <a:off x="280339" y="3194457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6524927"/>
              </p:ext>
            </p:extLst>
          </p:nvPr>
        </p:nvGraphicFramePr>
        <p:xfrm>
          <a:off x="280340" y="2785229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97211203"/>
              </p:ext>
            </p:extLst>
          </p:nvPr>
        </p:nvGraphicFramePr>
        <p:xfrm>
          <a:off x="2512492" y="3194457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‘a’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06928887"/>
              </p:ext>
            </p:extLst>
          </p:nvPr>
        </p:nvGraphicFramePr>
        <p:xfrm>
          <a:off x="2512493" y="2785229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20324666"/>
              </p:ext>
            </p:extLst>
          </p:nvPr>
        </p:nvGraphicFramePr>
        <p:xfrm>
          <a:off x="4744646" y="3194457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‘b’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18422876"/>
              </p:ext>
            </p:extLst>
          </p:nvPr>
        </p:nvGraphicFramePr>
        <p:xfrm>
          <a:off x="4744647" y="2785229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88384747"/>
              </p:ext>
            </p:extLst>
          </p:nvPr>
        </p:nvGraphicFramePr>
        <p:xfrm>
          <a:off x="6976799" y="3194457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95373391"/>
              </p:ext>
            </p:extLst>
          </p:nvPr>
        </p:nvGraphicFramePr>
        <p:xfrm>
          <a:off x="6976800" y="2785229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" name="Freeform 30"/>
          <p:cNvSpPr/>
          <p:nvPr/>
        </p:nvSpPr>
        <p:spPr>
          <a:xfrm rot="10800000">
            <a:off x="2098343" y="3128861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>
            <a:off x="1778715" y="3481681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5"/>
          <p:cNvSpPr/>
          <p:nvPr/>
        </p:nvSpPr>
        <p:spPr>
          <a:xfrm rot="10800000">
            <a:off x="4330496" y="3126017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4010868" y="3478837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/>
          <p:cNvSpPr/>
          <p:nvPr/>
        </p:nvSpPr>
        <p:spPr>
          <a:xfrm rot="10800000">
            <a:off x="6562650" y="3126017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8"/>
          <p:cNvSpPr/>
          <p:nvPr/>
        </p:nvSpPr>
        <p:spPr>
          <a:xfrm>
            <a:off x="6243022" y="3478837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280339" y="31944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280339" y="31944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886030" y="31944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886030" y="31944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8200252" y="31944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8200252" y="31944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7594561" y="318996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7594561" y="318996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27284804"/>
              </p:ext>
            </p:extLst>
          </p:nvPr>
        </p:nvGraphicFramePr>
        <p:xfrm>
          <a:off x="2996871" y="6185390"/>
          <a:ext cx="2027994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8"/>
                <a:gridCol w="675998"/>
                <a:gridCol w="675998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start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point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end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0769515"/>
              </p:ext>
            </p:extLst>
          </p:nvPr>
        </p:nvGraphicFramePr>
        <p:xfrm>
          <a:off x="2996872" y="5655714"/>
          <a:ext cx="2027994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8"/>
                <a:gridCol w="675998"/>
                <a:gridCol w="675998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55" name="Elbow Connector 54"/>
          <p:cNvCxnSpPr/>
          <p:nvPr/>
        </p:nvCxnSpPr>
        <p:spPr>
          <a:xfrm rot="5400000" flipH="1" flipV="1">
            <a:off x="3301886" y="4790819"/>
            <a:ext cx="1180834" cy="112225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/>
          <p:cNvCxnSpPr>
            <a:endCxn id="12" idx="2"/>
          </p:cNvCxnSpPr>
          <p:nvPr/>
        </p:nvCxnSpPr>
        <p:spPr>
          <a:xfrm rot="16200000" flipV="1">
            <a:off x="2607888" y="4537738"/>
            <a:ext cx="2216586" cy="589375"/>
          </a:xfrm>
          <a:prstGeom prst="bentConnector3">
            <a:avLst/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endCxn id="16" idx="2"/>
          </p:cNvCxnSpPr>
          <p:nvPr/>
        </p:nvCxnSpPr>
        <p:spPr>
          <a:xfrm flipV="1">
            <a:off x="4744647" y="3724133"/>
            <a:ext cx="3141153" cy="2218233"/>
          </a:xfrm>
          <a:prstGeom prst="bentConnector2">
            <a:avLst/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59341504"/>
              </p:ext>
            </p:extLst>
          </p:nvPr>
        </p:nvGraphicFramePr>
        <p:xfrm>
          <a:off x="4157925" y="419600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‘b’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572756627"/>
              </p:ext>
            </p:extLst>
          </p:nvPr>
        </p:nvGraphicFramePr>
        <p:xfrm>
          <a:off x="4157926" y="3786780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5" name="Freeform 74"/>
          <p:cNvSpPr/>
          <p:nvPr/>
        </p:nvSpPr>
        <p:spPr>
          <a:xfrm>
            <a:off x="5680313" y="3756842"/>
            <a:ext cx="1396756" cy="1067733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  <a:gd name="connsiteX0" fmla="*/ 0 w 834048"/>
              <a:gd name="connsiteY0" fmla="*/ 928370 h 1371596"/>
              <a:gd name="connsiteX1" fmla="*/ 352778 w 834048"/>
              <a:gd name="connsiteY1" fmla="*/ 1326101 h 1371596"/>
              <a:gd name="connsiteX2" fmla="*/ 834048 w 834048"/>
              <a:gd name="connsiteY2" fmla="*/ 0 h 1371596"/>
              <a:gd name="connsiteX0" fmla="*/ 0 w 834048"/>
              <a:gd name="connsiteY0" fmla="*/ 928370 h 1143433"/>
              <a:gd name="connsiteX1" fmla="*/ 564458 w 834048"/>
              <a:gd name="connsiteY1" fmla="*/ 1026326 h 1143433"/>
              <a:gd name="connsiteX2" fmla="*/ 834048 w 834048"/>
              <a:gd name="connsiteY2" fmla="*/ 0 h 1143433"/>
              <a:gd name="connsiteX0" fmla="*/ 0 w 834048"/>
              <a:gd name="connsiteY0" fmla="*/ 928370 h 1320611"/>
              <a:gd name="connsiteX1" fmla="*/ 564458 w 834048"/>
              <a:gd name="connsiteY1" fmla="*/ 1026326 h 1320611"/>
              <a:gd name="connsiteX2" fmla="*/ 834048 w 834048"/>
              <a:gd name="connsiteY2" fmla="*/ 0 h 1320611"/>
              <a:gd name="connsiteX0" fmla="*/ 0 w 834048"/>
              <a:gd name="connsiteY0" fmla="*/ 928370 h 1320611"/>
              <a:gd name="connsiteX1" fmla="*/ 564458 w 834048"/>
              <a:gd name="connsiteY1" fmla="*/ 1026326 h 1320611"/>
              <a:gd name="connsiteX2" fmla="*/ 834048 w 834048"/>
              <a:gd name="connsiteY2" fmla="*/ 0 h 1320611"/>
              <a:gd name="connsiteX0" fmla="*/ 0 w 834048"/>
              <a:gd name="connsiteY0" fmla="*/ 928370 h 1320611"/>
              <a:gd name="connsiteX1" fmla="*/ 564458 w 834048"/>
              <a:gd name="connsiteY1" fmla="*/ 1026326 h 1320611"/>
              <a:gd name="connsiteX2" fmla="*/ 834048 w 834048"/>
              <a:gd name="connsiteY2" fmla="*/ 0 h 1320611"/>
              <a:gd name="connsiteX0" fmla="*/ 0 w 834048"/>
              <a:gd name="connsiteY0" fmla="*/ 928370 h 1227326"/>
              <a:gd name="connsiteX1" fmla="*/ 564458 w 834048"/>
              <a:gd name="connsiteY1" fmla="*/ 1026326 h 1227326"/>
              <a:gd name="connsiteX2" fmla="*/ 834048 w 834048"/>
              <a:gd name="connsiteY2" fmla="*/ 0 h 1227326"/>
              <a:gd name="connsiteX0" fmla="*/ 0 w 834048"/>
              <a:gd name="connsiteY0" fmla="*/ 928370 h 1215049"/>
              <a:gd name="connsiteX1" fmla="*/ 564458 w 834048"/>
              <a:gd name="connsiteY1" fmla="*/ 1026326 h 1215049"/>
              <a:gd name="connsiteX2" fmla="*/ 834048 w 834048"/>
              <a:gd name="connsiteY2" fmla="*/ 0 h 1215049"/>
              <a:gd name="connsiteX0" fmla="*/ 0 w 834048"/>
              <a:gd name="connsiteY0" fmla="*/ 928370 h 1110911"/>
              <a:gd name="connsiteX1" fmla="*/ 497612 w 834048"/>
              <a:gd name="connsiteY1" fmla="*/ 826474 h 1110911"/>
              <a:gd name="connsiteX2" fmla="*/ 834048 w 834048"/>
              <a:gd name="connsiteY2" fmla="*/ 0 h 1110911"/>
              <a:gd name="connsiteX0" fmla="*/ 0 w 834048"/>
              <a:gd name="connsiteY0" fmla="*/ 928370 h 1273140"/>
              <a:gd name="connsiteX1" fmla="*/ 285932 w 834048"/>
              <a:gd name="connsiteY1" fmla="*/ 1111976 h 1273140"/>
              <a:gd name="connsiteX2" fmla="*/ 834048 w 834048"/>
              <a:gd name="connsiteY2" fmla="*/ 0 h 1273140"/>
              <a:gd name="connsiteX0" fmla="*/ 0 w 834048"/>
              <a:gd name="connsiteY0" fmla="*/ 928370 h 1140984"/>
              <a:gd name="connsiteX1" fmla="*/ 285932 w 834048"/>
              <a:gd name="connsiteY1" fmla="*/ 1111976 h 1140984"/>
              <a:gd name="connsiteX2" fmla="*/ 834048 w 834048"/>
              <a:gd name="connsiteY2" fmla="*/ 0 h 1140984"/>
              <a:gd name="connsiteX0" fmla="*/ 0 w 834048"/>
              <a:gd name="connsiteY0" fmla="*/ 928370 h 1287443"/>
              <a:gd name="connsiteX1" fmla="*/ 363920 w 834048"/>
              <a:gd name="connsiteY1" fmla="*/ 1283277 h 1287443"/>
              <a:gd name="connsiteX2" fmla="*/ 834048 w 834048"/>
              <a:gd name="connsiteY2" fmla="*/ 0 h 1287443"/>
              <a:gd name="connsiteX0" fmla="*/ 0 w 1396756"/>
              <a:gd name="connsiteY0" fmla="*/ 928370 h 1287443"/>
              <a:gd name="connsiteX1" fmla="*/ 926628 w 1396756"/>
              <a:gd name="connsiteY1" fmla="*/ 1283277 h 1287443"/>
              <a:gd name="connsiteX2" fmla="*/ 1396756 w 1396756"/>
              <a:gd name="connsiteY2" fmla="*/ 0 h 1287443"/>
              <a:gd name="connsiteX0" fmla="*/ 0 w 1396756"/>
              <a:gd name="connsiteY0" fmla="*/ 928370 h 1368232"/>
              <a:gd name="connsiteX1" fmla="*/ 733700 w 1396756"/>
              <a:gd name="connsiteY1" fmla="*/ 1365673 h 1368232"/>
              <a:gd name="connsiteX2" fmla="*/ 1396756 w 1396756"/>
              <a:gd name="connsiteY2" fmla="*/ 0 h 1368232"/>
              <a:gd name="connsiteX0" fmla="*/ 0 w 1396756"/>
              <a:gd name="connsiteY0" fmla="*/ 928370 h 1368232"/>
              <a:gd name="connsiteX1" fmla="*/ 733700 w 1396756"/>
              <a:gd name="connsiteY1" fmla="*/ 1365673 h 1368232"/>
              <a:gd name="connsiteX2" fmla="*/ 1396756 w 1396756"/>
              <a:gd name="connsiteY2" fmla="*/ 0 h 1368232"/>
              <a:gd name="connsiteX0" fmla="*/ 0 w 1396756"/>
              <a:gd name="connsiteY0" fmla="*/ 928370 h 1368232"/>
              <a:gd name="connsiteX1" fmla="*/ 733700 w 1396756"/>
              <a:gd name="connsiteY1" fmla="*/ 1365673 h 1368232"/>
              <a:gd name="connsiteX2" fmla="*/ 1396756 w 1396756"/>
              <a:gd name="connsiteY2" fmla="*/ 0 h 136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6756" h="1368232">
                <a:moveTo>
                  <a:pt x="0" y="928370"/>
                </a:moveTo>
                <a:cubicBezTo>
                  <a:pt x="91722" y="1214120"/>
                  <a:pt x="561269" y="1391927"/>
                  <a:pt x="733700" y="1365673"/>
                </a:cubicBezTo>
                <a:cubicBezTo>
                  <a:pt x="1259833" y="1215824"/>
                  <a:pt x="1369031" y="298630"/>
                  <a:pt x="1396756" y="0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reeform 79"/>
          <p:cNvSpPr/>
          <p:nvPr/>
        </p:nvSpPr>
        <p:spPr>
          <a:xfrm>
            <a:off x="1777340" y="3783905"/>
            <a:ext cx="2727851" cy="679533"/>
          </a:xfrm>
          <a:custGeom>
            <a:avLst/>
            <a:gdLst>
              <a:gd name="connsiteX0" fmla="*/ 83211 w 3258404"/>
              <a:gd name="connsiteY0" fmla="*/ 0 h 679533"/>
              <a:gd name="connsiteX1" fmla="*/ 406301 w 3258404"/>
              <a:gd name="connsiteY1" fmla="*/ 345336 h 679533"/>
              <a:gd name="connsiteX2" fmla="*/ 3258404 w 3258404"/>
              <a:gd name="connsiteY2" fmla="*/ 679533 h 679533"/>
              <a:gd name="connsiteX0" fmla="*/ 83211 w 2727851"/>
              <a:gd name="connsiteY0" fmla="*/ 0 h 679533"/>
              <a:gd name="connsiteX1" fmla="*/ 406301 w 2727851"/>
              <a:gd name="connsiteY1" fmla="*/ 345336 h 679533"/>
              <a:gd name="connsiteX2" fmla="*/ 2727851 w 2727851"/>
              <a:gd name="connsiteY2" fmla="*/ 679533 h 679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7851" h="679533">
                <a:moveTo>
                  <a:pt x="83211" y="0"/>
                </a:moveTo>
                <a:cubicBezTo>
                  <a:pt x="-19844" y="116040"/>
                  <a:pt x="-122898" y="232081"/>
                  <a:pt x="406301" y="345336"/>
                </a:cubicBezTo>
                <a:cubicBezTo>
                  <a:pt x="935500" y="458592"/>
                  <a:pt x="2057533" y="675820"/>
                  <a:pt x="2727851" y="679533"/>
                </a:cubicBezTo>
              </a:path>
            </a:pathLst>
          </a:custGeom>
          <a:ln>
            <a:solidFill>
              <a:schemeClr val="tx1"/>
            </a:solidFill>
            <a:headEnd type="arrow" w="lg" len="lg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itle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dll4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9399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90950134"/>
              </p:ext>
            </p:extLst>
          </p:nvPr>
        </p:nvGraphicFramePr>
        <p:xfrm>
          <a:off x="280339" y="3118257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6524927"/>
              </p:ext>
            </p:extLst>
          </p:nvPr>
        </p:nvGraphicFramePr>
        <p:xfrm>
          <a:off x="280340" y="2709029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97211203"/>
              </p:ext>
            </p:extLst>
          </p:nvPr>
        </p:nvGraphicFramePr>
        <p:xfrm>
          <a:off x="2512492" y="3118257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‘a’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06928887"/>
              </p:ext>
            </p:extLst>
          </p:nvPr>
        </p:nvGraphicFramePr>
        <p:xfrm>
          <a:off x="2512493" y="2709029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20324666"/>
              </p:ext>
            </p:extLst>
          </p:nvPr>
        </p:nvGraphicFramePr>
        <p:xfrm>
          <a:off x="4744646" y="3118257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‘b’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18422876"/>
              </p:ext>
            </p:extLst>
          </p:nvPr>
        </p:nvGraphicFramePr>
        <p:xfrm>
          <a:off x="4744647" y="2709029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88384747"/>
              </p:ext>
            </p:extLst>
          </p:nvPr>
        </p:nvGraphicFramePr>
        <p:xfrm>
          <a:off x="6976799" y="3118257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95373391"/>
              </p:ext>
            </p:extLst>
          </p:nvPr>
        </p:nvGraphicFramePr>
        <p:xfrm>
          <a:off x="6976800" y="2709029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" name="Freeform 30"/>
          <p:cNvSpPr/>
          <p:nvPr/>
        </p:nvSpPr>
        <p:spPr>
          <a:xfrm rot="10800000">
            <a:off x="2098343" y="3052661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>
            <a:off x="1778715" y="3405481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5"/>
          <p:cNvSpPr/>
          <p:nvPr/>
        </p:nvSpPr>
        <p:spPr>
          <a:xfrm rot="10800000">
            <a:off x="4330496" y="3049817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4010868" y="3402637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/>
          <p:cNvSpPr/>
          <p:nvPr/>
        </p:nvSpPr>
        <p:spPr>
          <a:xfrm rot="10800000">
            <a:off x="6562650" y="3049817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8"/>
          <p:cNvSpPr/>
          <p:nvPr/>
        </p:nvSpPr>
        <p:spPr>
          <a:xfrm>
            <a:off x="6243022" y="3402637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280339" y="31182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280339" y="31182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886030" y="31182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886030" y="31182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8200252" y="31182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8200252" y="311825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7594561" y="311376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7594561" y="311376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27284804"/>
              </p:ext>
            </p:extLst>
          </p:nvPr>
        </p:nvGraphicFramePr>
        <p:xfrm>
          <a:off x="2996871" y="6109190"/>
          <a:ext cx="2027994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8"/>
                <a:gridCol w="675998"/>
                <a:gridCol w="675998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start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point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end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0769515"/>
              </p:ext>
            </p:extLst>
          </p:nvPr>
        </p:nvGraphicFramePr>
        <p:xfrm>
          <a:off x="2996872" y="5579514"/>
          <a:ext cx="2027994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8"/>
                <a:gridCol w="675998"/>
                <a:gridCol w="675998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55" name="Elbow Connector 54"/>
          <p:cNvCxnSpPr>
            <a:endCxn id="4" idx="2"/>
          </p:cNvCxnSpPr>
          <p:nvPr/>
        </p:nvCxnSpPr>
        <p:spPr>
          <a:xfrm rot="16200000" flipV="1">
            <a:off x="1151141" y="3686132"/>
            <a:ext cx="2218232" cy="2141833"/>
          </a:xfrm>
          <a:prstGeom prst="bentConnector3">
            <a:avLst>
              <a:gd name="adj1" fmla="val 33241"/>
            </a:avLst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/>
          <p:cNvCxnSpPr>
            <a:endCxn id="12" idx="2"/>
          </p:cNvCxnSpPr>
          <p:nvPr/>
        </p:nvCxnSpPr>
        <p:spPr>
          <a:xfrm rot="16200000" flipV="1">
            <a:off x="2607887" y="4461540"/>
            <a:ext cx="2216589" cy="5893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endCxn id="73" idx="2"/>
          </p:cNvCxnSpPr>
          <p:nvPr/>
        </p:nvCxnSpPr>
        <p:spPr>
          <a:xfrm rot="5400000" flipH="1" flipV="1">
            <a:off x="4590805" y="4803327"/>
            <a:ext cx="1216683" cy="90899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19981539"/>
              </p:ext>
            </p:extLst>
          </p:nvPr>
        </p:nvGraphicFramePr>
        <p:xfrm>
          <a:off x="4744645" y="411980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‘b’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49837295"/>
              </p:ext>
            </p:extLst>
          </p:nvPr>
        </p:nvGraphicFramePr>
        <p:xfrm>
          <a:off x="4744646" y="3710580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5" name="Freeform 74"/>
          <p:cNvSpPr/>
          <p:nvPr/>
        </p:nvSpPr>
        <p:spPr>
          <a:xfrm>
            <a:off x="6243021" y="3680642"/>
            <a:ext cx="834048" cy="10046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  <a:gd name="connsiteX0" fmla="*/ 0 w 834048"/>
              <a:gd name="connsiteY0" fmla="*/ 928370 h 1371596"/>
              <a:gd name="connsiteX1" fmla="*/ 352778 w 834048"/>
              <a:gd name="connsiteY1" fmla="*/ 1326101 h 1371596"/>
              <a:gd name="connsiteX2" fmla="*/ 834048 w 834048"/>
              <a:gd name="connsiteY2" fmla="*/ 0 h 1371596"/>
              <a:gd name="connsiteX0" fmla="*/ 0 w 834048"/>
              <a:gd name="connsiteY0" fmla="*/ 928370 h 1143433"/>
              <a:gd name="connsiteX1" fmla="*/ 564458 w 834048"/>
              <a:gd name="connsiteY1" fmla="*/ 1026326 h 1143433"/>
              <a:gd name="connsiteX2" fmla="*/ 834048 w 834048"/>
              <a:gd name="connsiteY2" fmla="*/ 0 h 1143433"/>
              <a:gd name="connsiteX0" fmla="*/ 0 w 834048"/>
              <a:gd name="connsiteY0" fmla="*/ 928370 h 1320611"/>
              <a:gd name="connsiteX1" fmla="*/ 564458 w 834048"/>
              <a:gd name="connsiteY1" fmla="*/ 1026326 h 1320611"/>
              <a:gd name="connsiteX2" fmla="*/ 834048 w 834048"/>
              <a:gd name="connsiteY2" fmla="*/ 0 h 1320611"/>
              <a:gd name="connsiteX0" fmla="*/ 0 w 834048"/>
              <a:gd name="connsiteY0" fmla="*/ 928370 h 1320611"/>
              <a:gd name="connsiteX1" fmla="*/ 564458 w 834048"/>
              <a:gd name="connsiteY1" fmla="*/ 1026326 h 1320611"/>
              <a:gd name="connsiteX2" fmla="*/ 834048 w 834048"/>
              <a:gd name="connsiteY2" fmla="*/ 0 h 1320611"/>
              <a:gd name="connsiteX0" fmla="*/ 0 w 834048"/>
              <a:gd name="connsiteY0" fmla="*/ 928370 h 1320611"/>
              <a:gd name="connsiteX1" fmla="*/ 564458 w 834048"/>
              <a:gd name="connsiteY1" fmla="*/ 1026326 h 1320611"/>
              <a:gd name="connsiteX2" fmla="*/ 834048 w 834048"/>
              <a:gd name="connsiteY2" fmla="*/ 0 h 1320611"/>
              <a:gd name="connsiteX0" fmla="*/ 0 w 834048"/>
              <a:gd name="connsiteY0" fmla="*/ 928370 h 1227326"/>
              <a:gd name="connsiteX1" fmla="*/ 564458 w 834048"/>
              <a:gd name="connsiteY1" fmla="*/ 1026326 h 1227326"/>
              <a:gd name="connsiteX2" fmla="*/ 834048 w 834048"/>
              <a:gd name="connsiteY2" fmla="*/ 0 h 1227326"/>
              <a:gd name="connsiteX0" fmla="*/ 0 w 834048"/>
              <a:gd name="connsiteY0" fmla="*/ 928370 h 1215049"/>
              <a:gd name="connsiteX1" fmla="*/ 564458 w 834048"/>
              <a:gd name="connsiteY1" fmla="*/ 1026326 h 1215049"/>
              <a:gd name="connsiteX2" fmla="*/ 834048 w 834048"/>
              <a:gd name="connsiteY2" fmla="*/ 0 h 1215049"/>
              <a:gd name="connsiteX0" fmla="*/ 0 w 834048"/>
              <a:gd name="connsiteY0" fmla="*/ 928370 h 1110911"/>
              <a:gd name="connsiteX1" fmla="*/ 497612 w 834048"/>
              <a:gd name="connsiteY1" fmla="*/ 826474 h 1110911"/>
              <a:gd name="connsiteX2" fmla="*/ 834048 w 834048"/>
              <a:gd name="connsiteY2" fmla="*/ 0 h 1110911"/>
              <a:gd name="connsiteX0" fmla="*/ 0 w 834048"/>
              <a:gd name="connsiteY0" fmla="*/ 928370 h 1273140"/>
              <a:gd name="connsiteX1" fmla="*/ 285932 w 834048"/>
              <a:gd name="connsiteY1" fmla="*/ 1111976 h 1273140"/>
              <a:gd name="connsiteX2" fmla="*/ 834048 w 834048"/>
              <a:gd name="connsiteY2" fmla="*/ 0 h 1273140"/>
              <a:gd name="connsiteX0" fmla="*/ 0 w 834048"/>
              <a:gd name="connsiteY0" fmla="*/ 928370 h 1140984"/>
              <a:gd name="connsiteX1" fmla="*/ 285932 w 834048"/>
              <a:gd name="connsiteY1" fmla="*/ 1111976 h 1140984"/>
              <a:gd name="connsiteX2" fmla="*/ 834048 w 834048"/>
              <a:gd name="connsiteY2" fmla="*/ 0 h 1140984"/>
              <a:gd name="connsiteX0" fmla="*/ 0 w 834048"/>
              <a:gd name="connsiteY0" fmla="*/ 928370 h 1287443"/>
              <a:gd name="connsiteX1" fmla="*/ 363920 w 834048"/>
              <a:gd name="connsiteY1" fmla="*/ 1283277 h 1287443"/>
              <a:gd name="connsiteX2" fmla="*/ 834048 w 834048"/>
              <a:gd name="connsiteY2" fmla="*/ 0 h 128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4048" h="1287443">
                <a:moveTo>
                  <a:pt x="0" y="928370"/>
                </a:moveTo>
                <a:cubicBezTo>
                  <a:pt x="91722" y="1214120"/>
                  <a:pt x="191489" y="1309531"/>
                  <a:pt x="363920" y="1283277"/>
                </a:cubicBezTo>
                <a:cubicBezTo>
                  <a:pt x="536351" y="1257023"/>
                  <a:pt x="806323" y="298630"/>
                  <a:pt x="834048" y="0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reeform 79"/>
          <p:cNvSpPr/>
          <p:nvPr/>
        </p:nvSpPr>
        <p:spPr>
          <a:xfrm>
            <a:off x="1777341" y="3707705"/>
            <a:ext cx="3258404" cy="679533"/>
          </a:xfrm>
          <a:custGeom>
            <a:avLst/>
            <a:gdLst>
              <a:gd name="connsiteX0" fmla="*/ 83211 w 3258404"/>
              <a:gd name="connsiteY0" fmla="*/ 0 h 679533"/>
              <a:gd name="connsiteX1" fmla="*/ 406301 w 3258404"/>
              <a:gd name="connsiteY1" fmla="*/ 345336 h 679533"/>
              <a:gd name="connsiteX2" fmla="*/ 3258404 w 3258404"/>
              <a:gd name="connsiteY2" fmla="*/ 679533 h 679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8404" h="679533">
                <a:moveTo>
                  <a:pt x="83211" y="0"/>
                </a:moveTo>
                <a:cubicBezTo>
                  <a:pt x="-19844" y="116040"/>
                  <a:pt x="-122898" y="232081"/>
                  <a:pt x="406301" y="345336"/>
                </a:cubicBezTo>
                <a:cubicBezTo>
                  <a:pt x="935500" y="458592"/>
                  <a:pt x="2588086" y="675820"/>
                  <a:pt x="3258404" y="679533"/>
                </a:cubicBezTo>
              </a:path>
            </a:pathLst>
          </a:custGeom>
          <a:ln>
            <a:solidFill>
              <a:schemeClr val="tx1"/>
            </a:solidFill>
            <a:headEnd type="arrow" w="lg" len="lg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itle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dll5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9399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121311300"/>
              </p:ext>
            </p:extLst>
          </p:nvPr>
        </p:nvGraphicFramePr>
        <p:xfrm>
          <a:off x="280339" y="427929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924191080"/>
              </p:ext>
            </p:extLst>
          </p:nvPr>
        </p:nvGraphicFramePr>
        <p:xfrm>
          <a:off x="280340" y="3870807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84784554"/>
              </p:ext>
            </p:extLst>
          </p:nvPr>
        </p:nvGraphicFramePr>
        <p:xfrm>
          <a:off x="2512492" y="427929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‘a’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59680155"/>
              </p:ext>
            </p:extLst>
          </p:nvPr>
        </p:nvGraphicFramePr>
        <p:xfrm>
          <a:off x="2512493" y="3870807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55523143"/>
              </p:ext>
            </p:extLst>
          </p:nvPr>
        </p:nvGraphicFramePr>
        <p:xfrm>
          <a:off x="4744646" y="427929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‘b’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75304967"/>
              </p:ext>
            </p:extLst>
          </p:nvPr>
        </p:nvGraphicFramePr>
        <p:xfrm>
          <a:off x="4744647" y="3870807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947261679"/>
              </p:ext>
            </p:extLst>
          </p:nvPr>
        </p:nvGraphicFramePr>
        <p:xfrm>
          <a:off x="6976799" y="427929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32878876"/>
              </p:ext>
            </p:extLst>
          </p:nvPr>
        </p:nvGraphicFramePr>
        <p:xfrm>
          <a:off x="6976800" y="3870807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" name="Freeform 34"/>
          <p:cNvSpPr/>
          <p:nvPr/>
        </p:nvSpPr>
        <p:spPr>
          <a:xfrm>
            <a:off x="1778715" y="4568930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5"/>
          <p:cNvSpPr/>
          <p:nvPr/>
        </p:nvSpPr>
        <p:spPr>
          <a:xfrm rot="10800000">
            <a:off x="4330496" y="4213266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4010868" y="4566086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/>
          <p:cNvSpPr/>
          <p:nvPr/>
        </p:nvSpPr>
        <p:spPr>
          <a:xfrm rot="10800000">
            <a:off x="6562650" y="4213266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8"/>
          <p:cNvSpPr/>
          <p:nvPr/>
        </p:nvSpPr>
        <p:spPr>
          <a:xfrm>
            <a:off x="6243022" y="4566086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280339" y="4281706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280339" y="4281706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886030" y="4281706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886030" y="4281706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8200252" y="4281706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8200252" y="4281706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7594561" y="427721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7594561" y="427721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51268104"/>
              </p:ext>
            </p:extLst>
          </p:nvPr>
        </p:nvGraphicFramePr>
        <p:xfrm>
          <a:off x="3036280" y="6261590"/>
          <a:ext cx="2027994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8"/>
                <a:gridCol w="675998"/>
                <a:gridCol w="675998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start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point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end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72600470"/>
              </p:ext>
            </p:extLst>
          </p:nvPr>
        </p:nvGraphicFramePr>
        <p:xfrm>
          <a:off x="2996872" y="5731914"/>
          <a:ext cx="2027994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8"/>
                <a:gridCol w="675998"/>
                <a:gridCol w="675998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55" name="Elbow Connector 54"/>
          <p:cNvCxnSpPr>
            <a:endCxn id="4" idx="2"/>
          </p:cNvCxnSpPr>
          <p:nvPr/>
        </p:nvCxnSpPr>
        <p:spPr>
          <a:xfrm rot="10800000">
            <a:off x="1189341" y="4808974"/>
            <a:ext cx="2141839" cy="1208776"/>
          </a:xfrm>
          <a:prstGeom prst="bentConnector2">
            <a:avLst/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/>
          <p:cNvCxnSpPr>
            <a:endCxn id="12" idx="2"/>
          </p:cNvCxnSpPr>
          <p:nvPr/>
        </p:nvCxnSpPr>
        <p:spPr>
          <a:xfrm rot="16200000" flipV="1">
            <a:off x="3112209" y="5118259"/>
            <a:ext cx="1207945" cy="589375"/>
          </a:xfrm>
          <a:prstGeom prst="bentConnector3">
            <a:avLst/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endCxn id="16" idx="2"/>
          </p:cNvCxnSpPr>
          <p:nvPr/>
        </p:nvCxnSpPr>
        <p:spPr>
          <a:xfrm flipV="1">
            <a:off x="4744647" y="4808974"/>
            <a:ext cx="3141153" cy="1208776"/>
          </a:xfrm>
          <a:prstGeom prst="bentConnector2">
            <a:avLst/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647210869"/>
              </p:ext>
            </p:extLst>
          </p:nvPr>
        </p:nvGraphicFramePr>
        <p:xfrm>
          <a:off x="4744647" y="3261634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‘b’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08190020"/>
              </p:ext>
            </p:extLst>
          </p:nvPr>
        </p:nvGraphicFramePr>
        <p:xfrm>
          <a:off x="4744648" y="2853143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32" name="Elbow Connector 31"/>
          <p:cNvCxnSpPr>
            <a:endCxn id="16" idx="3"/>
          </p:cNvCxnSpPr>
          <p:nvPr/>
        </p:nvCxnSpPr>
        <p:spPr>
          <a:xfrm>
            <a:off x="6243023" y="3536785"/>
            <a:ext cx="2551779" cy="1007351"/>
          </a:xfrm>
          <a:prstGeom prst="bentConnector3">
            <a:avLst>
              <a:gd name="adj1" fmla="val 108958"/>
            </a:avLst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endCxn id="4" idx="1"/>
          </p:cNvCxnSpPr>
          <p:nvPr/>
        </p:nvCxnSpPr>
        <p:spPr>
          <a:xfrm rot="10800000" flipV="1">
            <a:off x="280339" y="3536784"/>
            <a:ext cx="4744528" cy="1007351"/>
          </a:xfrm>
          <a:prstGeom prst="bentConnector3">
            <a:avLst>
              <a:gd name="adj1" fmla="val 104818"/>
            </a:avLst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/>
          <p:cNvCxnSpPr/>
          <p:nvPr/>
        </p:nvCxnSpPr>
        <p:spPr>
          <a:xfrm flipV="1">
            <a:off x="2824953" y="3706458"/>
            <a:ext cx="1919693" cy="840086"/>
          </a:xfrm>
          <a:prstGeom prst="bentConnector3">
            <a:avLst>
              <a:gd name="adj1" fmla="val -20487"/>
            </a:avLst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itle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dll6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9399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121311300"/>
              </p:ext>
            </p:extLst>
          </p:nvPr>
        </p:nvGraphicFramePr>
        <p:xfrm>
          <a:off x="280339" y="405069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924191080"/>
              </p:ext>
            </p:extLst>
          </p:nvPr>
        </p:nvGraphicFramePr>
        <p:xfrm>
          <a:off x="280340" y="3642207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84784554"/>
              </p:ext>
            </p:extLst>
          </p:nvPr>
        </p:nvGraphicFramePr>
        <p:xfrm>
          <a:off x="2512492" y="405069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‘a’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59680155"/>
              </p:ext>
            </p:extLst>
          </p:nvPr>
        </p:nvGraphicFramePr>
        <p:xfrm>
          <a:off x="2512493" y="3642207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55523143"/>
              </p:ext>
            </p:extLst>
          </p:nvPr>
        </p:nvGraphicFramePr>
        <p:xfrm>
          <a:off x="4744646" y="405069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‘b’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75304967"/>
              </p:ext>
            </p:extLst>
          </p:nvPr>
        </p:nvGraphicFramePr>
        <p:xfrm>
          <a:off x="4744647" y="3642207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947261679"/>
              </p:ext>
            </p:extLst>
          </p:nvPr>
        </p:nvGraphicFramePr>
        <p:xfrm>
          <a:off x="6976799" y="405069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32878876"/>
              </p:ext>
            </p:extLst>
          </p:nvPr>
        </p:nvGraphicFramePr>
        <p:xfrm>
          <a:off x="6976800" y="3642207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" name="Freeform 34"/>
          <p:cNvSpPr/>
          <p:nvPr/>
        </p:nvSpPr>
        <p:spPr>
          <a:xfrm>
            <a:off x="1778715" y="4340330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5"/>
          <p:cNvSpPr/>
          <p:nvPr/>
        </p:nvSpPr>
        <p:spPr>
          <a:xfrm rot="10800000">
            <a:off x="4330496" y="3984666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4010868" y="4337486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/>
          <p:cNvSpPr/>
          <p:nvPr/>
        </p:nvSpPr>
        <p:spPr>
          <a:xfrm rot="10800000">
            <a:off x="6562650" y="3984666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8"/>
          <p:cNvSpPr/>
          <p:nvPr/>
        </p:nvSpPr>
        <p:spPr>
          <a:xfrm>
            <a:off x="6243022" y="4337486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280339" y="4053106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280339" y="4053106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886030" y="4053106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886030" y="4053106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8200252" y="4053106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8200252" y="4053106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7594561" y="404861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7594561" y="4048617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51268104"/>
              </p:ext>
            </p:extLst>
          </p:nvPr>
        </p:nvGraphicFramePr>
        <p:xfrm>
          <a:off x="3036280" y="6032990"/>
          <a:ext cx="2027994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8"/>
                <a:gridCol w="675998"/>
                <a:gridCol w="675998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start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point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end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72600470"/>
              </p:ext>
            </p:extLst>
          </p:nvPr>
        </p:nvGraphicFramePr>
        <p:xfrm>
          <a:off x="2996872" y="5503314"/>
          <a:ext cx="2027994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8"/>
                <a:gridCol w="675998"/>
                <a:gridCol w="675998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55" name="Elbow Connector 54"/>
          <p:cNvCxnSpPr>
            <a:endCxn id="4" idx="2"/>
          </p:cNvCxnSpPr>
          <p:nvPr/>
        </p:nvCxnSpPr>
        <p:spPr>
          <a:xfrm rot="10800000">
            <a:off x="1189341" y="4580374"/>
            <a:ext cx="2141839" cy="1208776"/>
          </a:xfrm>
          <a:prstGeom prst="bentConnector2">
            <a:avLst/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/>
          <p:cNvCxnSpPr>
            <a:endCxn id="12" idx="2"/>
          </p:cNvCxnSpPr>
          <p:nvPr/>
        </p:nvCxnSpPr>
        <p:spPr>
          <a:xfrm rot="16200000" flipV="1">
            <a:off x="3112209" y="4889659"/>
            <a:ext cx="1207945" cy="589375"/>
          </a:xfrm>
          <a:prstGeom prst="bentConnector3">
            <a:avLst/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endCxn id="16" idx="2"/>
          </p:cNvCxnSpPr>
          <p:nvPr/>
        </p:nvCxnSpPr>
        <p:spPr>
          <a:xfrm flipV="1">
            <a:off x="4744647" y="4580374"/>
            <a:ext cx="3141153" cy="1208776"/>
          </a:xfrm>
          <a:prstGeom prst="bentConnector2">
            <a:avLst/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647210869"/>
              </p:ext>
            </p:extLst>
          </p:nvPr>
        </p:nvGraphicFramePr>
        <p:xfrm>
          <a:off x="4744647" y="3033034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‘b’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08190020"/>
              </p:ext>
            </p:extLst>
          </p:nvPr>
        </p:nvGraphicFramePr>
        <p:xfrm>
          <a:off x="4744648" y="2624543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32" name="Elbow Connector 31"/>
          <p:cNvCxnSpPr>
            <a:endCxn id="16" idx="3"/>
          </p:cNvCxnSpPr>
          <p:nvPr/>
        </p:nvCxnSpPr>
        <p:spPr>
          <a:xfrm>
            <a:off x="6243023" y="3308185"/>
            <a:ext cx="2551779" cy="1007351"/>
          </a:xfrm>
          <a:prstGeom prst="bentConnector3">
            <a:avLst>
              <a:gd name="adj1" fmla="val 108958"/>
            </a:avLst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endCxn id="4" idx="1"/>
          </p:cNvCxnSpPr>
          <p:nvPr/>
        </p:nvCxnSpPr>
        <p:spPr>
          <a:xfrm rot="10800000" flipV="1">
            <a:off x="280339" y="3308184"/>
            <a:ext cx="4744528" cy="1007351"/>
          </a:xfrm>
          <a:prstGeom prst="bentConnector3">
            <a:avLst>
              <a:gd name="adj1" fmla="val 104818"/>
            </a:avLst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/>
          <p:cNvCxnSpPr/>
          <p:nvPr/>
        </p:nvCxnSpPr>
        <p:spPr>
          <a:xfrm flipV="1">
            <a:off x="2824953" y="3477858"/>
            <a:ext cx="1919693" cy="840086"/>
          </a:xfrm>
          <a:prstGeom prst="bentConnector3">
            <a:avLst>
              <a:gd name="adj1" fmla="val -20487"/>
            </a:avLst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itle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dll7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9399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121311300"/>
              </p:ext>
            </p:extLst>
          </p:nvPr>
        </p:nvGraphicFramePr>
        <p:xfrm>
          <a:off x="280339" y="4245555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924191080"/>
              </p:ext>
            </p:extLst>
          </p:nvPr>
        </p:nvGraphicFramePr>
        <p:xfrm>
          <a:off x="280340" y="3837064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84784554"/>
              </p:ext>
            </p:extLst>
          </p:nvPr>
        </p:nvGraphicFramePr>
        <p:xfrm>
          <a:off x="2512492" y="4245555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‘a’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59680155"/>
              </p:ext>
            </p:extLst>
          </p:nvPr>
        </p:nvGraphicFramePr>
        <p:xfrm>
          <a:off x="2512493" y="3837064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55523143"/>
              </p:ext>
            </p:extLst>
          </p:nvPr>
        </p:nvGraphicFramePr>
        <p:xfrm>
          <a:off x="4744646" y="4245555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‘b’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75304967"/>
              </p:ext>
            </p:extLst>
          </p:nvPr>
        </p:nvGraphicFramePr>
        <p:xfrm>
          <a:off x="4744647" y="3837064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947261679"/>
              </p:ext>
            </p:extLst>
          </p:nvPr>
        </p:nvGraphicFramePr>
        <p:xfrm>
          <a:off x="6976799" y="4245555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32878876"/>
              </p:ext>
            </p:extLst>
          </p:nvPr>
        </p:nvGraphicFramePr>
        <p:xfrm>
          <a:off x="6976800" y="3837064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6" name="Freeform 35"/>
          <p:cNvSpPr/>
          <p:nvPr/>
        </p:nvSpPr>
        <p:spPr>
          <a:xfrm rot="10800000">
            <a:off x="4330496" y="4179523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4010868" y="4532343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8"/>
          <p:cNvSpPr/>
          <p:nvPr/>
        </p:nvSpPr>
        <p:spPr>
          <a:xfrm>
            <a:off x="6243022" y="4532343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280339" y="4247963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280339" y="4247963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886030" y="4247963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886030" y="4247963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8200252" y="4247963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8200252" y="4247963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7594561" y="4243474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7594561" y="4243474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51268104"/>
              </p:ext>
            </p:extLst>
          </p:nvPr>
        </p:nvGraphicFramePr>
        <p:xfrm>
          <a:off x="3036280" y="6227847"/>
          <a:ext cx="2027994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8"/>
                <a:gridCol w="675998"/>
                <a:gridCol w="675998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start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point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end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72600470"/>
              </p:ext>
            </p:extLst>
          </p:nvPr>
        </p:nvGraphicFramePr>
        <p:xfrm>
          <a:off x="2996872" y="5698171"/>
          <a:ext cx="2027994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8"/>
                <a:gridCol w="675998"/>
                <a:gridCol w="675998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55" name="Elbow Connector 54"/>
          <p:cNvCxnSpPr>
            <a:endCxn id="4" idx="2"/>
          </p:cNvCxnSpPr>
          <p:nvPr/>
        </p:nvCxnSpPr>
        <p:spPr>
          <a:xfrm rot="10800000">
            <a:off x="1189341" y="4775231"/>
            <a:ext cx="2141839" cy="1208776"/>
          </a:xfrm>
          <a:prstGeom prst="bentConnector2">
            <a:avLst/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/>
          <p:cNvCxnSpPr>
            <a:endCxn id="12" idx="2"/>
          </p:cNvCxnSpPr>
          <p:nvPr/>
        </p:nvCxnSpPr>
        <p:spPr>
          <a:xfrm rot="16200000" flipV="1">
            <a:off x="3112209" y="5084516"/>
            <a:ext cx="1207945" cy="589375"/>
          </a:xfrm>
          <a:prstGeom prst="bentConnector3">
            <a:avLst/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endCxn id="16" idx="2"/>
          </p:cNvCxnSpPr>
          <p:nvPr/>
        </p:nvCxnSpPr>
        <p:spPr>
          <a:xfrm flipV="1">
            <a:off x="4744647" y="4775231"/>
            <a:ext cx="3141153" cy="1208776"/>
          </a:xfrm>
          <a:prstGeom prst="bentConnector2">
            <a:avLst/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647210869"/>
              </p:ext>
            </p:extLst>
          </p:nvPr>
        </p:nvGraphicFramePr>
        <p:xfrm>
          <a:off x="4744647" y="3227891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‘b’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08190020"/>
              </p:ext>
            </p:extLst>
          </p:nvPr>
        </p:nvGraphicFramePr>
        <p:xfrm>
          <a:off x="4744648" y="2819400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32" name="Elbow Connector 31"/>
          <p:cNvCxnSpPr>
            <a:endCxn id="16" idx="3"/>
          </p:cNvCxnSpPr>
          <p:nvPr/>
        </p:nvCxnSpPr>
        <p:spPr>
          <a:xfrm>
            <a:off x="6243023" y="3503042"/>
            <a:ext cx="2551779" cy="1007351"/>
          </a:xfrm>
          <a:prstGeom prst="bentConnector3">
            <a:avLst>
              <a:gd name="adj1" fmla="val 108958"/>
            </a:avLst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endCxn id="4" idx="1"/>
          </p:cNvCxnSpPr>
          <p:nvPr/>
        </p:nvCxnSpPr>
        <p:spPr>
          <a:xfrm rot="10800000" flipV="1">
            <a:off x="280339" y="3503041"/>
            <a:ext cx="4744528" cy="1007351"/>
          </a:xfrm>
          <a:prstGeom prst="bentConnector3">
            <a:avLst>
              <a:gd name="adj1" fmla="val 104818"/>
            </a:avLst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/>
          <p:cNvCxnSpPr/>
          <p:nvPr/>
        </p:nvCxnSpPr>
        <p:spPr>
          <a:xfrm rot="10800000">
            <a:off x="6562652" y="3651769"/>
            <a:ext cx="904239" cy="838242"/>
          </a:xfrm>
          <a:prstGeom prst="bentConnector3">
            <a:avLst>
              <a:gd name="adj1" fmla="val 65605"/>
            </a:avLst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/>
          <p:cNvSpPr/>
          <p:nvPr/>
        </p:nvSpPr>
        <p:spPr>
          <a:xfrm rot="10800000" flipV="1">
            <a:off x="2098342" y="4548074"/>
            <a:ext cx="706917" cy="260349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Elbow Connector 41"/>
          <p:cNvCxnSpPr/>
          <p:nvPr/>
        </p:nvCxnSpPr>
        <p:spPr>
          <a:xfrm flipV="1">
            <a:off x="1804566" y="3651769"/>
            <a:ext cx="2940080" cy="880574"/>
          </a:xfrm>
          <a:prstGeom prst="bentConnector3">
            <a:avLst>
              <a:gd name="adj1" fmla="val 18004"/>
            </a:avLst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itle 3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dll8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9399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75278575"/>
              </p:ext>
            </p:extLst>
          </p:nvPr>
        </p:nvGraphicFramePr>
        <p:xfrm>
          <a:off x="456368" y="4989113"/>
          <a:ext cx="8353512" cy="369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</a:tblGrid>
              <a:tr h="36914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7308" y="6031468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0x50409C</a:t>
            </a:r>
            <a:endParaRPr lang="en-US" dirty="0"/>
          </a:p>
        </p:txBody>
      </p:sp>
      <p:cxnSp>
        <p:nvCxnSpPr>
          <p:cNvPr id="8" name="Straight Arrow Connector 7"/>
          <p:cNvCxnSpPr>
            <a:stCxn id="6" idx="0"/>
          </p:cNvCxnSpPr>
          <p:nvPr/>
        </p:nvCxnSpPr>
        <p:spPr>
          <a:xfrm flipV="1">
            <a:off x="657718" y="5368798"/>
            <a:ext cx="1" cy="662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46989" y="5999202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0x5040A4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8" idx="0"/>
          </p:cNvCxnSpPr>
          <p:nvPr/>
        </p:nvCxnSpPr>
        <p:spPr>
          <a:xfrm flipV="1">
            <a:off x="3407399" y="5336532"/>
            <a:ext cx="1" cy="662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33071" y="6009673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0x5040AC</a:t>
            </a:r>
            <a:endParaRPr lang="en-US" dirty="0"/>
          </a:p>
        </p:txBody>
      </p:sp>
      <p:cxnSp>
        <p:nvCxnSpPr>
          <p:cNvPr id="21" name="Straight Arrow Connector 20"/>
          <p:cNvCxnSpPr>
            <a:stCxn id="20" idx="0"/>
          </p:cNvCxnSpPr>
          <p:nvPr/>
        </p:nvCxnSpPr>
        <p:spPr>
          <a:xfrm flipV="1">
            <a:off x="6199893" y="5347003"/>
            <a:ext cx="0" cy="662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032776" y="5629870"/>
            <a:ext cx="1112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mtClean="0"/>
              <a:t>0x5040B0</a:t>
            </a:r>
            <a:endParaRPr lang="en-US" dirty="0"/>
          </a:p>
        </p:txBody>
      </p:sp>
      <p:cxnSp>
        <p:nvCxnSpPr>
          <p:cNvPr id="23" name="Straight Arrow Connector 22"/>
          <p:cNvCxnSpPr>
            <a:stCxn id="22" idx="0"/>
          </p:cNvCxnSpPr>
          <p:nvPr/>
        </p:nvCxnSpPr>
        <p:spPr>
          <a:xfrm flipV="1">
            <a:off x="7588859" y="5368798"/>
            <a:ext cx="0" cy="261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225687" y="559760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0x5040A8</a:t>
            </a:r>
            <a:endParaRPr lang="en-US" dirty="0"/>
          </a:p>
        </p:txBody>
      </p:sp>
      <p:cxnSp>
        <p:nvCxnSpPr>
          <p:cNvPr id="26" name="Straight Arrow Connector 25"/>
          <p:cNvCxnSpPr>
            <a:stCxn id="25" idx="0"/>
          </p:cNvCxnSpPr>
          <p:nvPr/>
        </p:nvCxnSpPr>
        <p:spPr>
          <a:xfrm flipV="1">
            <a:off x="4786097" y="5336532"/>
            <a:ext cx="1" cy="261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447790" y="5634394"/>
            <a:ext cx="1120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0x5040A0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7" idx="0"/>
          </p:cNvCxnSpPr>
          <p:nvPr/>
        </p:nvCxnSpPr>
        <p:spPr>
          <a:xfrm flipV="1">
            <a:off x="2007874" y="5373322"/>
            <a:ext cx="1" cy="261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2329" y="5003990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8809880" y="4999466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39808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Left Brace 31"/>
          <p:cNvSpPr/>
          <p:nvPr/>
        </p:nvSpPr>
        <p:spPr>
          <a:xfrm rot="5400000">
            <a:off x="3451705" y="3688915"/>
            <a:ext cx="285949" cy="277164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Left Brace 32"/>
          <p:cNvSpPr/>
          <p:nvPr/>
        </p:nvSpPr>
        <p:spPr>
          <a:xfrm rot="5400000">
            <a:off x="1864303" y="4916584"/>
            <a:ext cx="300827" cy="33119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39011045"/>
              </p:ext>
            </p:extLst>
          </p:nvPr>
        </p:nvGraphicFramePr>
        <p:xfrm>
          <a:off x="456368" y="5217713"/>
          <a:ext cx="8353512" cy="369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</a:tblGrid>
              <a:tr h="36914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7308" y="6260068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0x50409C</a:t>
            </a:r>
            <a:endParaRPr lang="en-US" dirty="0"/>
          </a:p>
        </p:txBody>
      </p:sp>
      <p:cxnSp>
        <p:nvCxnSpPr>
          <p:cNvPr id="8" name="Straight Arrow Connector 7"/>
          <p:cNvCxnSpPr>
            <a:stCxn id="6" idx="0"/>
          </p:cNvCxnSpPr>
          <p:nvPr/>
        </p:nvCxnSpPr>
        <p:spPr>
          <a:xfrm flipV="1">
            <a:off x="657718" y="5597398"/>
            <a:ext cx="1" cy="662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46989" y="6227802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0x5040A4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8" idx="0"/>
          </p:cNvCxnSpPr>
          <p:nvPr/>
        </p:nvCxnSpPr>
        <p:spPr>
          <a:xfrm flipV="1">
            <a:off x="3407399" y="5565132"/>
            <a:ext cx="1" cy="662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33071" y="6238273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0x5040AC</a:t>
            </a:r>
            <a:endParaRPr lang="en-US" dirty="0"/>
          </a:p>
        </p:txBody>
      </p:sp>
      <p:cxnSp>
        <p:nvCxnSpPr>
          <p:cNvPr id="21" name="Straight Arrow Connector 20"/>
          <p:cNvCxnSpPr>
            <a:stCxn id="20" idx="0"/>
          </p:cNvCxnSpPr>
          <p:nvPr/>
        </p:nvCxnSpPr>
        <p:spPr>
          <a:xfrm flipV="1">
            <a:off x="6199893" y="5575603"/>
            <a:ext cx="0" cy="662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032776" y="5858470"/>
            <a:ext cx="1112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0x5040B0</a:t>
            </a:r>
            <a:endParaRPr lang="en-US" dirty="0"/>
          </a:p>
        </p:txBody>
      </p:sp>
      <p:cxnSp>
        <p:nvCxnSpPr>
          <p:cNvPr id="23" name="Straight Arrow Connector 22"/>
          <p:cNvCxnSpPr>
            <a:stCxn id="22" idx="0"/>
          </p:cNvCxnSpPr>
          <p:nvPr/>
        </p:nvCxnSpPr>
        <p:spPr>
          <a:xfrm flipV="1">
            <a:off x="7588859" y="5597398"/>
            <a:ext cx="0" cy="261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225687" y="582620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0x5040A8</a:t>
            </a:r>
            <a:endParaRPr lang="en-US" dirty="0"/>
          </a:p>
        </p:txBody>
      </p:sp>
      <p:cxnSp>
        <p:nvCxnSpPr>
          <p:cNvPr id="26" name="Straight Arrow Connector 25"/>
          <p:cNvCxnSpPr>
            <a:stCxn id="25" idx="0"/>
          </p:cNvCxnSpPr>
          <p:nvPr/>
        </p:nvCxnSpPr>
        <p:spPr>
          <a:xfrm flipV="1">
            <a:off x="4786097" y="5565132"/>
            <a:ext cx="1" cy="261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447790" y="5862994"/>
            <a:ext cx="1120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0x5040A0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7" idx="0"/>
          </p:cNvCxnSpPr>
          <p:nvPr/>
        </p:nvCxnSpPr>
        <p:spPr>
          <a:xfrm flipV="1">
            <a:off x="2007874" y="5601922"/>
            <a:ext cx="1" cy="261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2329" y="5232590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8809880" y="5228066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705674" y="4562432"/>
            <a:ext cx="60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3318805" y="4562432"/>
            <a:ext cx="598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next</a:t>
            </a:r>
            <a:endParaRPr lang="en-US" dirty="0"/>
          </a:p>
        </p:txBody>
      </p:sp>
      <p:sp>
        <p:nvSpPr>
          <p:cNvPr id="24" name="Left Brace 23"/>
          <p:cNvSpPr/>
          <p:nvPr/>
        </p:nvSpPr>
        <p:spPr>
          <a:xfrm rot="5400000">
            <a:off x="6058243" y="3868905"/>
            <a:ext cx="271067" cy="240622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5728907" y="4567154"/>
            <a:ext cx="94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padding</a:t>
            </a:r>
            <a:endParaRPr lang="en-US" dirty="0"/>
          </a:p>
        </p:txBody>
      </p:sp>
      <p:sp>
        <p:nvSpPr>
          <p:cNvPr id="36" name="Title 3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39808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Left Brace 32"/>
          <p:cNvSpPr/>
          <p:nvPr/>
        </p:nvSpPr>
        <p:spPr>
          <a:xfrm rot="5400000">
            <a:off x="2389587" y="4238900"/>
            <a:ext cx="300827" cy="138176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39011045"/>
              </p:ext>
            </p:extLst>
          </p:nvPr>
        </p:nvGraphicFramePr>
        <p:xfrm>
          <a:off x="456368" y="5065313"/>
          <a:ext cx="8353512" cy="369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</a:tblGrid>
              <a:tr h="36914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7308" y="6107668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0x50409C</a:t>
            </a:r>
            <a:endParaRPr lang="en-US" dirty="0"/>
          </a:p>
        </p:txBody>
      </p:sp>
      <p:cxnSp>
        <p:nvCxnSpPr>
          <p:cNvPr id="8" name="Straight Arrow Connector 7"/>
          <p:cNvCxnSpPr>
            <a:stCxn id="6" idx="0"/>
          </p:cNvCxnSpPr>
          <p:nvPr/>
        </p:nvCxnSpPr>
        <p:spPr>
          <a:xfrm flipV="1">
            <a:off x="657718" y="5444998"/>
            <a:ext cx="1" cy="662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46989" y="6075402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0x5040A4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8" idx="0"/>
          </p:cNvCxnSpPr>
          <p:nvPr/>
        </p:nvCxnSpPr>
        <p:spPr>
          <a:xfrm flipV="1">
            <a:off x="3407399" y="5412732"/>
            <a:ext cx="1" cy="662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33071" y="6085873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0x5040AC</a:t>
            </a:r>
            <a:endParaRPr lang="en-US" dirty="0"/>
          </a:p>
        </p:txBody>
      </p:sp>
      <p:cxnSp>
        <p:nvCxnSpPr>
          <p:cNvPr id="21" name="Straight Arrow Connector 20"/>
          <p:cNvCxnSpPr>
            <a:stCxn id="20" idx="0"/>
          </p:cNvCxnSpPr>
          <p:nvPr/>
        </p:nvCxnSpPr>
        <p:spPr>
          <a:xfrm flipV="1">
            <a:off x="6199893" y="5423203"/>
            <a:ext cx="0" cy="662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032776" y="5706070"/>
            <a:ext cx="1112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0x5040B0</a:t>
            </a:r>
            <a:endParaRPr lang="en-US" dirty="0"/>
          </a:p>
        </p:txBody>
      </p:sp>
      <p:cxnSp>
        <p:nvCxnSpPr>
          <p:cNvPr id="23" name="Straight Arrow Connector 22"/>
          <p:cNvCxnSpPr>
            <a:stCxn id="22" idx="0"/>
          </p:cNvCxnSpPr>
          <p:nvPr/>
        </p:nvCxnSpPr>
        <p:spPr>
          <a:xfrm flipV="1">
            <a:off x="7588859" y="5444998"/>
            <a:ext cx="0" cy="261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225687" y="567380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0x5040A8</a:t>
            </a:r>
            <a:endParaRPr lang="en-US" dirty="0"/>
          </a:p>
        </p:txBody>
      </p:sp>
      <p:cxnSp>
        <p:nvCxnSpPr>
          <p:cNvPr id="26" name="Straight Arrow Connector 25"/>
          <p:cNvCxnSpPr>
            <a:stCxn id="25" idx="0"/>
          </p:cNvCxnSpPr>
          <p:nvPr/>
        </p:nvCxnSpPr>
        <p:spPr>
          <a:xfrm flipV="1">
            <a:off x="4786097" y="5412732"/>
            <a:ext cx="1" cy="261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447790" y="5710594"/>
            <a:ext cx="1120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0x5040A0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7" idx="0"/>
          </p:cNvCxnSpPr>
          <p:nvPr/>
        </p:nvCxnSpPr>
        <p:spPr>
          <a:xfrm flipV="1">
            <a:off x="2007874" y="5449522"/>
            <a:ext cx="1" cy="261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2329" y="5080190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8809880" y="5075666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2007874" y="4420196"/>
            <a:ext cx="106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count = 7</a:t>
            </a:r>
            <a:endParaRPr lang="en-US" dirty="0"/>
          </a:p>
        </p:txBody>
      </p:sp>
      <p:sp>
        <p:nvSpPr>
          <p:cNvPr id="37" name="Left Brace 36"/>
          <p:cNvSpPr/>
          <p:nvPr/>
        </p:nvSpPr>
        <p:spPr>
          <a:xfrm rot="5400000">
            <a:off x="3807235" y="4213833"/>
            <a:ext cx="300827" cy="138176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3352613" y="4420196"/>
            <a:ext cx="1230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 smtClean="0"/>
              <a:t>elt_size</a:t>
            </a:r>
            <a:r>
              <a:rPr lang="en-US" dirty="0"/>
              <a:t> </a:t>
            </a:r>
            <a:r>
              <a:rPr lang="en-US" dirty="0" smtClean="0"/>
              <a:t>= 1</a:t>
            </a:r>
            <a:endParaRPr lang="en-US" dirty="0"/>
          </a:p>
        </p:txBody>
      </p:sp>
      <p:sp>
        <p:nvSpPr>
          <p:cNvPr id="39" name="Left Brace 38"/>
          <p:cNvSpPr/>
          <p:nvPr/>
        </p:nvSpPr>
        <p:spPr>
          <a:xfrm rot="5400000">
            <a:off x="4657971" y="4740088"/>
            <a:ext cx="300827" cy="31971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Left Brace 41"/>
          <p:cNvSpPr/>
          <p:nvPr/>
        </p:nvSpPr>
        <p:spPr>
          <a:xfrm rot="5400000">
            <a:off x="5008161" y="4740063"/>
            <a:ext cx="300827" cy="31971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Left Brace 42"/>
          <p:cNvSpPr/>
          <p:nvPr/>
        </p:nvSpPr>
        <p:spPr>
          <a:xfrm rot="5400000">
            <a:off x="5355948" y="4740063"/>
            <a:ext cx="300827" cy="31971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Left Brace 43"/>
          <p:cNvSpPr/>
          <p:nvPr/>
        </p:nvSpPr>
        <p:spPr>
          <a:xfrm rot="5400000">
            <a:off x="5695979" y="4740088"/>
            <a:ext cx="300827" cy="31971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Left Brace 44"/>
          <p:cNvSpPr/>
          <p:nvPr/>
        </p:nvSpPr>
        <p:spPr>
          <a:xfrm rot="5400000">
            <a:off x="6049480" y="4744884"/>
            <a:ext cx="300827" cy="31971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Left Brace 45"/>
          <p:cNvSpPr/>
          <p:nvPr/>
        </p:nvSpPr>
        <p:spPr>
          <a:xfrm rot="5400000">
            <a:off x="6389512" y="4740063"/>
            <a:ext cx="300827" cy="31971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Left Brace 46"/>
          <p:cNvSpPr/>
          <p:nvPr/>
        </p:nvSpPr>
        <p:spPr>
          <a:xfrm rot="5400000">
            <a:off x="6732668" y="4740063"/>
            <a:ext cx="300827" cy="31971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5228486" y="4420196"/>
            <a:ext cx="576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A[2]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6589926" y="4428570"/>
            <a:ext cx="576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A[6]</a:t>
            </a:r>
            <a:endParaRPr lang="en-US" dirty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39808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Left Brace 31"/>
          <p:cNvSpPr/>
          <p:nvPr/>
        </p:nvSpPr>
        <p:spPr>
          <a:xfrm rot="5400000">
            <a:off x="3451705" y="3612715"/>
            <a:ext cx="285949" cy="277164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Left Brace 32"/>
          <p:cNvSpPr/>
          <p:nvPr/>
        </p:nvSpPr>
        <p:spPr>
          <a:xfrm rot="5400000">
            <a:off x="1864303" y="4840384"/>
            <a:ext cx="300827" cy="33119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39011045"/>
              </p:ext>
            </p:extLst>
          </p:nvPr>
        </p:nvGraphicFramePr>
        <p:xfrm>
          <a:off x="456368" y="5141513"/>
          <a:ext cx="8353512" cy="369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  <a:gridCol w="348063"/>
              </a:tblGrid>
              <a:tr h="36914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7308" y="6183868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0x50409C</a:t>
            </a:r>
            <a:endParaRPr lang="en-US" dirty="0"/>
          </a:p>
        </p:txBody>
      </p:sp>
      <p:cxnSp>
        <p:nvCxnSpPr>
          <p:cNvPr id="8" name="Straight Arrow Connector 7"/>
          <p:cNvCxnSpPr>
            <a:stCxn id="6" idx="0"/>
          </p:cNvCxnSpPr>
          <p:nvPr/>
        </p:nvCxnSpPr>
        <p:spPr>
          <a:xfrm flipV="1">
            <a:off x="657718" y="5521198"/>
            <a:ext cx="1" cy="662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46989" y="6151602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0x5040A4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8" idx="0"/>
          </p:cNvCxnSpPr>
          <p:nvPr/>
        </p:nvCxnSpPr>
        <p:spPr>
          <a:xfrm flipV="1">
            <a:off x="3407399" y="5488932"/>
            <a:ext cx="1" cy="662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33071" y="6162073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0x5040AC</a:t>
            </a:r>
            <a:endParaRPr lang="en-US" dirty="0"/>
          </a:p>
        </p:txBody>
      </p:sp>
      <p:cxnSp>
        <p:nvCxnSpPr>
          <p:cNvPr id="21" name="Straight Arrow Connector 20"/>
          <p:cNvCxnSpPr>
            <a:stCxn id="20" idx="0"/>
          </p:cNvCxnSpPr>
          <p:nvPr/>
        </p:nvCxnSpPr>
        <p:spPr>
          <a:xfrm flipV="1">
            <a:off x="6199893" y="5499403"/>
            <a:ext cx="0" cy="662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032776" y="5782270"/>
            <a:ext cx="1112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0x5040B0</a:t>
            </a:r>
            <a:endParaRPr lang="en-US" dirty="0"/>
          </a:p>
        </p:txBody>
      </p:sp>
      <p:cxnSp>
        <p:nvCxnSpPr>
          <p:cNvPr id="23" name="Straight Arrow Connector 22"/>
          <p:cNvCxnSpPr>
            <a:stCxn id="22" idx="0"/>
          </p:cNvCxnSpPr>
          <p:nvPr/>
        </p:nvCxnSpPr>
        <p:spPr>
          <a:xfrm flipV="1">
            <a:off x="7588859" y="5521198"/>
            <a:ext cx="0" cy="261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225687" y="575000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0x5040A8</a:t>
            </a:r>
            <a:endParaRPr lang="en-US" dirty="0"/>
          </a:p>
        </p:txBody>
      </p:sp>
      <p:cxnSp>
        <p:nvCxnSpPr>
          <p:cNvPr id="26" name="Straight Arrow Connector 25"/>
          <p:cNvCxnSpPr>
            <a:stCxn id="25" idx="0"/>
          </p:cNvCxnSpPr>
          <p:nvPr/>
        </p:nvCxnSpPr>
        <p:spPr>
          <a:xfrm flipV="1">
            <a:off x="4786097" y="5488932"/>
            <a:ext cx="1" cy="261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447790" y="5786794"/>
            <a:ext cx="1120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0x5040A0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7" idx="0"/>
          </p:cNvCxnSpPr>
          <p:nvPr/>
        </p:nvCxnSpPr>
        <p:spPr>
          <a:xfrm flipV="1">
            <a:off x="2007874" y="5525722"/>
            <a:ext cx="1" cy="261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2329" y="5156390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8809880" y="5151866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705674" y="4486232"/>
            <a:ext cx="60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3318805" y="4486232"/>
            <a:ext cx="598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next</a:t>
            </a:r>
            <a:endParaRPr lang="en-US" dirty="0"/>
          </a:p>
        </p:txBody>
      </p:sp>
      <p:sp>
        <p:nvSpPr>
          <p:cNvPr id="24" name="Left Brace 23"/>
          <p:cNvSpPr/>
          <p:nvPr/>
        </p:nvSpPr>
        <p:spPr>
          <a:xfrm rot="5400000">
            <a:off x="6058243" y="3792705"/>
            <a:ext cx="271067" cy="240622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5287702" y="4490954"/>
            <a:ext cx="1824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padding </a:t>
            </a:r>
            <a:r>
              <a:rPr lang="en-US" smtClean="0"/>
              <a:t>(unused)</a:t>
            </a:r>
            <a:endParaRPr lang="en-US" dirty="0"/>
          </a:p>
        </p:txBody>
      </p:sp>
      <p:sp>
        <p:nvSpPr>
          <p:cNvPr id="36" name="Title 3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39808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</TotalTime>
  <Words>343</Words>
  <Application>Microsoft Macintosh PowerPoint</Application>
  <PresentationFormat>On-screen Show (4:3)</PresentationFormat>
  <Paragraphs>245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Pictures for this Homework</vt:lpstr>
      <vt:lpstr>gapbuf</vt:lpstr>
      <vt:lpstr>dll1</vt:lpstr>
      <vt:lpstr>dll2</vt:lpstr>
      <vt:lpstr>dll3</vt:lpstr>
      <vt:lpstr>dll4</vt:lpstr>
      <vt:lpstr>dll5</vt:lpstr>
      <vt:lpstr>dll6</vt:lpstr>
      <vt:lpstr>dll7</vt:lpstr>
      <vt:lpstr>dll8</vt:lpstr>
      <vt:lpstr>memory1</vt:lpstr>
      <vt:lpstr>memory2</vt:lpstr>
      <vt:lpstr>memory3</vt:lpstr>
      <vt:lpstr>memory4</vt:lpstr>
    </vt:vector>
  </TitlesOfParts>
  <Company>Carnegie Mellon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Frank Pfenning</dc:creator>
  <cp:lastModifiedBy>iliano</cp:lastModifiedBy>
  <cp:revision>74</cp:revision>
  <dcterms:created xsi:type="dcterms:W3CDTF">2011-02-11T13:14:12Z</dcterms:created>
  <dcterms:modified xsi:type="dcterms:W3CDTF">2016-07-19T19:49:52Z</dcterms:modified>
</cp:coreProperties>
</file>