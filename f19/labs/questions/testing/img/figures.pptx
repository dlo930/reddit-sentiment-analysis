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8" r:id="rId2"/>
    <p:sldId id="273" r:id="rId3"/>
    <p:sldId id="272" r:id="rId4"/>
    <p:sldId id="271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122"/>
    <p:restoredTop sz="94651"/>
  </p:normalViewPr>
  <p:slideViewPr>
    <p:cSldViewPr snapToObjects="1">
      <p:cViewPr varScale="1">
        <p:scale>
          <a:sx n="80" d="100"/>
          <a:sy n="80" d="100"/>
        </p:scale>
        <p:origin x="-19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A8F51-48B2-4A54-B8F7-B67A2836F7A7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2015-F8A1-408C-BD74-83FEB1D733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5125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2672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E773-AFD6-1F41-B544-3BE70B961224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Pictures for this Homework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right-click ‘</a:t>
            </a:r>
            <a:r>
              <a:rPr lang="en-US" i="1" dirty="0">
                <a:solidFill>
                  <a:schemeClr val="tx1"/>
                </a:solidFill>
              </a:rPr>
              <a:t>Save as Picture …</a:t>
            </a:r>
            <a:r>
              <a:rPr lang="en-US" dirty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Select the PNG format and use the slide title as the file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14CA3693-EF2E-4608-BECE-9FF47402D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199213984"/>
              </p:ext>
            </p:extLst>
          </p:nvPr>
        </p:nvGraphicFramePr>
        <p:xfrm>
          <a:off x="609600" y="3593068"/>
          <a:ext cx="3657600" cy="365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1310A21-F43B-47E4-A329-898C28660D52}"/>
              </a:ext>
            </a:extLst>
          </p:cNvPr>
          <p:cNvSpPr txBox="1"/>
          <p:nvPr/>
        </p:nvSpPr>
        <p:spPr>
          <a:xfrm>
            <a:off x="268740" y="3593068"/>
            <a:ext cx="340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5C6F79C7-94D6-4930-BA35-5055E448A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15731635"/>
              </p:ext>
            </p:extLst>
          </p:nvPr>
        </p:nvGraphicFramePr>
        <p:xfrm>
          <a:off x="5334000" y="3598610"/>
          <a:ext cx="3200400" cy="365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572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A32077F-B033-42CB-AE40-E15C13E7ED94}"/>
              </a:ext>
            </a:extLst>
          </p:cNvPr>
          <p:cNvSpPr txBox="1"/>
          <p:nvPr/>
        </p:nvSpPr>
        <p:spPr>
          <a:xfrm>
            <a:off x="4985969" y="3588912"/>
            <a:ext cx="323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="" xmlns:a16="http://schemas.microsoft.com/office/drawing/2014/main" id="{5C6F79C7-94D6-4930-BA35-5055E448A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690891233"/>
              </p:ext>
            </p:extLst>
          </p:nvPr>
        </p:nvGraphicFramePr>
        <p:xfrm>
          <a:off x="4800600" y="4495800"/>
          <a:ext cx="1371600" cy="365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3A32077F-B033-42CB-AE40-E15C13E7ED94}"/>
              </a:ext>
            </a:extLst>
          </p:cNvPr>
          <p:cNvSpPr txBox="1"/>
          <p:nvPr/>
        </p:nvSpPr>
        <p:spPr>
          <a:xfrm>
            <a:off x="1905000" y="4495800"/>
            <a:ext cx="2752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intersection of A and B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02271" y="336446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993262" y="336446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5729" y="336520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6720" y="336446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9187" y="336585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4724400" y="42672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5215391" y="42672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858" y="426793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5476" y="336446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22801" y="3361651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6307" y="33616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336728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5748791" y="336728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21258" y="336802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2249" y="336728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84716" y="3368671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7641005" y="336728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78330" y="336446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</a:t>
            </a:r>
          </a:p>
        </p:txBody>
      </p:sp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conceptual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47573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" name="Table 50">
            <a:extLst>
              <a:ext uri="{FF2B5EF4-FFF2-40B4-BE49-F238E27FC236}">
                <a16:creationId xmlns="" xmlns:a16="http://schemas.microsoft.com/office/drawing/2014/main" id="{14CA3693-EF2E-4608-BECE-9FF47402D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30487485"/>
              </p:ext>
            </p:extLst>
          </p:nvPr>
        </p:nvGraphicFramePr>
        <p:xfrm>
          <a:off x="838200" y="3288268"/>
          <a:ext cx="3657600" cy="365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71310A21-F43B-47E4-A329-898C28660D52}"/>
              </a:ext>
            </a:extLst>
          </p:cNvPr>
          <p:cNvSpPr txBox="1"/>
          <p:nvPr/>
        </p:nvSpPr>
        <p:spPr>
          <a:xfrm>
            <a:off x="497340" y="3288268"/>
            <a:ext cx="340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graphicFrame>
        <p:nvGraphicFramePr>
          <p:cNvPr id="53" name="Table 52">
            <a:extLst>
              <a:ext uri="{FF2B5EF4-FFF2-40B4-BE49-F238E27FC236}">
                <a16:creationId xmlns="" xmlns:a16="http://schemas.microsoft.com/office/drawing/2014/main" id="{5C6F79C7-94D6-4930-BA35-5055E448A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6069896"/>
              </p:ext>
            </p:extLst>
          </p:nvPr>
        </p:nvGraphicFramePr>
        <p:xfrm>
          <a:off x="5562600" y="3293810"/>
          <a:ext cx="3200400" cy="365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572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3A32077F-B033-42CB-AE40-E15C13E7ED94}"/>
              </a:ext>
            </a:extLst>
          </p:cNvPr>
          <p:cNvSpPr txBox="1"/>
          <p:nvPr/>
        </p:nvSpPr>
        <p:spPr>
          <a:xfrm>
            <a:off x="5214569" y="3284112"/>
            <a:ext cx="323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graphicFrame>
        <p:nvGraphicFramePr>
          <p:cNvPr id="55" name="Table 54">
            <a:extLst>
              <a:ext uri="{FF2B5EF4-FFF2-40B4-BE49-F238E27FC236}">
                <a16:creationId xmlns="" xmlns:a16="http://schemas.microsoft.com/office/drawing/2014/main" id="{5C6F79C7-94D6-4930-BA35-5055E448A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114105169"/>
              </p:ext>
            </p:extLst>
          </p:nvPr>
        </p:nvGraphicFramePr>
        <p:xfrm>
          <a:off x="3429000" y="4191000"/>
          <a:ext cx="3200400" cy="365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200"/>
                <a:gridCol w="457200"/>
                <a:gridCol w="457200"/>
                <a:gridCol w="4572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U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3A32077F-B033-42CB-AE40-E15C13E7ED94}"/>
              </a:ext>
            </a:extLst>
          </p:cNvPr>
          <p:cNvSpPr txBox="1"/>
          <p:nvPr/>
        </p:nvSpPr>
        <p:spPr>
          <a:xfrm>
            <a:off x="533400" y="4191000"/>
            <a:ext cx="2752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intersection of A and B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52FBD0E-F9F1-48C3-B4C2-368D3E3E6A3D}"/>
              </a:ext>
            </a:extLst>
          </p:cNvPr>
          <p:cNvGrpSpPr/>
          <p:nvPr/>
        </p:nvGrpSpPr>
        <p:grpSpPr>
          <a:xfrm>
            <a:off x="4800600" y="4191000"/>
            <a:ext cx="1828800" cy="365760"/>
            <a:chOff x="6965952" y="2599937"/>
            <a:chExt cx="2178048" cy="370840"/>
          </a:xfrm>
        </p:grpSpPr>
        <p:cxnSp>
          <p:nvCxnSpPr>
            <p:cNvPr id="8" name="Straight Connector 7">
              <a:extLst>
                <a:ext uri="{FF2B5EF4-FFF2-40B4-BE49-F238E27FC236}">
                  <a16:creationId xmlns="" xmlns:a16="http://schemas.microsoft.com/office/drawing/2014/main" id="{BF98A1E1-E018-4CFB-9A8D-BB18AEA597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5952" y="2599937"/>
              <a:ext cx="2178048" cy="37084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="" xmlns:a16="http://schemas.microsoft.com/office/drawing/2014/main" id="{E8BADA1F-9BFA-4C3F-BF26-22D3D5EA8B8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965952" y="2599937"/>
              <a:ext cx="2178048" cy="37084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56"/>
          <p:cNvSpPr txBox="1"/>
          <p:nvPr/>
        </p:nvSpPr>
        <p:spPr>
          <a:xfrm>
            <a:off x="771327" y="306248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1262318" y="306248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34785" y="306322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25776" y="306248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98243" y="306387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3154532" y="306248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91857" y="305966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45363" y="305966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26856" y="306530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66" name="TextBox 65"/>
          <p:cNvSpPr txBox="1"/>
          <p:nvPr/>
        </p:nvSpPr>
        <p:spPr>
          <a:xfrm>
            <a:off x="6017847" y="306530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0314" y="306604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81305" y="306530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53772" y="306668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70" name="TextBox 69"/>
          <p:cNvSpPr txBox="1"/>
          <p:nvPr/>
        </p:nvSpPr>
        <p:spPr>
          <a:xfrm>
            <a:off x="7910061" y="306530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47386" y="306248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52800" y="3965217"/>
            <a:ext cx="263214" cy="251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73" name="TextBox 72"/>
          <p:cNvSpPr txBox="1"/>
          <p:nvPr/>
        </p:nvSpPr>
        <p:spPr>
          <a:xfrm>
            <a:off x="3843791" y="3965217"/>
            <a:ext cx="263214" cy="251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6258" y="3965956"/>
            <a:ext cx="263214" cy="251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07249" y="3965217"/>
            <a:ext cx="263214" cy="251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79716" y="3966603"/>
            <a:ext cx="263214" cy="251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77" name="TextBox 76"/>
          <p:cNvSpPr txBox="1"/>
          <p:nvPr/>
        </p:nvSpPr>
        <p:spPr>
          <a:xfrm>
            <a:off x="5736005" y="3965217"/>
            <a:ext cx="263214" cy="251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73330" y="3962400"/>
            <a:ext cx="263214" cy="251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</a:t>
            </a:r>
          </a:p>
        </p:txBody>
      </p:sp>
      <p:sp>
        <p:nvSpPr>
          <p:cNvPr id="33" name="Title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actual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3A32077F-B033-42CB-AE40-E15C13E7ED94}"/>
              </a:ext>
            </a:extLst>
          </p:cNvPr>
          <p:cNvSpPr txBox="1"/>
          <p:nvPr/>
        </p:nvSpPr>
        <p:spPr>
          <a:xfrm>
            <a:off x="6731176" y="4160222"/>
            <a:ext cx="1574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has lengt</a:t>
            </a:r>
            <a:r>
              <a:rPr lang="en-US" dirty="0" smtClean="0"/>
              <a:t>h   </a:t>
            </a:r>
            <a:r>
              <a:rPr lang="en-US" sz="2000" b="1" dirty="0" smtClean="0"/>
              <a:t>3</a:t>
            </a:r>
            <a:endParaRPr lang="en-US" b="1" dirty="0"/>
          </a:p>
        </p:txBody>
      </p:sp>
    </p:spTree>
    <p:extLst>
      <p:ext uri="{BB962C8B-B14F-4D97-AF65-F5344CB8AC3E}">
        <p14:creationId xmlns="" xmlns:p14="http://schemas.microsoft.com/office/powerpoint/2010/main" val="1544415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ascii</a:t>
            </a:r>
            <a:r>
              <a:rPr lang="en-US" dirty="0"/>
              <a:t>-table</a:t>
            </a:r>
          </a:p>
        </p:txBody>
      </p:sp>
      <p:pic>
        <p:nvPicPr>
          <p:cNvPr id="3" name="Picture 2" descr="asciitable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912" y="1888560"/>
            <a:ext cx="3902175" cy="4969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2358</TotalTime>
  <Words>137</Words>
  <Application>Microsoft Macintosh PowerPoint</Application>
  <PresentationFormat>On-screen Show (4:3)</PresentationFormat>
  <Paragraphs>95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Pictures for this Homework</vt:lpstr>
      <vt:lpstr>conceptual</vt:lpstr>
      <vt:lpstr>actual</vt:lpstr>
      <vt:lpstr>ascii-table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 Pfenning</dc:creator>
  <cp:lastModifiedBy>iliano</cp:lastModifiedBy>
  <cp:revision>48</cp:revision>
  <dcterms:created xsi:type="dcterms:W3CDTF">2011-02-11T13:14:12Z</dcterms:created>
  <dcterms:modified xsi:type="dcterms:W3CDTF">2018-01-05T22:42:39Z</dcterms:modified>
</cp:coreProperties>
</file>