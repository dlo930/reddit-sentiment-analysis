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8"/>
  </p:handoutMasterIdLst>
  <p:sldIdLst>
    <p:sldId id="258" r:id="rId2"/>
    <p:sldId id="256" r:id="rId3"/>
    <p:sldId id="260" r:id="rId4"/>
    <p:sldId id="259" r:id="rId5"/>
    <p:sldId id="261" r:id="rId6"/>
    <p:sldId id="262" r:id="rId7"/>
  </p:sldIdLst>
  <p:sldSz cx="9144000" cy="6858000" type="screen4x3"/>
  <p:notesSz cx="7007225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-54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6464" cy="464820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9139" y="0"/>
            <a:ext cx="3036464" cy="464820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sz="1200"/>
            </a:lvl1pPr>
          </a:lstStyle>
          <a:p>
            <a:fld id="{39866A0C-9BE1-4C80-A3CC-59E5FFFBDFE5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6464" cy="464820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9139" y="8829967"/>
            <a:ext cx="3036464" cy="464820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sz="1200"/>
            </a:lvl1pPr>
          </a:lstStyle>
          <a:p>
            <a:fld id="{1E43E410-E89C-4AAE-8730-5CC832D3DFD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7918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6206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0107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184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273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399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4173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9792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1448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6111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716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65918-EE95-7F49-84FD-76AF5D45BCED}" type="datetimeFigureOut">
              <a:rPr lang="en-US" smtClean="0"/>
              <a:pPr/>
              <a:t>2/6/2018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3A148-2933-DB4B-9EDE-F9FAE15D3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9444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Version 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6192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840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In decimal, what is the </a:t>
            </a:r>
            <a:r>
              <a:rPr lang="en-US" sz="2200" b="1" u="sng" dirty="0" smtClean="0"/>
              <a:t>minimum</a:t>
            </a:r>
            <a:r>
              <a:rPr lang="en-US" sz="2200" dirty="0" smtClean="0"/>
              <a:t> integer that can be represented using a </a:t>
            </a:r>
            <a:r>
              <a:rPr lang="en-US" sz="2200" b="1" u="sng" dirty="0" smtClean="0"/>
              <a:t>five</a:t>
            </a:r>
            <a:r>
              <a:rPr lang="en-US" sz="2200" b="1" dirty="0" smtClean="0"/>
              <a:t> </a:t>
            </a:r>
            <a:r>
              <a:rPr lang="en-US" sz="2200" dirty="0" smtClean="0"/>
              <a:t>bit two’s complement?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In decimal, what is the </a:t>
            </a:r>
            <a:r>
              <a:rPr lang="en-US" sz="2200" b="1" u="sng" dirty="0" smtClean="0"/>
              <a:t>maximum</a:t>
            </a:r>
            <a:r>
              <a:rPr lang="en-US" sz="2200" dirty="0"/>
              <a:t> </a:t>
            </a:r>
            <a:r>
              <a:rPr lang="en-US" sz="2200" dirty="0" smtClean="0"/>
              <a:t>integer that can be represented using </a:t>
            </a:r>
            <a:r>
              <a:rPr lang="en-US" sz="2200" b="1" u="sng" dirty="0" smtClean="0"/>
              <a:t>five</a:t>
            </a:r>
            <a:r>
              <a:rPr lang="en-US" sz="2200" dirty="0" smtClean="0"/>
              <a:t> bit two’s complement?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Using </a:t>
            </a:r>
            <a:r>
              <a:rPr lang="en-US" sz="2200" b="1" u="sng" dirty="0" smtClean="0"/>
              <a:t>mathematical notation</a:t>
            </a:r>
            <a:r>
              <a:rPr lang="en-US" sz="2200" b="1" dirty="0" smtClean="0"/>
              <a:t> </a:t>
            </a:r>
            <a:r>
              <a:rPr lang="en-US" sz="2200" dirty="0" smtClean="0"/>
              <a:t>(exponents ok, but not hex), what is the </a:t>
            </a:r>
            <a:r>
              <a:rPr lang="en-US" sz="2200" b="1" u="sng" dirty="0" smtClean="0"/>
              <a:t>minimum</a:t>
            </a:r>
            <a:r>
              <a:rPr lang="en-US" sz="2200" dirty="0" smtClean="0"/>
              <a:t> representable </a:t>
            </a:r>
            <a:r>
              <a:rPr lang="en-US" sz="2200" b="1" u="sng" dirty="0" smtClean="0"/>
              <a:t>32-bit </a:t>
            </a:r>
            <a:r>
              <a:rPr lang="en-US" sz="2200" dirty="0" smtClean="0"/>
              <a:t>two’s complement </a:t>
            </a:r>
            <a:r>
              <a:rPr lang="en-US" sz="2200" dirty="0" smtClean="0"/>
              <a:t>number?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In </a:t>
            </a:r>
            <a:r>
              <a:rPr lang="en-US" sz="2200" b="1" u="sng" dirty="0" smtClean="0"/>
              <a:t>hex</a:t>
            </a:r>
            <a:r>
              <a:rPr lang="en-US" sz="2200" dirty="0" smtClean="0"/>
              <a:t>, what is the </a:t>
            </a:r>
            <a:r>
              <a:rPr lang="en-US" sz="2200" b="1" u="sng" dirty="0" smtClean="0"/>
              <a:t>maximum</a:t>
            </a:r>
            <a:r>
              <a:rPr lang="en-US" sz="2200" dirty="0" smtClean="0"/>
              <a:t> representable </a:t>
            </a:r>
            <a:r>
              <a:rPr lang="en-US" sz="2200" b="1" u="sng" dirty="0" smtClean="0"/>
              <a:t>32-bit </a:t>
            </a:r>
            <a:r>
              <a:rPr lang="en-US" sz="2200" dirty="0" smtClean="0"/>
              <a:t>two’s complement number?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Which of the following are </a:t>
            </a:r>
            <a:r>
              <a:rPr lang="en-US" sz="2200" u="sng" dirty="0" smtClean="0"/>
              <a:t>always true</a:t>
            </a:r>
            <a:r>
              <a:rPr lang="en-US" sz="2200" dirty="0" smtClean="0"/>
              <a:t>? (Write all letters)</a:t>
            </a:r>
          </a:p>
          <a:p>
            <a:pPr marL="914400" lvl="1" indent="-514350">
              <a:lnSpc>
                <a:spcPct val="80000"/>
              </a:lnSpc>
              <a:buFont typeface="+mj-lt"/>
              <a:buAutoNum type="alphaUcPeriod"/>
            </a:pPr>
            <a:r>
              <a:rPr lang="en-US" sz="2000" dirty="0" smtClean="0"/>
              <a:t>x * 4 == x &lt;&lt; 2		C. 	x != (x ^ -1)		E.	x != (x &amp; -1)</a:t>
            </a:r>
          </a:p>
          <a:p>
            <a:pPr marL="914400" lvl="1" indent="-514350">
              <a:lnSpc>
                <a:spcPct val="80000"/>
              </a:lnSpc>
              <a:buFont typeface="+mj-lt"/>
              <a:buAutoNum type="alphaUcPeriod"/>
            </a:pPr>
            <a:r>
              <a:rPr lang="en-US" sz="2000" dirty="0" smtClean="0"/>
              <a:t>x * 4 == x &lt;&lt; 4		D.	x == (x ^ -1)		F. 	x == (x &amp; -1)</a:t>
            </a:r>
          </a:p>
        </p:txBody>
      </p:sp>
    </p:spTree>
    <p:extLst>
      <p:ext uri="{BB962C8B-B14F-4D97-AF65-F5344CB8AC3E}">
        <p14:creationId xmlns:p14="http://schemas.microsoft.com/office/powerpoint/2010/main" xmlns="" val="1127073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</a:t>
            </a:r>
            <a:r>
              <a:rPr lang="en-US" dirty="0" smtClean="0">
                <a:solidFill>
                  <a:srgbClr val="FF0000"/>
                </a:solidFill>
              </a:rPr>
              <a:t>Solution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smtClean="0"/>
              <a:t>In decimal, what is the </a:t>
            </a:r>
            <a:r>
              <a:rPr lang="en-US" b="1" u="sng" dirty="0" smtClean="0"/>
              <a:t>minimum</a:t>
            </a:r>
            <a:r>
              <a:rPr lang="en-US" dirty="0" smtClean="0"/>
              <a:t> integer that can be represented using a </a:t>
            </a:r>
            <a:r>
              <a:rPr lang="en-US" b="1" u="sng" dirty="0" smtClean="0"/>
              <a:t>five</a:t>
            </a:r>
            <a:r>
              <a:rPr lang="en-US" b="1" dirty="0" smtClean="0"/>
              <a:t> </a:t>
            </a:r>
            <a:r>
              <a:rPr lang="en-US" dirty="0" smtClean="0"/>
              <a:t>bit two’s complement?     </a:t>
            </a:r>
            <a:r>
              <a:rPr lang="en-US" dirty="0" smtClean="0">
                <a:solidFill>
                  <a:srgbClr val="FF0000"/>
                </a:solidFill>
              </a:rPr>
              <a:t>-2</a:t>
            </a:r>
            <a:r>
              <a:rPr lang="en-US" baseline="30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 = -16</a:t>
            </a:r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In decimal, what is the </a:t>
            </a:r>
            <a:r>
              <a:rPr lang="en-US" b="1" u="sng" dirty="0" smtClean="0"/>
              <a:t>maximum</a:t>
            </a:r>
            <a:r>
              <a:rPr lang="en-US" dirty="0"/>
              <a:t> </a:t>
            </a:r>
            <a:r>
              <a:rPr lang="en-US" dirty="0" smtClean="0"/>
              <a:t>integer that can be represented using </a:t>
            </a:r>
            <a:r>
              <a:rPr lang="en-US" b="1" u="sng" dirty="0" smtClean="0"/>
              <a:t>five</a:t>
            </a:r>
            <a:r>
              <a:rPr lang="en-US" dirty="0" smtClean="0"/>
              <a:t> bit two’s complement?        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-1 = 15</a:t>
            </a:r>
            <a:endParaRPr lang="en-US" dirty="0" smtClean="0"/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Using </a:t>
            </a:r>
            <a:r>
              <a:rPr lang="en-US" b="1" u="sng" dirty="0" smtClean="0"/>
              <a:t>mathematical notation</a:t>
            </a:r>
            <a:r>
              <a:rPr lang="en-US" b="1" dirty="0" smtClean="0"/>
              <a:t> </a:t>
            </a:r>
            <a:r>
              <a:rPr lang="en-US" dirty="0" smtClean="0"/>
              <a:t>(exponents ok, but not hex), what is the </a:t>
            </a:r>
            <a:r>
              <a:rPr lang="en-US" b="1" u="sng" dirty="0" smtClean="0"/>
              <a:t>minimum</a:t>
            </a:r>
            <a:r>
              <a:rPr lang="en-US" dirty="0" smtClean="0"/>
              <a:t> representable </a:t>
            </a:r>
            <a:r>
              <a:rPr lang="en-US" b="1" u="sng" dirty="0" smtClean="0"/>
              <a:t>32-bit </a:t>
            </a:r>
            <a:r>
              <a:rPr lang="en-US" dirty="0" smtClean="0"/>
              <a:t>two’s complement </a:t>
            </a:r>
            <a:r>
              <a:rPr lang="en-US" dirty="0" smtClean="0"/>
              <a:t>number</a:t>
            </a:r>
            <a:r>
              <a:rPr lang="en-US" dirty="0" smtClean="0"/>
              <a:t>?</a:t>
            </a:r>
            <a:endParaRPr lang="en-US" dirty="0" smtClean="0">
              <a:solidFill>
                <a:srgbClr val="FF0000"/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In </a:t>
            </a:r>
            <a:r>
              <a:rPr lang="en-US" b="1" u="sng" dirty="0" smtClean="0"/>
              <a:t>hex</a:t>
            </a:r>
            <a:r>
              <a:rPr lang="en-US" dirty="0" smtClean="0"/>
              <a:t>, what is the </a:t>
            </a:r>
            <a:r>
              <a:rPr lang="en-US" b="1" u="sng" dirty="0" smtClean="0"/>
              <a:t>maximum</a:t>
            </a:r>
            <a:r>
              <a:rPr lang="en-US" dirty="0" smtClean="0"/>
              <a:t> representable </a:t>
            </a:r>
            <a:r>
              <a:rPr lang="en-US" b="1" u="sng" dirty="0" smtClean="0"/>
              <a:t>32-bit </a:t>
            </a:r>
            <a:r>
              <a:rPr lang="en-US" dirty="0" smtClean="0"/>
              <a:t>two’s complement number?        </a:t>
            </a:r>
            <a:r>
              <a:rPr lang="en-US" dirty="0" smtClean="0">
                <a:solidFill>
                  <a:srgbClr val="FF0000"/>
                </a:solidFill>
              </a:rPr>
              <a:t>0x7FFFFFFF</a:t>
            </a:r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Which of the following are </a:t>
            </a:r>
            <a:r>
              <a:rPr lang="en-US" u="sng" dirty="0" smtClean="0"/>
              <a:t>always true</a:t>
            </a:r>
            <a:r>
              <a:rPr lang="en-US" dirty="0" smtClean="0"/>
              <a:t>? (Write all letters)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dirty="0" smtClean="0">
                <a:solidFill>
                  <a:srgbClr val="FF0000"/>
                </a:solidFill>
              </a:rPr>
              <a:t>x * 4 == x &lt;&lt; 2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C. 	x != (x ^ -1)</a:t>
            </a:r>
            <a:r>
              <a:rPr lang="en-US" dirty="0" smtClean="0"/>
              <a:t>		E.	x != (x &amp; -1)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dirty="0" smtClean="0"/>
              <a:t>x * 4 == x &lt;&lt; 4		D.	x == (x ^ -1)		</a:t>
            </a:r>
            <a:r>
              <a:rPr lang="en-US" dirty="0" smtClean="0">
                <a:solidFill>
                  <a:srgbClr val="FF0000"/>
                </a:solidFill>
              </a:rPr>
              <a:t>F. 	x == (x &amp; 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905" y="3914079"/>
            <a:ext cx="6030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FF0000"/>
                </a:solidFill>
              </a:rPr>
              <a:t>-2</a:t>
            </a:r>
            <a:r>
              <a:rPr lang="en-US" sz="2200" baseline="30000" dirty="0" smtClean="0">
                <a:solidFill>
                  <a:srgbClr val="FF0000"/>
                </a:solidFill>
              </a:rPr>
              <a:t>31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112707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Version 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6192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8681"/>
          </a:xfrm>
        </p:spPr>
        <p:txBody>
          <a:bodyPr>
            <a:noAutofit/>
          </a:bodyPr>
          <a:lstStyle/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In decimal, what is the </a:t>
            </a:r>
            <a:r>
              <a:rPr lang="en-US" sz="2200" b="1" u="sng" dirty="0" smtClean="0"/>
              <a:t>minimum</a:t>
            </a:r>
            <a:r>
              <a:rPr lang="en-US" sz="2200" dirty="0" smtClean="0"/>
              <a:t> integer that can be represented using a </a:t>
            </a:r>
            <a:r>
              <a:rPr lang="en-US" sz="2200" b="1" u="sng" dirty="0" smtClean="0"/>
              <a:t>seven</a:t>
            </a:r>
            <a:r>
              <a:rPr lang="en-US" sz="2200" dirty="0" smtClean="0"/>
              <a:t> bit two’s complement?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In decimal, what is the </a:t>
            </a:r>
            <a:r>
              <a:rPr lang="en-US" sz="2200" b="1" u="sng" dirty="0" smtClean="0"/>
              <a:t>maximum</a:t>
            </a:r>
            <a:r>
              <a:rPr lang="en-US" sz="2200" dirty="0"/>
              <a:t> </a:t>
            </a:r>
            <a:r>
              <a:rPr lang="en-US" sz="2200" dirty="0" smtClean="0"/>
              <a:t>integer that can be represented using </a:t>
            </a:r>
            <a:r>
              <a:rPr lang="en-US" sz="2200" b="1" u="sng" dirty="0" smtClean="0"/>
              <a:t>seven</a:t>
            </a:r>
            <a:r>
              <a:rPr lang="en-US" sz="2200" dirty="0" smtClean="0"/>
              <a:t> bit two’s complement?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Using </a:t>
            </a:r>
            <a:r>
              <a:rPr lang="en-US" sz="2200" b="1" u="sng" dirty="0" smtClean="0"/>
              <a:t>mathematical notation</a:t>
            </a:r>
            <a:r>
              <a:rPr lang="en-US" sz="2200" b="1" dirty="0" smtClean="0"/>
              <a:t> </a:t>
            </a:r>
            <a:r>
              <a:rPr lang="en-US" sz="2200" dirty="0" smtClean="0"/>
              <a:t>(exponents ok, but not hex), what is the </a:t>
            </a:r>
            <a:r>
              <a:rPr lang="en-US" sz="2200" b="1" u="sng" dirty="0" smtClean="0"/>
              <a:t>maximum</a:t>
            </a:r>
            <a:r>
              <a:rPr lang="en-US" sz="2200" dirty="0" smtClean="0"/>
              <a:t> </a:t>
            </a:r>
            <a:r>
              <a:rPr lang="en-US" sz="2200" dirty="0" err="1" smtClean="0"/>
              <a:t>representable</a:t>
            </a:r>
            <a:r>
              <a:rPr lang="en-US" sz="2200" dirty="0" smtClean="0"/>
              <a:t> </a:t>
            </a:r>
            <a:r>
              <a:rPr lang="en-US" sz="2200" b="1" u="sng" dirty="0" smtClean="0"/>
              <a:t>32-bit </a:t>
            </a:r>
            <a:r>
              <a:rPr lang="en-US" sz="2200" dirty="0" smtClean="0"/>
              <a:t>two’s complement </a:t>
            </a:r>
            <a:r>
              <a:rPr lang="en-US" sz="2200" dirty="0" smtClean="0"/>
              <a:t>number?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In </a:t>
            </a:r>
            <a:r>
              <a:rPr lang="en-US" sz="2200" b="1" u="sng" dirty="0" smtClean="0"/>
              <a:t>hex</a:t>
            </a:r>
            <a:r>
              <a:rPr lang="en-US" sz="2200" dirty="0" smtClean="0"/>
              <a:t>, what is the </a:t>
            </a:r>
            <a:r>
              <a:rPr lang="en-US" sz="2200" b="1" u="sng" dirty="0" smtClean="0"/>
              <a:t>minimum</a:t>
            </a:r>
            <a:r>
              <a:rPr lang="en-US" sz="2200" dirty="0" smtClean="0"/>
              <a:t> representable </a:t>
            </a:r>
            <a:r>
              <a:rPr lang="en-US" sz="2200" b="1" u="sng" dirty="0" smtClean="0"/>
              <a:t>32-bit </a:t>
            </a:r>
            <a:r>
              <a:rPr lang="en-US" sz="2200" dirty="0" smtClean="0"/>
              <a:t>two’s complement number?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sz="2200" dirty="0" smtClean="0"/>
              <a:t>Which of the following are </a:t>
            </a:r>
            <a:r>
              <a:rPr lang="en-US" sz="2200" u="sng" dirty="0" smtClean="0"/>
              <a:t>always true</a:t>
            </a:r>
            <a:r>
              <a:rPr lang="en-US" sz="2200" dirty="0" smtClean="0"/>
              <a:t>? (Write all letters)</a:t>
            </a:r>
          </a:p>
          <a:p>
            <a:pPr marL="914400" lvl="1" indent="-514350">
              <a:lnSpc>
                <a:spcPct val="80000"/>
              </a:lnSpc>
              <a:buFont typeface="+mj-lt"/>
              <a:buAutoNum type="alphaUcPeriod"/>
            </a:pPr>
            <a:r>
              <a:rPr lang="en-US" sz="2000" dirty="0" smtClean="0"/>
              <a:t>x / 4 == x &gt;&gt; 2		C.	x != (x ^ 0)		E.	x != (x | </a:t>
            </a:r>
            <a:r>
              <a:rPr lang="en-US" sz="2000" dirty="0" smtClean="0"/>
              <a:t>0)</a:t>
            </a:r>
            <a:endParaRPr lang="en-US" sz="2000" dirty="0" smtClean="0"/>
          </a:p>
          <a:p>
            <a:pPr marL="914400" lvl="1" indent="-514350">
              <a:lnSpc>
                <a:spcPct val="80000"/>
              </a:lnSpc>
              <a:buFont typeface="+mj-lt"/>
              <a:buAutoNum type="alphaUcPeriod"/>
            </a:pPr>
            <a:r>
              <a:rPr lang="en-US" sz="2000" dirty="0" smtClean="0"/>
              <a:t>x / 4 == x &gt;&gt; 4		D.	x == (x ^ 0)		F.	x == (x | </a:t>
            </a:r>
            <a:r>
              <a:rPr lang="en-US" sz="2000" dirty="0" smtClean="0"/>
              <a:t>0)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12707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Quiz </a:t>
            </a:r>
            <a:r>
              <a:rPr lang="en-US" smtClean="0">
                <a:solidFill>
                  <a:srgbClr val="FF0000"/>
                </a:solidFill>
              </a:rPr>
              <a:t>Solution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In decimal, what is the </a:t>
            </a:r>
            <a:r>
              <a:rPr lang="en-US" b="1" u="sng" dirty="0" smtClean="0"/>
              <a:t>minimum</a:t>
            </a:r>
            <a:r>
              <a:rPr lang="en-US" dirty="0" smtClean="0"/>
              <a:t> integer that can be represented using a </a:t>
            </a:r>
            <a:r>
              <a:rPr lang="en-US" b="1" u="sng" dirty="0" smtClean="0"/>
              <a:t>seven</a:t>
            </a:r>
            <a:r>
              <a:rPr lang="en-US" dirty="0" smtClean="0"/>
              <a:t> bit two’s complement?       </a:t>
            </a:r>
            <a:r>
              <a:rPr lang="en-US" dirty="0" smtClean="0">
                <a:solidFill>
                  <a:srgbClr val="FF0000"/>
                </a:solidFill>
              </a:rPr>
              <a:t>-2</a:t>
            </a:r>
            <a:r>
              <a:rPr lang="en-US" baseline="30000" dirty="0" smtClean="0">
                <a:solidFill>
                  <a:srgbClr val="FF0000"/>
                </a:solidFill>
              </a:rPr>
              <a:t>6</a:t>
            </a:r>
            <a:r>
              <a:rPr lang="en-US" dirty="0" smtClean="0">
                <a:solidFill>
                  <a:srgbClr val="FF0000"/>
                </a:solidFill>
              </a:rPr>
              <a:t> = -64</a:t>
            </a:r>
            <a:endParaRPr lang="en-US" dirty="0" smtClean="0"/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In decimal, what is the </a:t>
            </a:r>
            <a:r>
              <a:rPr lang="en-US" b="1" u="sng" dirty="0" smtClean="0"/>
              <a:t>maximum</a:t>
            </a:r>
            <a:r>
              <a:rPr lang="en-US" dirty="0"/>
              <a:t> </a:t>
            </a:r>
            <a:r>
              <a:rPr lang="en-US" dirty="0" smtClean="0"/>
              <a:t>integer that can be represented using </a:t>
            </a:r>
            <a:r>
              <a:rPr lang="en-US" b="1" u="sng" dirty="0" smtClean="0"/>
              <a:t>seven</a:t>
            </a:r>
            <a:r>
              <a:rPr lang="en-US" dirty="0" smtClean="0"/>
              <a:t> bit two’s complement?        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6</a:t>
            </a:r>
            <a:r>
              <a:rPr lang="en-US" dirty="0" smtClean="0">
                <a:solidFill>
                  <a:srgbClr val="FF0000"/>
                </a:solidFill>
              </a:rPr>
              <a:t>-1 = 63</a:t>
            </a:r>
            <a:endParaRPr lang="en-US" dirty="0" smtClean="0"/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Using </a:t>
            </a:r>
            <a:r>
              <a:rPr lang="en-US" b="1" u="sng" dirty="0" smtClean="0"/>
              <a:t>mathematical notation</a:t>
            </a:r>
            <a:r>
              <a:rPr lang="en-US" b="1" dirty="0" smtClean="0"/>
              <a:t> </a:t>
            </a:r>
            <a:r>
              <a:rPr lang="en-US" dirty="0" smtClean="0"/>
              <a:t>(exponents ok, but not hex), what </a:t>
            </a:r>
            <a:r>
              <a:rPr lang="en-US" dirty="0" smtClean="0"/>
              <a:t>is the </a:t>
            </a:r>
            <a:r>
              <a:rPr lang="en-US" b="1" u="sng" dirty="0" smtClean="0"/>
              <a:t>maximum</a:t>
            </a:r>
            <a:r>
              <a:rPr lang="en-US" dirty="0" smtClean="0"/>
              <a:t> </a:t>
            </a:r>
            <a:r>
              <a:rPr lang="en-US" dirty="0" err="1" smtClean="0"/>
              <a:t>representable</a:t>
            </a:r>
            <a:r>
              <a:rPr lang="en-US" dirty="0" smtClean="0"/>
              <a:t> </a:t>
            </a:r>
            <a:r>
              <a:rPr lang="en-US" b="1" u="sng" dirty="0" smtClean="0"/>
              <a:t>32-bit </a:t>
            </a:r>
            <a:r>
              <a:rPr lang="en-US" dirty="0" smtClean="0"/>
              <a:t>two’s complement </a:t>
            </a:r>
            <a:r>
              <a:rPr lang="en-US" dirty="0" smtClean="0"/>
              <a:t>number</a:t>
            </a:r>
            <a:r>
              <a:rPr lang="en-US" dirty="0" smtClean="0"/>
              <a:t>?</a:t>
            </a:r>
            <a:endParaRPr lang="en-US" dirty="0" smtClean="0"/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In </a:t>
            </a:r>
            <a:r>
              <a:rPr lang="en-US" b="1" u="sng" dirty="0" smtClean="0"/>
              <a:t>hex</a:t>
            </a:r>
            <a:r>
              <a:rPr lang="en-US" dirty="0" smtClean="0"/>
              <a:t>, what is the </a:t>
            </a:r>
            <a:r>
              <a:rPr lang="en-US" b="1" u="sng" dirty="0" smtClean="0"/>
              <a:t>minimum</a:t>
            </a:r>
            <a:r>
              <a:rPr lang="en-US" dirty="0" smtClean="0"/>
              <a:t> representable </a:t>
            </a:r>
            <a:r>
              <a:rPr lang="en-US" b="1" u="sng" dirty="0" smtClean="0"/>
              <a:t>32-bit </a:t>
            </a:r>
            <a:r>
              <a:rPr lang="en-US" dirty="0" smtClean="0"/>
              <a:t>two’s complement number?    </a:t>
            </a:r>
            <a:r>
              <a:rPr lang="en-US" dirty="0" smtClean="0">
                <a:solidFill>
                  <a:srgbClr val="FF0000"/>
                </a:solidFill>
              </a:rPr>
              <a:t>0x80000000</a:t>
            </a:r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dirty="0" smtClean="0"/>
              <a:t>Which of the following are </a:t>
            </a:r>
            <a:r>
              <a:rPr lang="en-US" u="sng" dirty="0" smtClean="0"/>
              <a:t>always true</a:t>
            </a:r>
            <a:r>
              <a:rPr lang="en-US" dirty="0" smtClean="0"/>
              <a:t>? (Write all letters)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dirty="0" smtClean="0"/>
              <a:t>x / 4 == x &gt;&gt; 2		C.	x != (x ^ 0)		E.	x != (x | </a:t>
            </a:r>
            <a:r>
              <a:rPr lang="en-US" dirty="0" smtClean="0"/>
              <a:t>0)</a:t>
            </a:r>
            <a:endParaRPr lang="en-US" dirty="0" smtClean="0"/>
          </a:p>
          <a:p>
            <a:pPr marL="914400" lvl="1" indent="-514350">
              <a:buFont typeface="+mj-lt"/>
              <a:buAutoNum type="alphaUcPeriod"/>
            </a:pPr>
            <a:r>
              <a:rPr lang="en-US" dirty="0" smtClean="0"/>
              <a:t>x / 4 == x &gt;&gt; 4		</a:t>
            </a:r>
            <a:r>
              <a:rPr lang="en-US" dirty="0" smtClean="0">
                <a:solidFill>
                  <a:srgbClr val="FF0000"/>
                </a:solidFill>
              </a:rPr>
              <a:t>D.	x == (x ^ 0)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F.	x == (x | </a:t>
            </a:r>
            <a:r>
              <a:rPr lang="en-US" dirty="0" smtClean="0">
                <a:solidFill>
                  <a:srgbClr val="FF0000"/>
                </a:solidFill>
              </a:rPr>
              <a:t>0)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84979" y="4170552"/>
            <a:ext cx="8739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FF0000"/>
                </a:solidFill>
              </a:rPr>
              <a:t>2</a:t>
            </a:r>
            <a:r>
              <a:rPr lang="en-US" sz="2200" baseline="30000" dirty="0" smtClean="0">
                <a:solidFill>
                  <a:srgbClr val="FF0000"/>
                </a:solidFill>
              </a:rPr>
              <a:t>31</a:t>
            </a:r>
            <a:r>
              <a:rPr lang="en-US" sz="2200" dirty="0" smtClean="0">
                <a:solidFill>
                  <a:srgbClr val="FF0000"/>
                </a:solidFill>
              </a:rPr>
              <a:t> - 1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1127073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397</Words>
  <Application>Microsoft Macintosh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Version A</vt:lpstr>
      <vt:lpstr>Quiz</vt:lpstr>
      <vt:lpstr>Quiz Solution</vt:lpstr>
      <vt:lpstr>Version B</vt:lpstr>
      <vt:lpstr>Quiz</vt:lpstr>
      <vt:lpstr>Quiz Solution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Pfenning</dc:creator>
  <cp:lastModifiedBy>iliano</cp:lastModifiedBy>
  <cp:revision>19</cp:revision>
  <dcterms:created xsi:type="dcterms:W3CDTF">2016-02-02T12:06:26Z</dcterms:created>
  <dcterms:modified xsi:type="dcterms:W3CDTF">2018-02-06T18:12:54Z</dcterms:modified>
</cp:coreProperties>
</file>